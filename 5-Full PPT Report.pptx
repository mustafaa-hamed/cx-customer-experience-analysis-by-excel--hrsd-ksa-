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0" r:id="rId2"/>
    <p:sldMasterId id="2147483674" r:id="rId3"/>
  </p:sldMasterIdLst>
  <p:notesMasterIdLst>
    <p:notesMasterId r:id="rId55"/>
  </p:notesMasterIdLst>
  <p:sldIdLst>
    <p:sldId id="256" r:id="rId4"/>
    <p:sldId id="1388" r:id="rId5"/>
    <p:sldId id="278" r:id="rId6"/>
    <p:sldId id="1326" r:id="rId7"/>
    <p:sldId id="1324" r:id="rId8"/>
    <p:sldId id="1325" r:id="rId9"/>
    <p:sldId id="1328" r:id="rId10"/>
    <p:sldId id="1327" r:id="rId11"/>
    <p:sldId id="1330" r:id="rId12"/>
    <p:sldId id="1331" r:id="rId13"/>
    <p:sldId id="1378" r:id="rId14"/>
    <p:sldId id="1369" r:id="rId15"/>
    <p:sldId id="1379" r:id="rId16"/>
    <p:sldId id="1372" r:id="rId17"/>
    <p:sldId id="1346" r:id="rId18"/>
    <p:sldId id="1347" r:id="rId19"/>
    <p:sldId id="1348" r:id="rId20"/>
    <p:sldId id="1349" r:id="rId21"/>
    <p:sldId id="1332" r:id="rId22"/>
    <p:sldId id="1341" r:id="rId23"/>
    <p:sldId id="1342" r:id="rId24"/>
    <p:sldId id="1343" r:id="rId25"/>
    <p:sldId id="1320" r:id="rId26"/>
    <p:sldId id="1377" r:id="rId27"/>
    <p:sldId id="1374" r:id="rId28"/>
    <p:sldId id="1334" r:id="rId29"/>
    <p:sldId id="1333" r:id="rId30"/>
    <p:sldId id="1336" r:id="rId31"/>
    <p:sldId id="1337" r:id="rId32"/>
    <p:sldId id="1339" r:id="rId33"/>
    <p:sldId id="1340" r:id="rId34"/>
    <p:sldId id="1344" r:id="rId35"/>
    <p:sldId id="1345" r:id="rId36"/>
    <p:sldId id="1376" r:id="rId37"/>
    <p:sldId id="1350" r:id="rId38"/>
    <p:sldId id="1351" r:id="rId39"/>
    <p:sldId id="1352" r:id="rId40"/>
    <p:sldId id="1353" r:id="rId41"/>
    <p:sldId id="1356" r:id="rId42"/>
    <p:sldId id="1357" r:id="rId43"/>
    <p:sldId id="1358" r:id="rId44"/>
    <p:sldId id="1359" r:id="rId45"/>
    <p:sldId id="1375" r:id="rId46"/>
    <p:sldId id="1380" r:id="rId47"/>
    <p:sldId id="1381" r:id="rId48"/>
    <p:sldId id="1382" r:id="rId49"/>
    <p:sldId id="1383" r:id="rId50"/>
    <p:sldId id="1384" r:id="rId51"/>
    <p:sldId id="1385" r:id="rId52"/>
    <p:sldId id="1386" r:id="rId53"/>
    <p:sldId id="1387" r:id="rId54"/>
  </p:sldIdLst>
  <p:sldSz cx="12192000" cy="6858000"/>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5F72"/>
    <a:srgbClr val="0F3144"/>
    <a:srgbClr val="2BB574"/>
    <a:srgbClr val="BFBFBF"/>
    <a:srgbClr val="EBEBEB"/>
    <a:srgbClr val="269798"/>
    <a:srgbClr val="334E5D"/>
    <a:srgbClr val="7EA3B8"/>
    <a:srgbClr val="00004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3FD97E-4C9E-44EC-BC1F-C16654559C6D}" v="9" dt="2025-12-30T08:15:38.480"/>
  </p1510:revLst>
</p1510:revInfo>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006" autoAdjust="0"/>
    <p:restoredTop sz="90455" autoAdjust="0"/>
  </p:normalViewPr>
  <p:slideViewPr>
    <p:cSldViewPr snapToGrid="0">
      <p:cViewPr varScale="1">
        <p:scale>
          <a:sx n="82" d="100"/>
          <a:sy n="82" d="100"/>
        </p:scale>
        <p:origin x="720" y="72"/>
      </p:cViewPr>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notesMaster" Target="notesMasters/notes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theme" Target="theme/theme1.xml"/><Relationship Id="rId5" Type="http://schemas.openxmlformats.org/officeDocument/2006/relationships/slide" Target="slides/slide2.xml"/><Relationship Id="rId61" Type="http://schemas.microsoft.com/office/2015/10/relationships/revisionInfo" Target="revisionInfo.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viewProps" Target="view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hanah Alwasil" userId="15b91633a049a729" providerId="LiveId" clId="{015A8CA1-0FD5-4CD7-BF7A-2D6B85179406}"/>
    <pc:docChg chg="undo custSel addSld delSld modSld">
      <pc:chgData name="Shihanah Alwasil" userId="15b91633a049a729" providerId="LiveId" clId="{015A8CA1-0FD5-4CD7-BF7A-2D6B85179406}" dt="2025-12-30T08:15:39.781" v="194" actId="47"/>
      <pc:docMkLst>
        <pc:docMk/>
      </pc:docMkLst>
      <pc:sldChg chg="del">
        <pc:chgData name="Shihanah Alwasil" userId="15b91633a049a729" providerId="LiveId" clId="{015A8CA1-0FD5-4CD7-BF7A-2D6B85179406}" dt="2025-12-30T08:15:39.781" v="194" actId="47"/>
        <pc:sldMkLst>
          <pc:docMk/>
          <pc:sldMk cId="3135137193" sldId="336"/>
        </pc:sldMkLst>
      </pc:sldChg>
      <pc:sldChg chg="addSp modSp mod">
        <pc:chgData name="Shihanah Alwasil" userId="15b91633a049a729" providerId="LiveId" clId="{015A8CA1-0FD5-4CD7-BF7A-2D6B85179406}" dt="2025-12-30T08:13:26.680" v="169" actId="1076"/>
        <pc:sldMkLst>
          <pc:docMk/>
          <pc:sldMk cId="1972343359" sldId="1332"/>
        </pc:sldMkLst>
        <pc:picChg chg="add mod">
          <ac:chgData name="Shihanah Alwasil" userId="15b91633a049a729" providerId="LiveId" clId="{015A8CA1-0FD5-4CD7-BF7A-2D6B85179406}" dt="2025-12-30T08:13:26.680" v="169" actId="1076"/>
          <ac:picMkLst>
            <pc:docMk/>
            <pc:sldMk cId="1972343359" sldId="1332"/>
            <ac:picMk id="7" creationId="{DFD7DB15-3FDE-F665-61E9-7D0EF7EED4AA}"/>
          </ac:picMkLst>
        </pc:picChg>
      </pc:sldChg>
      <pc:sldChg chg="addSp modSp mod">
        <pc:chgData name="Shihanah Alwasil" userId="15b91633a049a729" providerId="LiveId" clId="{015A8CA1-0FD5-4CD7-BF7A-2D6B85179406}" dt="2025-12-30T08:13:11.827" v="168" actId="1440"/>
        <pc:sldMkLst>
          <pc:docMk/>
          <pc:sldMk cId="2396706828" sldId="1346"/>
        </pc:sldMkLst>
        <pc:picChg chg="add mod modCrop">
          <ac:chgData name="Shihanah Alwasil" userId="15b91633a049a729" providerId="LiveId" clId="{015A8CA1-0FD5-4CD7-BF7A-2D6B85179406}" dt="2025-12-30T08:13:08.537" v="167" actId="1440"/>
          <ac:picMkLst>
            <pc:docMk/>
            <pc:sldMk cId="2396706828" sldId="1346"/>
            <ac:picMk id="7" creationId="{9E41C8D7-2DBA-9778-76FE-D11BF9AE12EF}"/>
          </ac:picMkLst>
        </pc:picChg>
        <pc:picChg chg="add mod modCrop">
          <ac:chgData name="Shihanah Alwasil" userId="15b91633a049a729" providerId="LiveId" clId="{015A8CA1-0FD5-4CD7-BF7A-2D6B85179406}" dt="2025-12-30T08:13:11.827" v="168" actId="1440"/>
          <ac:picMkLst>
            <pc:docMk/>
            <pc:sldMk cId="2396706828" sldId="1346"/>
            <ac:picMk id="9" creationId="{15518F23-3DC8-5185-D021-D4396EAB2223}"/>
          </ac:picMkLst>
        </pc:picChg>
        <pc:picChg chg="add mod modCrop">
          <ac:chgData name="Shihanah Alwasil" userId="15b91633a049a729" providerId="LiveId" clId="{015A8CA1-0FD5-4CD7-BF7A-2D6B85179406}" dt="2025-12-30T08:13:05.493" v="166" actId="1440"/>
          <ac:picMkLst>
            <pc:docMk/>
            <pc:sldMk cId="2396706828" sldId="1346"/>
            <ac:picMk id="12" creationId="{9A6EC5F4-D6E6-3FE5-CC37-98DD67A8C1F0}"/>
          </ac:picMkLst>
        </pc:picChg>
      </pc:sldChg>
      <pc:sldChg chg="addSp delSp modSp mod">
        <pc:chgData name="Shihanah Alwasil" userId="15b91633a049a729" providerId="LiveId" clId="{015A8CA1-0FD5-4CD7-BF7A-2D6B85179406}" dt="2025-12-30T08:14:45.111" v="192" actId="1076"/>
        <pc:sldMkLst>
          <pc:docMk/>
          <pc:sldMk cId="114017961" sldId="1369"/>
        </pc:sldMkLst>
        <pc:picChg chg="add del mod">
          <ac:chgData name="Shihanah Alwasil" userId="15b91633a049a729" providerId="LiveId" clId="{015A8CA1-0FD5-4CD7-BF7A-2D6B85179406}" dt="2025-12-30T08:13:41.351" v="171" actId="478"/>
          <ac:picMkLst>
            <pc:docMk/>
            <pc:sldMk cId="114017961" sldId="1369"/>
            <ac:picMk id="7" creationId="{0FE0197B-EDBF-EE87-85C2-81509ADF8B02}"/>
          </ac:picMkLst>
        </pc:picChg>
        <pc:picChg chg="add del mod">
          <ac:chgData name="Shihanah Alwasil" userId="15b91633a049a729" providerId="LiveId" clId="{015A8CA1-0FD5-4CD7-BF7A-2D6B85179406}" dt="2025-12-30T08:13:40.300" v="170" actId="478"/>
          <ac:picMkLst>
            <pc:docMk/>
            <pc:sldMk cId="114017961" sldId="1369"/>
            <ac:picMk id="10" creationId="{ACC14CB7-B3DE-9BD4-4422-51D15A7F20F2}"/>
          </ac:picMkLst>
        </pc:picChg>
        <pc:picChg chg="add mod modCrop">
          <ac:chgData name="Shihanah Alwasil" userId="15b91633a049a729" providerId="LiveId" clId="{015A8CA1-0FD5-4CD7-BF7A-2D6B85179406}" dt="2025-12-30T08:14:45.111" v="192" actId="1076"/>
          <ac:picMkLst>
            <pc:docMk/>
            <pc:sldMk cId="114017961" sldId="1369"/>
            <ac:picMk id="19" creationId="{124E9DC9-4724-56F8-211C-230BB6BA3E63}"/>
          </ac:picMkLst>
        </pc:picChg>
        <pc:picChg chg="add mod modCrop">
          <ac:chgData name="Shihanah Alwasil" userId="15b91633a049a729" providerId="LiveId" clId="{015A8CA1-0FD5-4CD7-BF7A-2D6B85179406}" dt="2025-12-30T08:14:40.379" v="190" actId="1440"/>
          <ac:picMkLst>
            <pc:docMk/>
            <pc:sldMk cId="114017961" sldId="1369"/>
            <ac:picMk id="21" creationId="{26C482CB-440F-8A8E-9D23-5245FAA7949B}"/>
          </ac:picMkLst>
        </pc:picChg>
      </pc:sldChg>
      <pc:sldChg chg="del">
        <pc:chgData name="Shihanah Alwasil" userId="15b91633a049a729" providerId="LiveId" clId="{015A8CA1-0FD5-4CD7-BF7A-2D6B85179406}" dt="2025-12-30T07:37:07.721" v="18" actId="47"/>
        <pc:sldMkLst>
          <pc:docMk/>
          <pc:sldMk cId="4208743893" sldId="1371"/>
        </pc:sldMkLst>
      </pc:sldChg>
      <pc:sldChg chg="modSp mod">
        <pc:chgData name="Shihanah Alwasil" userId="15b91633a049a729" providerId="LiveId" clId="{015A8CA1-0FD5-4CD7-BF7A-2D6B85179406}" dt="2025-12-30T07:38:25.213" v="74" actId="1076"/>
        <pc:sldMkLst>
          <pc:docMk/>
          <pc:sldMk cId="3542159831" sldId="1378"/>
        </pc:sldMkLst>
        <pc:graphicFrameChg chg="mod modGraphic">
          <ac:chgData name="Shihanah Alwasil" userId="15b91633a049a729" providerId="LiveId" clId="{015A8CA1-0FD5-4CD7-BF7A-2D6B85179406}" dt="2025-12-30T07:38:25.213" v="74" actId="1076"/>
          <ac:graphicFrameMkLst>
            <pc:docMk/>
            <pc:sldMk cId="3542159831" sldId="1378"/>
            <ac:graphicFrameMk id="22" creationId="{47A36616-9E19-7C78-6A2C-F4C5092959D6}"/>
          </ac:graphicFrameMkLst>
        </pc:graphicFrameChg>
      </pc:sldChg>
      <pc:sldChg chg="modSp mod">
        <pc:chgData name="Shihanah Alwasil" userId="15b91633a049a729" providerId="LiveId" clId="{015A8CA1-0FD5-4CD7-BF7A-2D6B85179406}" dt="2025-12-30T07:39:33.858" v="113" actId="1036"/>
        <pc:sldMkLst>
          <pc:docMk/>
          <pc:sldMk cId="733028226" sldId="1379"/>
        </pc:sldMkLst>
        <pc:spChg chg="mod">
          <ac:chgData name="Shihanah Alwasil" userId="15b91633a049a729" providerId="LiveId" clId="{015A8CA1-0FD5-4CD7-BF7A-2D6B85179406}" dt="2025-12-30T07:39:33.858" v="113" actId="1036"/>
          <ac:spMkLst>
            <pc:docMk/>
            <pc:sldMk cId="733028226" sldId="1379"/>
            <ac:spMk id="21" creationId="{10B39F0E-C93A-F6F6-F7BD-862D2613BE5A}"/>
          </ac:spMkLst>
        </pc:spChg>
        <pc:graphicFrameChg chg="mod modGraphic">
          <ac:chgData name="Shihanah Alwasil" userId="15b91633a049a729" providerId="LiveId" clId="{015A8CA1-0FD5-4CD7-BF7A-2D6B85179406}" dt="2025-12-30T07:39:27.154" v="76" actId="2165"/>
          <ac:graphicFrameMkLst>
            <pc:docMk/>
            <pc:sldMk cId="733028226" sldId="1379"/>
            <ac:graphicFrameMk id="10" creationId="{73828722-84FE-358D-A91B-9C004B7437AC}"/>
          </ac:graphicFrameMkLst>
        </pc:graphicFrameChg>
      </pc:sldChg>
      <pc:sldChg chg="add">
        <pc:chgData name="Shihanah Alwasil" userId="15b91633a049a729" providerId="LiveId" clId="{015A8CA1-0FD5-4CD7-BF7A-2D6B85179406}" dt="2025-12-30T08:15:38.472" v="193"/>
        <pc:sldMkLst>
          <pc:docMk/>
          <pc:sldMk cId="648911470" sldId="1388"/>
        </pc:sldMkLst>
      </pc:sldChg>
    </pc:docChg>
  </pc:docChgLst>
  <pc:docChgLst>
    <pc:chgData name="nada alshamsan" userId="f5abeb7a1ab79965" providerId="LiveId" clId="{DF78A89E-645E-4559-8A6B-70E96CAEFE89}"/>
    <pc:docChg chg="undo custSel addSld delSld modSld sldOrd delMainMaster modMainMaster addSection delSection">
      <pc:chgData name="nada alshamsan" userId="f5abeb7a1ab79965" providerId="LiveId" clId="{DF78A89E-645E-4559-8A6B-70E96CAEFE89}" dt="2025-12-29T22:37:40.333" v="5060" actId="20577"/>
      <pc:docMkLst>
        <pc:docMk/>
      </pc:docMkLst>
      <pc:sldChg chg="addSp delSp modSp mod">
        <pc:chgData name="nada alshamsan" userId="f5abeb7a1ab79965" providerId="LiveId" clId="{DF78A89E-645E-4559-8A6B-70E96CAEFE89}" dt="2025-12-29T22:29:37.991" v="4947" actId="114"/>
        <pc:sldMkLst>
          <pc:docMk/>
          <pc:sldMk cId="964512089" sldId="256"/>
        </pc:sldMkLst>
        <pc:spChg chg="mod topLvl">
          <ac:chgData name="nada alshamsan" userId="f5abeb7a1ab79965" providerId="LiveId" clId="{DF78A89E-645E-4559-8A6B-70E96CAEFE89}" dt="2025-12-28T16:08:53.216" v="86" actId="164"/>
          <ac:spMkLst>
            <pc:docMk/>
            <pc:sldMk cId="964512089" sldId="256"/>
            <ac:spMk id="5" creationId="{6F14E7A7-38BE-8210-E4B2-2E32BFFA339F}"/>
          </ac:spMkLst>
        </pc:spChg>
        <pc:spChg chg="mod ord">
          <ac:chgData name="nada alshamsan" userId="f5abeb7a1ab79965" providerId="LiveId" clId="{DF78A89E-645E-4559-8A6B-70E96CAEFE89}" dt="2025-12-29T22:29:37.991" v="4947" actId="114"/>
          <ac:spMkLst>
            <pc:docMk/>
            <pc:sldMk cId="964512089" sldId="256"/>
            <ac:spMk id="8" creationId="{B857BB43-071A-61EA-160E-D980C516C75B}"/>
          </ac:spMkLst>
        </pc:spChg>
        <pc:spChg chg="mod ord topLvl">
          <ac:chgData name="nada alshamsan" userId="f5abeb7a1ab79965" providerId="LiveId" clId="{DF78A89E-645E-4559-8A6B-70E96CAEFE89}" dt="2025-12-28T16:08:53.216" v="86" actId="164"/>
          <ac:spMkLst>
            <pc:docMk/>
            <pc:sldMk cId="964512089" sldId="256"/>
            <ac:spMk id="10" creationId="{1A06C26B-C9FD-0F9D-098F-EC657F83791B}"/>
          </ac:spMkLst>
        </pc:spChg>
        <pc:grpChg chg="add mod">
          <ac:chgData name="nada alshamsan" userId="f5abeb7a1ab79965" providerId="LiveId" clId="{DF78A89E-645E-4559-8A6B-70E96CAEFE89}" dt="2025-12-28T16:22:00.678" v="807" actId="27636"/>
          <ac:grpSpMkLst>
            <pc:docMk/>
            <pc:sldMk cId="964512089" sldId="256"/>
            <ac:grpSpMk id="16" creationId="{8A94925D-0854-6F3F-5A4C-9717AE02B468}"/>
          </ac:grpSpMkLst>
        </pc:grpChg>
        <pc:picChg chg="mod topLvl">
          <ac:chgData name="nada alshamsan" userId="f5abeb7a1ab79965" providerId="LiveId" clId="{DF78A89E-645E-4559-8A6B-70E96CAEFE89}" dt="2025-12-28T16:08:53.216" v="86" actId="164"/>
          <ac:picMkLst>
            <pc:docMk/>
            <pc:sldMk cId="964512089" sldId="256"/>
            <ac:picMk id="4" creationId="{FE972B93-65F5-6606-6B60-A6A3B8D5E9DA}"/>
          </ac:picMkLst>
        </pc:picChg>
        <pc:picChg chg="mod topLvl">
          <ac:chgData name="nada alshamsan" userId="f5abeb7a1ab79965" providerId="LiveId" clId="{DF78A89E-645E-4559-8A6B-70E96CAEFE89}" dt="2025-12-28T16:08:53.216" v="86" actId="164"/>
          <ac:picMkLst>
            <pc:docMk/>
            <pc:sldMk cId="964512089" sldId="256"/>
            <ac:picMk id="7" creationId="{417B585D-86B5-67CF-8B9B-FD721AB87F83}"/>
          </ac:picMkLst>
        </pc:picChg>
        <pc:picChg chg="add mod ord">
          <ac:chgData name="nada alshamsan" userId="f5abeb7a1ab79965" providerId="LiveId" clId="{DF78A89E-645E-4559-8A6B-70E96CAEFE89}" dt="2025-12-28T16:08:53.216" v="86" actId="164"/>
          <ac:picMkLst>
            <pc:docMk/>
            <pc:sldMk cId="964512089" sldId="256"/>
            <ac:picMk id="15" creationId="{242CDF33-CA6A-1DBB-62A2-A87033E1F520}"/>
          </ac:picMkLst>
        </pc:picChg>
      </pc:sldChg>
      <pc:sldChg chg="addSp delSp modSp add mod ord">
        <pc:chgData name="nada alshamsan" userId="f5abeb7a1ab79965" providerId="LiveId" clId="{DF78A89E-645E-4559-8A6B-70E96CAEFE89}" dt="2025-12-29T17:48:36.559" v="3191"/>
        <pc:sldMkLst>
          <pc:docMk/>
          <pc:sldMk cId="1691940125" sldId="278"/>
        </pc:sldMkLst>
        <pc:spChg chg="mod">
          <ac:chgData name="nada alshamsan" userId="f5abeb7a1ab79965" providerId="LiveId" clId="{DF78A89E-645E-4559-8A6B-70E96CAEFE89}" dt="2025-12-29T17:48:27.815" v="3189"/>
          <ac:spMkLst>
            <pc:docMk/>
            <pc:sldMk cId="1691940125" sldId="278"/>
            <ac:spMk id="2" creationId="{A5BB5ED7-D43B-114A-A4AA-3BC1BE6F9F34}"/>
          </ac:spMkLst>
        </pc:spChg>
        <pc:spChg chg="del">
          <ac:chgData name="nada alshamsan" userId="f5abeb7a1ab79965" providerId="LiveId" clId="{DF78A89E-645E-4559-8A6B-70E96CAEFE89}" dt="2025-12-29T06:59:25.334" v="830" actId="478"/>
          <ac:spMkLst>
            <pc:docMk/>
            <pc:sldMk cId="1691940125" sldId="278"/>
            <ac:spMk id="3" creationId="{3A7E810E-C21C-1F44-2E8B-65231383F2C6}"/>
          </ac:spMkLst>
        </pc:spChg>
        <pc:spChg chg="del">
          <ac:chgData name="nada alshamsan" userId="f5abeb7a1ab79965" providerId="LiveId" clId="{DF78A89E-645E-4559-8A6B-70E96CAEFE89}" dt="2025-12-29T06:59:26.791" v="831" actId="478"/>
          <ac:spMkLst>
            <pc:docMk/>
            <pc:sldMk cId="1691940125" sldId="278"/>
            <ac:spMk id="4" creationId="{7598D0C2-0BD6-46ED-C5CF-4C95EDBD501B}"/>
          </ac:spMkLst>
        </pc:spChg>
        <pc:spChg chg="del">
          <ac:chgData name="nada alshamsan" userId="f5abeb7a1ab79965" providerId="LiveId" clId="{DF78A89E-645E-4559-8A6B-70E96CAEFE89}" dt="2025-12-29T06:59:24.415" v="829" actId="478"/>
          <ac:spMkLst>
            <pc:docMk/>
            <pc:sldMk cId="1691940125" sldId="278"/>
            <ac:spMk id="5" creationId="{A742CD2D-7194-28DE-7EF7-607C7A4A13D2}"/>
          </ac:spMkLst>
        </pc:spChg>
        <pc:spChg chg="del">
          <ac:chgData name="nada alshamsan" userId="f5abeb7a1ab79965" providerId="LiveId" clId="{DF78A89E-645E-4559-8A6B-70E96CAEFE89}" dt="2025-12-29T06:59:27.915" v="832" actId="478"/>
          <ac:spMkLst>
            <pc:docMk/>
            <pc:sldMk cId="1691940125" sldId="278"/>
            <ac:spMk id="6" creationId="{34509867-F167-60F1-A306-BF4EBDDE10DF}"/>
          </ac:spMkLst>
        </pc:spChg>
        <pc:spChg chg="del">
          <ac:chgData name="nada alshamsan" userId="f5abeb7a1ab79965" providerId="LiveId" clId="{DF78A89E-645E-4559-8A6B-70E96CAEFE89}" dt="2025-12-29T06:59:22.779" v="828" actId="478"/>
          <ac:spMkLst>
            <pc:docMk/>
            <pc:sldMk cId="1691940125" sldId="278"/>
            <ac:spMk id="7" creationId="{88729B4B-5DFD-1536-9E8B-30456F84D9FE}"/>
          </ac:spMkLst>
        </pc:spChg>
        <pc:spChg chg="add del mod">
          <ac:chgData name="nada alshamsan" userId="f5abeb7a1ab79965" providerId="LiveId" clId="{DF78A89E-645E-4559-8A6B-70E96CAEFE89}" dt="2025-12-29T06:57:22.342" v="815" actId="478"/>
          <ac:spMkLst>
            <pc:docMk/>
            <pc:sldMk cId="1691940125" sldId="278"/>
            <ac:spMk id="12" creationId="{36964FD6-C559-2790-A72A-ED5845ED3C04}"/>
          </ac:spMkLst>
        </pc:spChg>
        <pc:spChg chg="mod">
          <ac:chgData name="nada alshamsan" userId="f5abeb7a1ab79965" providerId="LiveId" clId="{DF78A89E-645E-4559-8A6B-70E96CAEFE89}" dt="2025-12-29T07:03:03.717" v="874" actId="14100"/>
          <ac:spMkLst>
            <pc:docMk/>
            <pc:sldMk cId="1691940125" sldId="278"/>
            <ac:spMk id="14" creationId="{6E0B3E4E-A7B1-6535-AE39-57916340F600}"/>
          </ac:spMkLst>
        </pc:spChg>
        <pc:spChg chg="mod">
          <ac:chgData name="nada alshamsan" userId="f5abeb7a1ab79965" providerId="LiveId" clId="{DF78A89E-645E-4559-8A6B-70E96CAEFE89}" dt="2025-12-29T06:59:09.172" v="825" actId="1076"/>
          <ac:spMkLst>
            <pc:docMk/>
            <pc:sldMk cId="1691940125" sldId="278"/>
            <ac:spMk id="16" creationId="{2DB4E0D6-730A-180A-ED78-84FAC24372E3}"/>
          </ac:spMkLst>
        </pc:spChg>
        <pc:spChg chg="mod">
          <ac:chgData name="nada alshamsan" userId="f5abeb7a1ab79965" providerId="LiveId" clId="{DF78A89E-645E-4559-8A6B-70E96CAEFE89}" dt="2025-12-29T06:57:42.365" v="816"/>
          <ac:spMkLst>
            <pc:docMk/>
            <pc:sldMk cId="1691940125" sldId="278"/>
            <ac:spMk id="17" creationId="{118C8E85-6B7B-B7B7-8CB3-8C7846DDB181}"/>
          </ac:spMkLst>
        </pc:spChg>
        <pc:spChg chg="mod">
          <ac:chgData name="nada alshamsan" userId="f5abeb7a1ab79965" providerId="LiveId" clId="{DF78A89E-645E-4559-8A6B-70E96CAEFE89}" dt="2025-12-29T07:13:51.151" v="906" actId="20577"/>
          <ac:spMkLst>
            <pc:docMk/>
            <pc:sldMk cId="1691940125" sldId="278"/>
            <ac:spMk id="20" creationId="{A442D5A6-F822-38D8-121D-C7CBB87B3CE9}"/>
          </ac:spMkLst>
        </pc:spChg>
        <pc:spChg chg="mod">
          <ac:chgData name="nada alshamsan" userId="f5abeb7a1ab79965" providerId="LiveId" clId="{DF78A89E-645E-4559-8A6B-70E96CAEFE89}" dt="2025-12-29T07:13:16.507" v="885"/>
          <ac:spMkLst>
            <pc:docMk/>
            <pc:sldMk cId="1691940125" sldId="278"/>
            <ac:spMk id="22" creationId="{320FD20D-CDAD-F480-04C5-E76343904038}"/>
          </ac:spMkLst>
        </pc:spChg>
        <pc:spChg chg="mod">
          <ac:chgData name="nada alshamsan" userId="f5abeb7a1ab79965" providerId="LiveId" clId="{DF78A89E-645E-4559-8A6B-70E96CAEFE89}" dt="2025-12-29T07:13:16.507" v="885"/>
          <ac:spMkLst>
            <pc:docMk/>
            <pc:sldMk cId="1691940125" sldId="278"/>
            <ac:spMk id="23" creationId="{E579BE6E-3696-1DF8-3311-782F896C13FC}"/>
          </ac:spMkLst>
        </pc:spChg>
        <pc:spChg chg="add mod">
          <ac:chgData name="nada alshamsan" userId="f5abeb7a1ab79965" providerId="LiveId" clId="{DF78A89E-645E-4559-8A6B-70E96CAEFE89}" dt="2025-12-29T07:32:12.705" v="1222" actId="27636"/>
          <ac:spMkLst>
            <pc:docMk/>
            <pc:sldMk cId="1691940125" sldId="278"/>
            <ac:spMk id="25" creationId="{2F34B9BA-2BCC-A8A8-31D9-551F41AA67D2}"/>
          </ac:spMkLst>
        </pc:spChg>
        <pc:spChg chg="add mod">
          <ac:chgData name="nada alshamsan" userId="f5abeb7a1ab79965" providerId="LiveId" clId="{DF78A89E-645E-4559-8A6B-70E96CAEFE89}" dt="2025-12-29T07:31:17.187" v="1184" actId="207"/>
          <ac:spMkLst>
            <pc:docMk/>
            <pc:sldMk cId="1691940125" sldId="278"/>
            <ac:spMk id="27" creationId="{61BCB415-E90D-1399-4AD5-50B1CA413A21}"/>
          </ac:spMkLst>
        </pc:spChg>
        <pc:spChg chg="add del mod">
          <ac:chgData name="nada alshamsan" userId="f5abeb7a1ab79965" providerId="LiveId" clId="{DF78A89E-645E-4559-8A6B-70E96CAEFE89}" dt="2025-12-29T07:22:06.316" v="942"/>
          <ac:spMkLst>
            <pc:docMk/>
            <pc:sldMk cId="1691940125" sldId="278"/>
            <ac:spMk id="28" creationId="{D4CFE7B8-CD54-F16E-025B-5BE9DF78BA87}"/>
          </ac:spMkLst>
        </pc:spChg>
        <pc:spChg chg="add mod">
          <ac:chgData name="nada alshamsan" userId="f5abeb7a1ab79965" providerId="LiveId" clId="{DF78A89E-645E-4559-8A6B-70E96CAEFE89}" dt="2025-12-29T07:31:17.187" v="1184" actId="207"/>
          <ac:spMkLst>
            <pc:docMk/>
            <pc:sldMk cId="1691940125" sldId="278"/>
            <ac:spMk id="29" creationId="{83C188BD-F722-5804-B9C7-9FB1E234D97A}"/>
          </ac:spMkLst>
        </pc:spChg>
        <pc:spChg chg="add mod">
          <ac:chgData name="nada alshamsan" userId="f5abeb7a1ab79965" providerId="LiveId" clId="{DF78A89E-645E-4559-8A6B-70E96CAEFE89}" dt="2025-12-29T07:31:12.439" v="1183" actId="207"/>
          <ac:spMkLst>
            <pc:docMk/>
            <pc:sldMk cId="1691940125" sldId="278"/>
            <ac:spMk id="30" creationId="{3B8D6391-1A2C-1C0B-29A3-D6200FD529CD}"/>
          </ac:spMkLst>
        </pc:spChg>
        <pc:spChg chg="add mod">
          <ac:chgData name="nada alshamsan" userId="f5abeb7a1ab79965" providerId="LiveId" clId="{DF78A89E-645E-4559-8A6B-70E96CAEFE89}" dt="2025-12-29T07:33:14.933" v="1252" actId="313"/>
          <ac:spMkLst>
            <pc:docMk/>
            <pc:sldMk cId="1691940125" sldId="278"/>
            <ac:spMk id="40" creationId="{61029CED-CB2B-4353-8D3E-8B915B7E071B}"/>
          </ac:spMkLst>
        </pc:spChg>
        <pc:grpChg chg="add mod">
          <ac:chgData name="nada alshamsan" userId="f5abeb7a1ab79965" providerId="LiveId" clId="{DF78A89E-645E-4559-8A6B-70E96CAEFE89}" dt="2025-12-29T07:02:27.024" v="869" actId="164"/>
          <ac:grpSpMkLst>
            <pc:docMk/>
            <pc:sldMk cId="1691940125" sldId="278"/>
            <ac:grpSpMk id="13" creationId="{2B2165F1-8CA5-57C4-0B16-D9078D096793}"/>
          </ac:grpSpMkLst>
        </pc:grpChg>
        <pc:grpChg chg="add mod">
          <ac:chgData name="nada alshamsan" userId="f5abeb7a1ab79965" providerId="LiveId" clId="{DF78A89E-645E-4559-8A6B-70E96CAEFE89}" dt="2025-12-29T07:13:37.811" v="890" actId="164"/>
          <ac:grpSpMkLst>
            <pc:docMk/>
            <pc:sldMk cId="1691940125" sldId="278"/>
            <ac:grpSpMk id="18" creationId="{DA8BD159-00AD-FD29-3E08-F40865C9EC26}"/>
          </ac:grpSpMkLst>
        </pc:grpChg>
        <pc:grpChg chg="add mod">
          <ac:chgData name="nada alshamsan" userId="f5abeb7a1ab79965" providerId="LiveId" clId="{DF78A89E-645E-4559-8A6B-70E96CAEFE89}" dt="2025-12-29T07:13:37.811" v="890" actId="164"/>
          <ac:grpSpMkLst>
            <pc:docMk/>
            <pc:sldMk cId="1691940125" sldId="278"/>
            <ac:grpSpMk id="19" creationId="{42FD786F-7715-88D5-D8A3-A85AB89B67B0}"/>
          </ac:grpSpMkLst>
        </pc:grpChg>
        <pc:grpChg chg="mod">
          <ac:chgData name="nada alshamsan" userId="f5abeb7a1ab79965" providerId="LiveId" clId="{DF78A89E-645E-4559-8A6B-70E96CAEFE89}" dt="2025-12-29T07:13:16.507" v="885"/>
          <ac:grpSpMkLst>
            <pc:docMk/>
            <pc:sldMk cId="1691940125" sldId="278"/>
            <ac:grpSpMk id="21" creationId="{6E5049D0-EDDD-2C57-DDF1-F783AFD1AAA6}"/>
          </ac:grpSpMkLst>
        </pc:grpChg>
        <pc:grpChg chg="add mod">
          <ac:chgData name="nada alshamsan" userId="f5abeb7a1ab79965" providerId="LiveId" clId="{DF78A89E-645E-4559-8A6B-70E96CAEFE89}" dt="2025-12-29T07:14:10.406" v="909" actId="164"/>
          <ac:grpSpMkLst>
            <pc:docMk/>
            <pc:sldMk cId="1691940125" sldId="278"/>
            <ac:grpSpMk id="24" creationId="{6F928E92-F0CD-D333-C642-A9858F863A8D}"/>
          </ac:grpSpMkLst>
        </pc:grpChg>
        <pc:grpChg chg="add mod">
          <ac:chgData name="nada alshamsan" userId="f5abeb7a1ab79965" providerId="LiveId" clId="{DF78A89E-645E-4559-8A6B-70E96CAEFE89}" dt="2025-12-29T07:14:10.406" v="909" actId="164"/>
          <ac:grpSpMkLst>
            <pc:docMk/>
            <pc:sldMk cId="1691940125" sldId="278"/>
            <ac:grpSpMk id="26" creationId="{8FF47DE0-A8BA-536F-4CFD-03C8DB5CE988}"/>
          </ac:grpSpMkLst>
        </pc:grpChg>
        <pc:grpChg chg="add mod">
          <ac:chgData name="nada alshamsan" userId="f5abeb7a1ab79965" providerId="LiveId" clId="{DF78A89E-645E-4559-8A6B-70E96CAEFE89}" dt="2025-12-29T07:31:03.296" v="1181" actId="164"/>
          <ac:grpSpMkLst>
            <pc:docMk/>
            <pc:sldMk cId="1691940125" sldId="278"/>
            <ac:grpSpMk id="32" creationId="{7F28B4E7-EC69-43B2-6AE2-A0255E29C402}"/>
          </ac:grpSpMkLst>
        </pc:grpChg>
        <pc:grpChg chg="add mod">
          <ac:chgData name="nada alshamsan" userId="f5abeb7a1ab79965" providerId="LiveId" clId="{DF78A89E-645E-4559-8A6B-70E96CAEFE89}" dt="2025-12-29T07:31:03.296" v="1181" actId="164"/>
          <ac:grpSpMkLst>
            <pc:docMk/>
            <pc:sldMk cId="1691940125" sldId="278"/>
            <ac:grpSpMk id="34" creationId="{79542B3A-6D13-8647-5CB2-AAF493EA1D8B}"/>
          </ac:grpSpMkLst>
        </pc:grpChg>
        <pc:grpChg chg="add mod">
          <ac:chgData name="nada alshamsan" userId="f5abeb7a1ab79965" providerId="LiveId" clId="{DF78A89E-645E-4559-8A6B-70E96CAEFE89}" dt="2025-12-29T07:31:03.296" v="1181" actId="164"/>
          <ac:grpSpMkLst>
            <pc:docMk/>
            <pc:sldMk cId="1691940125" sldId="278"/>
            <ac:grpSpMk id="37" creationId="{ECAE842A-DCD1-0696-4738-C8541C86A7F3}"/>
          </ac:grpSpMkLst>
        </pc:grpChg>
        <pc:grpChg chg="add mod">
          <ac:chgData name="nada alshamsan" userId="f5abeb7a1ab79965" providerId="LiveId" clId="{DF78A89E-645E-4559-8A6B-70E96CAEFE89}" dt="2025-12-29T07:31:37.670" v="1185" actId="1076"/>
          <ac:grpSpMkLst>
            <pc:docMk/>
            <pc:sldMk cId="1691940125" sldId="278"/>
            <ac:grpSpMk id="38" creationId="{920FB60A-231E-D308-5285-F92A7B08EB5F}"/>
          </ac:grpSpMkLst>
        </pc:grpChg>
        <pc:picChg chg="del">
          <ac:chgData name="nada alshamsan" userId="f5abeb7a1ab79965" providerId="LiveId" clId="{DF78A89E-645E-4559-8A6B-70E96CAEFE89}" dt="2025-12-29T06:59:19.507" v="826" actId="478"/>
          <ac:picMkLst>
            <pc:docMk/>
            <pc:sldMk cId="1691940125" sldId="278"/>
            <ac:picMk id="8" creationId="{FACDDBBD-041D-B584-3C8D-E786E506A045}"/>
          </ac:picMkLst>
        </pc:picChg>
        <pc:picChg chg="del mod">
          <ac:chgData name="nada alshamsan" userId="f5abeb7a1ab79965" providerId="LiveId" clId="{DF78A89E-645E-4559-8A6B-70E96CAEFE89}" dt="2025-12-29T06:58:43.839" v="821" actId="478"/>
          <ac:picMkLst>
            <pc:docMk/>
            <pc:sldMk cId="1691940125" sldId="278"/>
            <ac:picMk id="9" creationId="{139733E5-D211-DD75-18C4-C38512990932}"/>
          </ac:picMkLst>
        </pc:picChg>
        <pc:picChg chg="del">
          <ac:chgData name="nada alshamsan" userId="f5abeb7a1ab79965" providerId="LiveId" clId="{DF78A89E-645E-4559-8A6B-70E96CAEFE89}" dt="2025-12-29T06:59:21.470" v="827" actId="478"/>
          <ac:picMkLst>
            <pc:docMk/>
            <pc:sldMk cId="1691940125" sldId="278"/>
            <ac:picMk id="10" creationId="{0B3AA508-5219-B2C6-EF39-13271B49D0D5}"/>
          </ac:picMkLst>
        </pc:picChg>
        <pc:picChg chg="add mod">
          <ac:chgData name="nada alshamsan" userId="f5abeb7a1ab79965" providerId="LiveId" clId="{DF78A89E-645E-4559-8A6B-70E96CAEFE89}" dt="2025-12-29T07:31:04.592" v="1182" actId="2085"/>
          <ac:picMkLst>
            <pc:docMk/>
            <pc:sldMk cId="1691940125" sldId="278"/>
            <ac:picMk id="31" creationId="{DFB6ACAA-0823-C68A-68DD-BF74B4ABBB58}"/>
          </ac:picMkLst>
        </pc:picChg>
        <pc:picChg chg="add mod">
          <ac:chgData name="nada alshamsan" userId="f5abeb7a1ab79965" providerId="LiveId" clId="{DF78A89E-645E-4559-8A6B-70E96CAEFE89}" dt="2025-12-29T07:31:04.592" v="1182" actId="2085"/>
          <ac:picMkLst>
            <pc:docMk/>
            <pc:sldMk cId="1691940125" sldId="278"/>
            <ac:picMk id="33" creationId="{F00ACD98-479B-4B4F-F840-3EEC1DBA9B88}"/>
          </ac:picMkLst>
        </pc:picChg>
        <pc:picChg chg="add del mod">
          <ac:chgData name="nada alshamsan" userId="f5abeb7a1ab79965" providerId="LiveId" clId="{DF78A89E-645E-4559-8A6B-70E96CAEFE89}" dt="2025-12-29T07:30:13.617" v="1142" actId="478"/>
          <ac:picMkLst>
            <pc:docMk/>
            <pc:sldMk cId="1691940125" sldId="278"/>
            <ac:picMk id="35" creationId="{DD60B60E-1541-C176-D7B0-CB5E097A1971}"/>
          </ac:picMkLst>
        </pc:picChg>
        <pc:picChg chg="add mod">
          <ac:chgData name="nada alshamsan" userId="f5abeb7a1ab79965" providerId="LiveId" clId="{DF78A89E-645E-4559-8A6B-70E96CAEFE89}" dt="2025-12-29T07:31:04.592" v="1182" actId="2085"/>
          <ac:picMkLst>
            <pc:docMk/>
            <pc:sldMk cId="1691940125" sldId="278"/>
            <ac:picMk id="36" creationId="{3AB73FEA-8C1A-C0D8-98DB-039EE3B6D211}"/>
          </ac:picMkLst>
        </pc:picChg>
      </pc:sldChg>
      <pc:sldChg chg="addSp delSp modSp add mod">
        <pc:chgData name="nada alshamsan" userId="f5abeb7a1ab79965" providerId="LiveId" clId="{DF78A89E-645E-4559-8A6B-70E96CAEFE89}" dt="2025-12-29T17:48:57.180" v="3243" actId="20577"/>
        <pc:sldMkLst>
          <pc:docMk/>
          <pc:sldMk cId="3135137193" sldId="336"/>
        </pc:sldMkLst>
        <pc:spChg chg="add mod">
          <ac:chgData name="nada alshamsan" userId="f5abeb7a1ab79965" providerId="LiveId" clId="{DF78A89E-645E-4559-8A6B-70E96CAEFE89}" dt="2025-12-28T16:21:12.440" v="800" actId="164"/>
          <ac:spMkLst>
            <pc:docMk/>
            <pc:sldMk cId="3135137193" sldId="336"/>
            <ac:spMk id="6" creationId="{5140CC26-098F-890B-AEBF-1FD1372585D3}"/>
          </ac:spMkLst>
        </pc:spChg>
        <pc:spChg chg="add mod">
          <ac:chgData name="nada alshamsan" userId="f5abeb7a1ab79965" providerId="LiveId" clId="{DF78A89E-645E-4559-8A6B-70E96CAEFE89}" dt="2025-12-28T16:21:34.444" v="803" actId="207"/>
          <ac:spMkLst>
            <pc:docMk/>
            <pc:sldMk cId="3135137193" sldId="336"/>
            <ac:spMk id="8" creationId="{73AEC548-BF16-6F31-1054-F8388D8D6890}"/>
          </ac:spMkLst>
        </pc:spChg>
        <pc:spChg chg="add mod">
          <ac:chgData name="nada alshamsan" userId="f5abeb7a1ab79965" providerId="LiveId" clId="{DF78A89E-645E-4559-8A6B-70E96CAEFE89}" dt="2025-12-29T17:48:40.295" v="3198" actId="20577"/>
          <ac:spMkLst>
            <pc:docMk/>
            <pc:sldMk cId="3135137193" sldId="336"/>
            <ac:spMk id="9" creationId="{1EE2D12D-3DD4-29F2-E54B-354FC0C2B1A6}"/>
          </ac:spMkLst>
        </pc:spChg>
        <pc:spChg chg="mod">
          <ac:chgData name="nada alshamsan" userId="f5abeb7a1ab79965" providerId="LiveId" clId="{DF78A89E-645E-4559-8A6B-70E96CAEFE89}" dt="2025-12-28T16:15:29.002" v="472" actId="403"/>
          <ac:spMkLst>
            <pc:docMk/>
            <pc:sldMk cId="3135137193" sldId="336"/>
            <ac:spMk id="10" creationId="{2C8D303C-420A-8401-661A-667D286FC4CD}"/>
          </ac:spMkLst>
        </pc:spChg>
        <pc:spChg chg="add mod">
          <ac:chgData name="nada alshamsan" userId="f5abeb7a1ab79965" providerId="LiveId" clId="{DF78A89E-645E-4559-8A6B-70E96CAEFE89}" dt="2025-12-29T17:48:43.178" v="3207" actId="20577"/>
          <ac:spMkLst>
            <pc:docMk/>
            <pc:sldMk cId="3135137193" sldId="336"/>
            <ac:spMk id="11" creationId="{67F27753-B179-3E8A-F5B9-14B1277E5718}"/>
          </ac:spMkLst>
        </pc:spChg>
        <pc:spChg chg="add mod">
          <ac:chgData name="nada alshamsan" userId="f5abeb7a1ab79965" providerId="LiveId" clId="{DF78A89E-645E-4559-8A6B-70E96CAEFE89}" dt="2025-12-29T17:48:57.180" v="3243" actId="20577"/>
          <ac:spMkLst>
            <pc:docMk/>
            <pc:sldMk cId="3135137193" sldId="336"/>
            <ac:spMk id="12" creationId="{9567E3D1-A38A-8C14-619F-31EC1A346D9B}"/>
          </ac:spMkLst>
        </pc:spChg>
        <pc:spChg chg="add mod">
          <ac:chgData name="nada alshamsan" userId="f5abeb7a1ab79965" providerId="LiveId" clId="{DF78A89E-645E-4559-8A6B-70E96CAEFE89}" dt="2025-12-29T17:48:53.808" v="3233" actId="20577"/>
          <ac:spMkLst>
            <pc:docMk/>
            <pc:sldMk cId="3135137193" sldId="336"/>
            <ac:spMk id="13" creationId="{C365C875-99F9-414F-9FE6-AF3086C8C41F}"/>
          </ac:spMkLst>
        </pc:spChg>
        <pc:spChg chg="add mod">
          <ac:chgData name="nada alshamsan" userId="f5abeb7a1ab79965" providerId="LiveId" clId="{DF78A89E-645E-4559-8A6B-70E96CAEFE89}" dt="2025-12-29T17:48:50.575" v="3224" actId="20577"/>
          <ac:spMkLst>
            <pc:docMk/>
            <pc:sldMk cId="3135137193" sldId="336"/>
            <ac:spMk id="14" creationId="{55B4CED7-1C5B-1CFB-3984-1283FFB783A5}"/>
          </ac:spMkLst>
        </pc:spChg>
        <pc:spChg chg="add mod">
          <ac:chgData name="nada alshamsan" userId="f5abeb7a1ab79965" providerId="LiveId" clId="{DF78A89E-645E-4559-8A6B-70E96CAEFE89}" dt="2025-12-29T17:48:47.185" v="3215" actId="20577"/>
          <ac:spMkLst>
            <pc:docMk/>
            <pc:sldMk cId="3135137193" sldId="336"/>
            <ac:spMk id="15" creationId="{2D106506-D8CE-5754-F54F-05614769CB53}"/>
          </ac:spMkLst>
        </pc:spChg>
        <pc:spChg chg="add mod">
          <ac:chgData name="nada alshamsan" userId="f5abeb7a1ab79965" providerId="LiveId" clId="{DF78A89E-645E-4559-8A6B-70E96CAEFE89}" dt="2025-12-28T16:21:12.440" v="800" actId="164"/>
          <ac:spMkLst>
            <pc:docMk/>
            <pc:sldMk cId="3135137193" sldId="336"/>
            <ac:spMk id="16" creationId="{915A4ACE-6349-BFFB-D249-2B95063AAE69}"/>
          </ac:spMkLst>
        </pc:spChg>
      </pc:sldChg>
      <pc:sldChg chg="delSp modSp add del mod">
        <pc:chgData name="nada alshamsan" userId="f5abeb7a1ab79965" providerId="LiveId" clId="{DF78A89E-645E-4559-8A6B-70E96CAEFE89}" dt="2025-12-29T12:57:50.870" v="1272" actId="478"/>
        <pc:sldMkLst>
          <pc:docMk/>
          <pc:sldMk cId="3664395245" sldId="1324"/>
        </pc:sldMkLst>
        <pc:spChg chg="del">
          <ac:chgData name="nada alshamsan" userId="f5abeb7a1ab79965" providerId="LiveId" clId="{DF78A89E-645E-4559-8A6B-70E96CAEFE89}" dt="2025-12-29T12:57:48.682" v="1270" actId="478"/>
          <ac:spMkLst>
            <pc:docMk/>
            <pc:sldMk cId="3664395245" sldId="1324"/>
            <ac:spMk id="3" creationId="{ABB2F3FA-47FC-E829-E60E-5E60F2FE7B27}"/>
          </ac:spMkLst>
        </pc:spChg>
        <pc:spChg chg="del">
          <ac:chgData name="nada alshamsan" userId="f5abeb7a1ab79965" providerId="LiveId" clId="{DF78A89E-645E-4559-8A6B-70E96CAEFE89}" dt="2025-12-29T12:57:47.869" v="1269" actId="478"/>
          <ac:spMkLst>
            <pc:docMk/>
            <pc:sldMk cId="3664395245" sldId="1324"/>
            <ac:spMk id="4" creationId="{C11B532E-4A82-284D-2BB8-E24C2D145812}"/>
          </ac:spMkLst>
        </pc:spChg>
        <pc:spChg chg="mod">
          <ac:chgData name="nada alshamsan" userId="f5abeb7a1ab79965" providerId="LiveId" clId="{DF78A89E-645E-4559-8A6B-70E96CAEFE89}" dt="2025-12-29T12:57:45.792" v="1268" actId="27636"/>
          <ac:spMkLst>
            <pc:docMk/>
            <pc:sldMk cId="3664395245" sldId="1324"/>
            <ac:spMk id="5" creationId="{EBC5DEA8-1530-AD53-AE3C-CE637AFD6969}"/>
          </ac:spMkLst>
        </pc:spChg>
        <pc:spChg chg="del mod">
          <ac:chgData name="nada alshamsan" userId="f5abeb7a1ab79965" providerId="LiveId" clId="{DF78A89E-645E-4559-8A6B-70E96CAEFE89}" dt="2025-12-29T12:57:50.870" v="1272" actId="478"/>
          <ac:spMkLst>
            <pc:docMk/>
            <pc:sldMk cId="3664395245" sldId="1324"/>
            <ac:spMk id="8" creationId="{F51DDF92-AB05-FBE1-98C5-10BB11EE1132}"/>
          </ac:spMkLst>
        </pc:spChg>
      </pc:sldChg>
      <pc:sldChg chg="addSp delSp modSp add mod setBg">
        <pc:chgData name="nada alshamsan" userId="f5abeb7a1ab79965" providerId="LiveId" clId="{DF78A89E-645E-4559-8A6B-70E96CAEFE89}" dt="2025-12-29T17:58:14.701" v="3313" actId="20577"/>
        <pc:sldMkLst>
          <pc:docMk/>
          <pc:sldMk cId="2972657283" sldId="1325"/>
        </pc:sldMkLst>
        <pc:spChg chg="mod">
          <ac:chgData name="nada alshamsan" userId="f5abeb7a1ab79965" providerId="LiveId" clId="{DF78A89E-645E-4559-8A6B-70E96CAEFE89}" dt="2025-12-29T17:48:27.815" v="3189"/>
          <ac:spMkLst>
            <pc:docMk/>
            <pc:sldMk cId="2972657283" sldId="1325"/>
            <ac:spMk id="2" creationId="{9616D3EA-3B84-737C-C798-974E398737F8}"/>
          </ac:spMkLst>
        </pc:spChg>
        <pc:spChg chg="add mod">
          <ac:chgData name="nada alshamsan" userId="f5abeb7a1ab79965" providerId="LiveId" clId="{DF78A89E-645E-4559-8A6B-70E96CAEFE89}" dt="2025-12-29T17:49:24.595" v="3245" actId="20577"/>
          <ac:spMkLst>
            <pc:docMk/>
            <pc:sldMk cId="2972657283" sldId="1325"/>
            <ac:spMk id="3" creationId="{8F0B5592-391B-0925-ADDE-EE86ECA5DC3B}"/>
          </ac:spMkLst>
        </pc:spChg>
        <pc:spChg chg="add mod">
          <ac:chgData name="nada alshamsan" userId="f5abeb7a1ab79965" providerId="LiveId" clId="{DF78A89E-645E-4559-8A6B-70E96CAEFE89}" dt="2025-12-29T17:58:14.701" v="3313" actId="20577"/>
          <ac:spMkLst>
            <pc:docMk/>
            <pc:sldMk cId="2972657283" sldId="1325"/>
            <ac:spMk id="4" creationId="{4E5908A2-BF4A-6F5F-C6A3-8260AB684EBD}"/>
          </ac:spMkLst>
        </pc:spChg>
        <pc:spChg chg="add mod">
          <ac:chgData name="nada alshamsan" userId="f5abeb7a1ab79965" providerId="LiveId" clId="{DF78A89E-645E-4559-8A6B-70E96CAEFE89}" dt="2025-12-29T13:16:51.156" v="1424" actId="164"/>
          <ac:spMkLst>
            <pc:docMk/>
            <pc:sldMk cId="2972657283" sldId="1325"/>
            <ac:spMk id="5" creationId="{81232D0A-817B-C627-A1C3-8CD214F0B307}"/>
          </ac:spMkLst>
        </pc:spChg>
        <pc:spChg chg="add mod">
          <ac:chgData name="nada alshamsan" userId="f5abeb7a1ab79965" providerId="LiveId" clId="{DF78A89E-645E-4559-8A6B-70E96CAEFE89}" dt="2025-12-29T13:16:51.156" v="1424" actId="164"/>
          <ac:spMkLst>
            <pc:docMk/>
            <pc:sldMk cId="2972657283" sldId="1325"/>
            <ac:spMk id="6" creationId="{E10955A1-E41A-B733-2CDD-1B59A52EBB9D}"/>
          </ac:spMkLst>
        </pc:spChg>
        <pc:spChg chg="add mod">
          <ac:chgData name="nada alshamsan" userId="f5abeb7a1ab79965" providerId="LiveId" clId="{DF78A89E-645E-4559-8A6B-70E96CAEFE89}" dt="2025-12-29T13:16:51.156" v="1424" actId="164"/>
          <ac:spMkLst>
            <pc:docMk/>
            <pc:sldMk cId="2972657283" sldId="1325"/>
            <ac:spMk id="7" creationId="{00025BAA-FF82-C9E2-7B72-2A04AA1873B7}"/>
          </ac:spMkLst>
        </pc:spChg>
        <pc:spChg chg="mod">
          <ac:chgData name="nada alshamsan" userId="f5abeb7a1ab79965" providerId="LiveId" clId="{DF78A89E-645E-4559-8A6B-70E96CAEFE89}" dt="2025-12-29T17:48:27.815" v="3189"/>
          <ac:spMkLst>
            <pc:docMk/>
            <pc:sldMk cId="2972657283" sldId="1325"/>
            <ac:spMk id="9" creationId="{FC356EFB-F558-977B-48AC-F7B5ADE15B2B}"/>
          </ac:spMkLst>
        </pc:spChg>
        <pc:spChg chg="mod">
          <ac:chgData name="nada alshamsan" userId="f5abeb7a1ab79965" providerId="LiveId" clId="{DF78A89E-645E-4559-8A6B-70E96CAEFE89}" dt="2025-12-29T17:58:03.449" v="3312" actId="20577"/>
          <ac:spMkLst>
            <pc:docMk/>
            <pc:sldMk cId="2972657283" sldId="1325"/>
            <ac:spMk id="12" creationId="{C925F483-355E-F73C-AC57-E313CE6C96A2}"/>
          </ac:spMkLst>
        </pc:spChg>
        <pc:spChg chg="mod">
          <ac:chgData name="nada alshamsan" userId="f5abeb7a1ab79965" providerId="LiveId" clId="{DF78A89E-645E-4559-8A6B-70E96CAEFE89}" dt="2025-12-29T17:57:53.978" v="3309" actId="27636"/>
          <ac:spMkLst>
            <pc:docMk/>
            <pc:sldMk cId="2972657283" sldId="1325"/>
            <ac:spMk id="14" creationId="{21C58791-B115-B157-8E3E-98DFC03DB5FB}"/>
          </ac:spMkLst>
        </pc:spChg>
        <pc:spChg chg="del">
          <ac:chgData name="nada alshamsan" userId="f5abeb7a1ab79965" providerId="LiveId" clId="{DF78A89E-645E-4559-8A6B-70E96CAEFE89}" dt="2025-12-29T17:46:24.126" v="3179" actId="478"/>
          <ac:spMkLst>
            <pc:docMk/>
            <pc:sldMk cId="2972657283" sldId="1325"/>
            <ac:spMk id="16" creationId="{FE119A48-1D91-012C-C8B7-3BC6995DEF9F}"/>
          </ac:spMkLst>
        </pc:spChg>
        <pc:spChg chg="del">
          <ac:chgData name="nada alshamsan" userId="f5abeb7a1ab79965" providerId="LiveId" clId="{DF78A89E-645E-4559-8A6B-70E96CAEFE89}" dt="2025-12-29T17:46:26.777" v="3180" actId="478"/>
          <ac:spMkLst>
            <pc:docMk/>
            <pc:sldMk cId="2972657283" sldId="1325"/>
            <ac:spMk id="17" creationId="{777E0CC6-3362-EE1A-60CC-723AB1A9EE29}"/>
          </ac:spMkLst>
        </pc:spChg>
        <pc:spChg chg="add mod">
          <ac:chgData name="nada alshamsan" userId="f5abeb7a1ab79965" providerId="LiveId" clId="{DF78A89E-645E-4559-8A6B-70E96CAEFE89}" dt="2025-12-29T17:46:28.029" v="3181"/>
          <ac:spMkLst>
            <pc:docMk/>
            <pc:sldMk cId="2972657283" sldId="1325"/>
            <ac:spMk id="19" creationId="{0E3FA94E-BDFF-846D-8CD6-99DE0EB5FDA7}"/>
          </ac:spMkLst>
        </pc:spChg>
        <pc:spChg chg="del mod">
          <ac:chgData name="nada alshamsan" userId="f5abeb7a1ab79965" providerId="LiveId" clId="{DF78A89E-645E-4559-8A6B-70E96CAEFE89}" dt="2025-12-29T13:10:03.244" v="1295" actId="478"/>
          <ac:spMkLst>
            <pc:docMk/>
            <pc:sldMk cId="2972657283" sldId="1325"/>
            <ac:spMk id="20" creationId="{CA8E0F62-73AC-38CD-0833-19372615ED62}"/>
          </ac:spMkLst>
        </pc:spChg>
        <pc:spChg chg="add mod">
          <ac:chgData name="nada alshamsan" userId="f5abeb7a1ab79965" providerId="LiveId" clId="{DF78A89E-645E-4559-8A6B-70E96CAEFE89}" dt="2025-12-29T17:46:28.029" v="3181"/>
          <ac:spMkLst>
            <pc:docMk/>
            <pc:sldMk cId="2972657283" sldId="1325"/>
            <ac:spMk id="20" creationId="{EF2A63A9-FEE7-A22E-0C4C-BA04F8337417}"/>
          </ac:spMkLst>
        </pc:spChg>
        <pc:spChg chg="add del mod">
          <ac:chgData name="nada alshamsan" userId="f5abeb7a1ab79965" providerId="LiveId" clId="{DF78A89E-645E-4559-8A6B-70E96CAEFE89}" dt="2025-12-29T17:46:35.253" v="3184" actId="21"/>
          <ac:spMkLst>
            <pc:docMk/>
            <pc:sldMk cId="2972657283" sldId="1325"/>
            <ac:spMk id="21" creationId="{B2C0B953-5041-9BC7-2104-894AA95CA53C}"/>
          </ac:spMkLst>
        </pc:spChg>
        <pc:spChg chg="add del mod">
          <ac:chgData name="nada alshamsan" userId="f5abeb7a1ab79965" providerId="LiveId" clId="{DF78A89E-645E-4559-8A6B-70E96CAEFE89}" dt="2025-12-29T17:46:35.253" v="3184" actId="21"/>
          <ac:spMkLst>
            <pc:docMk/>
            <pc:sldMk cId="2972657283" sldId="1325"/>
            <ac:spMk id="22" creationId="{AF03CC9C-BD21-388B-0825-A3B8D1D8EDA5}"/>
          </ac:spMkLst>
        </pc:spChg>
        <pc:spChg chg="del">
          <ac:chgData name="nada alshamsan" userId="f5abeb7a1ab79965" providerId="LiveId" clId="{DF78A89E-645E-4559-8A6B-70E96CAEFE89}" dt="2025-12-29T13:10:06.391" v="1296" actId="478"/>
          <ac:spMkLst>
            <pc:docMk/>
            <pc:sldMk cId="2972657283" sldId="1325"/>
            <ac:spMk id="22" creationId="{E6BD121D-4582-1C6F-9E02-2E9DA446CFFB}"/>
          </ac:spMkLst>
        </pc:spChg>
        <pc:spChg chg="del">
          <ac:chgData name="nada alshamsan" userId="f5abeb7a1ab79965" providerId="LiveId" clId="{DF78A89E-645E-4559-8A6B-70E96CAEFE89}" dt="2025-12-29T13:10:07.969" v="1297" actId="478"/>
          <ac:spMkLst>
            <pc:docMk/>
            <pc:sldMk cId="2972657283" sldId="1325"/>
            <ac:spMk id="23" creationId="{4BB68090-33A6-C6CF-44A9-CF50B5BD35E1}"/>
          </ac:spMkLst>
        </pc:spChg>
        <pc:spChg chg="add mod">
          <ac:chgData name="nada alshamsan" userId="f5abeb7a1ab79965" providerId="LiveId" clId="{DF78A89E-645E-4559-8A6B-70E96CAEFE89}" dt="2025-12-29T17:46:40.096" v="3187"/>
          <ac:spMkLst>
            <pc:docMk/>
            <pc:sldMk cId="2972657283" sldId="1325"/>
            <ac:spMk id="23" creationId="{B2C0B953-5041-9BC7-2104-894AA95CA53C}"/>
          </ac:spMkLst>
        </pc:spChg>
        <pc:spChg chg="del mod topLvl">
          <ac:chgData name="nada alshamsan" userId="f5abeb7a1ab79965" providerId="LiveId" clId="{DF78A89E-645E-4559-8A6B-70E96CAEFE89}" dt="2025-12-29T13:10:15.938" v="1300" actId="478"/>
          <ac:spMkLst>
            <pc:docMk/>
            <pc:sldMk cId="2972657283" sldId="1325"/>
            <ac:spMk id="25" creationId="{94BDA544-5F47-3B25-9593-77E23922F272}"/>
          </ac:spMkLst>
        </pc:spChg>
        <pc:spChg chg="add mod">
          <ac:chgData name="nada alshamsan" userId="f5abeb7a1ab79965" providerId="LiveId" clId="{DF78A89E-645E-4559-8A6B-70E96CAEFE89}" dt="2025-12-29T17:46:40.096" v="3187"/>
          <ac:spMkLst>
            <pc:docMk/>
            <pc:sldMk cId="2972657283" sldId="1325"/>
            <ac:spMk id="25" creationId="{AF03CC9C-BD21-388B-0825-A3B8D1D8EDA5}"/>
          </ac:spMkLst>
        </pc:spChg>
        <pc:spChg chg="del mod">
          <ac:chgData name="nada alshamsan" userId="f5abeb7a1ab79965" providerId="LiveId" clId="{DF78A89E-645E-4559-8A6B-70E96CAEFE89}" dt="2025-12-29T17:46:37.292" v="3185" actId="478"/>
          <ac:spMkLst>
            <pc:docMk/>
            <pc:sldMk cId="2972657283" sldId="1325"/>
            <ac:spMk id="35" creationId="{9E535815-C095-1160-5FEB-29E602FB2796}"/>
          </ac:spMkLst>
        </pc:spChg>
        <pc:spChg chg="del mod">
          <ac:chgData name="nada alshamsan" userId="f5abeb7a1ab79965" providerId="LiveId" clId="{DF78A89E-645E-4559-8A6B-70E96CAEFE89}" dt="2025-12-29T17:46:38.897" v="3186" actId="478"/>
          <ac:spMkLst>
            <pc:docMk/>
            <pc:sldMk cId="2972657283" sldId="1325"/>
            <ac:spMk id="39" creationId="{103D3498-6FEC-A2F1-995F-53898FACBCC1}"/>
          </ac:spMkLst>
        </pc:spChg>
        <pc:spChg chg="del">
          <ac:chgData name="nada alshamsan" userId="f5abeb7a1ab79965" providerId="LiveId" clId="{DF78A89E-645E-4559-8A6B-70E96CAEFE89}" dt="2025-12-29T13:10:17.070" v="1301" actId="478"/>
          <ac:spMkLst>
            <pc:docMk/>
            <pc:sldMk cId="2972657283" sldId="1325"/>
            <ac:spMk id="40" creationId="{35342276-CD64-309F-2153-A3094BC7CAEB}"/>
          </ac:spMkLst>
        </pc:spChg>
        <pc:spChg chg="add mod">
          <ac:chgData name="nada alshamsan" userId="f5abeb7a1ab79965" providerId="LiveId" clId="{DF78A89E-645E-4559-8A6B-70E96CAEFE89}" dt="2025-12-29T13:23:02.232" v="1557" actId="108"/>
          <ac:spMkLst>
            <pc:docMk/>
            <pc:sldMk cId="2972657283" sldId="1325"/>
            <ac:spMk id="42" creationId="{BC29E991-D859-8291-17DB-35018428F937}"/>
          </ac:spMkLst>
        </pc:spChg>
        <pc:spChg chg="add mod">
          <ac:chgData name="nada alshamsan" userId="f5abeb7a1ab79965" providerId="LiveId" clId="{DF78A89E-645E-4559-8A6B-70E96CAEFE89}" dt="2025-12-29T13:23:21.251" v="1559"/>
          <ac:spMkLst>
            <pc:docMk/>
            <pc:sldMk cId="2972657283" sldId="1325"/>
            <ac:spMk id="43" creationId="{6857DBA7-7E6F-8427-8E66-8EF58D5166A8}"/>
          </ac:spMkLst>
        </pc:spChg>
        <pc:spChg chg="add mod">
          <ac:chgData name="nada alshamsan" userId="f5abeb7a1ab79965" providerId="LiveId" clId="{DF78A89E-645E-4559-8A6B-70E96CAEFE89}" dt="2025-12-29T13:23:45.790" v="1563"/>
          <ac:spMkLst>
            <pc:docMk/>
            <pc:sldMk cId="2972657283" sldId="1325"/>
            <ac:spMk id="44" creationId="{AAD20E39-F705-EA53-6FF4-904F5EFD3F13}"/>
          </ac:spMkLst>
        </pc:spChg>
        <pc:spChg chg="add mod">
          <ac:chgData name="nada alshamsan" userId="f5abeb7a1ab79965" providerId="LiveId" clId="{DF78A89E-645E-4559-8A6B-70E96CAEFE89}" dt="2025-12-29T13:24:02.207" v="1565"/>
          <ac:spMkLst>
            <pc:docMk/>
            <pc:sldMk cId="2972657283" sldId="1325"/>
            <ac:spMk id="45" creationId="{377B7B7C-B0C4-5B76-9BD5-77244818D9E0}"/>
          </ac:spMkLst>
        </pc:spChg>
        <pc:spChg chg="add mod">
          <ac:chgData name="nada alshamsan" userId="f5abeb7a1ab79965" providerId="LiveId" clId="{DF78A89E-645E-4559-8A6B-70E96CAEFE89}" dt="2025-12-29T13:24:32.918" v="1568"/>
          <ac:spMkLst>
            <pc:docMk/>
            <pc:sldMk cId="2972657283" sldId="1325"/>
            <ac:spMk id="46" creationId="{F7C0B2CB-CA3F-48BB-AEC3-8411EDB18FA5}"/>
          </ac:spMkLst>
        </pc:spChg>
        <pc:grpChg chg="add mod">
          <ac:chgData name="nada alshamsan" userId="f5abeb7a1ab79965" providerId="LiveId" clId="{DF78A89E-645E-4559-8A6B-70E96CAEFE89}" dt="2025-12-29T13:20:47.141" v="1542" actId="1035"/>
          <ac:grpSpMkLst>
            <pc:docMk/>
            <pc:sldMk cId="2972657283" sldId="1325"/>
            <ac:grpSpMk id="8" creationId="{1D093B7E-93E2-9A9E-38DB-B9B46098F1A8}"/>
          </ac:grpSpMkLst>
        </pc:grpChg>
        <pc:grpChg chg="del mod">
          <ac:chgData name="nada alshamsan" userId="f5abeb7a1ab79965" providerId="LiveId" clId="{DF78A89E-645E-4559-8A6B-70E96CAEFE89}" dt="2025-12-29T17:46:38.897" v="3186" actId="478"/>
          <ac:grpSpMkLst>
            <pc:docMk/>
            <pc:sldMk cId="2972657283" sldId="1325"/>
            <ac:grpSpMk id="10" creationId="{29F99085-8AD3-9255-6EB4-C9419DEABD7C}"/>
          </ac:grpSpMkLst>
        </pc:grpChg>
        <pc:grpChg chg="del">
          <ac:chgData name="nada alshamsan" userId="f5abeb7a1ab79965" providerId="LiveId" clId="{DF78A89E-645E-4559-8A6B-70E96CAEFE89}" dt="2025-12-29T17:46:24.126" v="3179" actId="478"/>
          <ac:grpSpMkLst>
            <pc:docMk/>
            <pc:sldMk cId="2972657283" sldId="1325"/>
            <ac:grpSpMk id="13" creationId="{345B6FDE-FAC3-6BF4-C989-A6D7AECBEFAA}"/>
          </ac:grpSpMkLst>
        </pc:grpChg>
        <pc:grpChg chg="del">
          <ac:chgData name="nada alshamsan" userId="f5abeb7a1ab79965" providerId="LiveId" clId="{DF78A89E-645E-4559-8A6B-70E96CAEFE89}" dt="2025-12-29T17:46:26.777" v="3180" actId="478"/>
          <ac:grpSpMkLst>
            <pc:docMk/>
            <pc:sldMk cId="2972657283" sldId="1325"/>
            <ac:grpSpMk id="18" creationId="{18474CFE-AB52-6FD4-BCAD-29B5D5D4BC9D}"/>
          </ac:grpSpMkLst>
        </pc:grpChg>
        <pc:grpChg chg="del">
          <ac:chgData name="nada alshamsan" userId="f5abeb7a1ab79965" providerId="LiveId" clId="{DF78A89E-645E-4559-8A6B-70E96CAEFE89}" dt="2025-12-29T13:10:03.244" v="1295" actId="478"/>
          <ac:grpSpMkLst>
            <pc:docMk/>
            <pc:sldMk cId="2972657283" sldId="1325"/>
            <ac:grpSpMk id="19" creationId="{1A6A395A-68DA-7C1E-9D01-9225DFC2D8C1}"/>
          </ac:grpSpMkLst>
        </pc:grpChg>
        <pc:grpChg chg="del">
          <ac:chgData name="nada alshamsan" userId="f5abeb7a1ab79965" providerId="LiveId" clId="{DF78A89E-645E-4559-8A6B-70E96CAEFE89}" dt="2025-12-29T13:10:06.391" v="1296" actId="478"/>
          <ac:grpSpMkLst>
            <pc:docMk/>
            <pc:sldMk cId="2972657283" sldId="1325"/>
            <ac:grpSpMk id="21" creationId="{388DD149-5EAA-1FE7-AA3E-E784A18BCB0E}"/>
          </ac:grpSpMkLst>
        </pc:grpChg>
        <pc:grpChg chg="mod topLvl">
          <ac:chgData name="nada alshamsan" userId="f5abeb7a1ab79965" providerId="LiveId" clId="{DF78A89E-645E-4559-8A6B-70E96CAEFE89}" dt="2025-12-29T13:20:30.736" v="1522" actId="1035"/>
          <ac:grpSpMkLst>
            <pc:docMk/>
            <pc:sldMk cId="2972657283" sldId="1325"/>
            <ac:grpSpMk id="24" creationId="{FF8AC6F9-94C6-0A26-3B69-D8E3C592A0B0}"/>
          </ac:grpSpMkLst>
        </pc:grpChg>
        <pc:grpChg chg="del">
          <ac:chgData name="nada alshamsan" userId="f5abeb7a1ab79965" providerId="LiveId" clId="{DF78A89E-645E-4559-8A6B-70E96CAEFE89}" dt="2025-12-29T13:10:15.938" v="1300" actId="478"/>
          <ac:grpSpMkLst>
            <pc:docMk/>
            <pc:sldMk cId="2972657283" sldId="1325"/>
            <ac:grpSpMk id="26" creationId="{F2E04C58-5028-1D26-0CBD-0A5F5EBA80B6}"/>
          </ac:grpSpMkLst>
        </pc:grpChg>
        <pc:grpChg chg="del mod">
          <ac:chgData name="nada alshamsan" userId="f5abeb7a1ab79965" providerId="LiveId" clId="{DF78A89E-645E-4559-8A6B-70E96CAEFE89}" dt="2025-12-29T17:46:37.292" v="3185" actId="478"/>
          <ac:grpSpMkLst>
            <pc:docMk/>
            <pc:sldMk cId="2972657283" sldId="1325"/>
            <ac:grpSpMk id="28" creationId="{49FB8328-5880-327A-F843-E1FACF8936D6}"/>
          </ac:grpSpMkLst>
        </pc:grpChg>
        <pc:grpChg chg="del mod">
          <ac:chgData name="nada alshamsan" userId="f5abeb7a1ab79965" providerId="LiveId" clId="{DF78A89E-645E-4559-8A6B-70E96CAEFE89}" dt="2025-12-29T13:10:13.144" v="1299" actId="478"/>
          <ac:grpSpMkLst>
            <pc:docMk/>
            <pc:sldMk cId="2972657283" sldId="1325"/>
            <ac:grpSpMk id="38" creationId="{5C3D7653-57C2-C5B0-C737-6BAF0C49B8C5}"/>
          </ac:grpSpMkLst>
        </pc:grpChg>
        <pc:grpChg chg="add mod">
          <ac:chgData name="nada alshamsan" userId="f5abeb7a1ab79965" providerId="LiveId" clId="{DF78A89E-645E-4559-8A6B-70E96CAEFE89}" dt="2025-12-29T17:49:19.797" v="3244" actId="14100"/>
          <ac:grpSpMkLst>
            <pc:docMk/>
            <pc:sldMk cId="2972657283" sldId="1325"/>
            <ac:grpSpMk id="41" creationId="{CC4E75A2-4B55-385B-0A2B-4A536BD1C947}"/>
          </ac:grpSpMkLst>
        </pc:grpChg>
        <pc:grpChg chg="add mod">
          <ac:chgData name="nada alshamsan" userId="f5abeb7a1ab79965" providerId="LiveId" clId="{DF78A89E-645E-4559-8A6B-70E96CAEFE89}" dt="2025-12-29T13:20:51.435" v="1549" actId="1035"/>
          <ac:grpSpMkLst>
            <pc:docMk/>
            <pc:sldMk cId="2972657283" sldId="1325"/>
            <ac:grpSpMk id="47" creationId="{AB8AF187-92C2-272E-A683-989958BC21D7}"/>
          </ac:grpSpMkLst>
        </pc:grpChg>
      </pc:sldChg>
      <pc:sldChg chg="addSp delSp modSp add mod">
        <pc:chgData name="nada alshamsan" userId="f5abeb7a1ab79965" providerId="LiveId" clId="{DF78A89E-645E-4559-8A6B-70E96CAEFE89}" dt="2025-12-29T18:00:17.761" v="3325" actId="20577"/>
        <pc:sldMkLst>
          <pc:docMk/>
          <pc:sldMk cId="3004039353" sldId="1326"/>
        </pc:sldMkLst>
        <pc:spChg chg="mod">
          <ac:chgData name="nada alshamsan" userId="f5abeb7a1ab79965" providerId="LiveId" clId="{DF78A89E-645E-4559-8A6B-70E96CAEFE89}" dt="2025-12-29T17:59:53.615" v="3324" actId="403"/>
          <ac:spMkLst>
            <pc:docMk/>
            <pc:sldMk cId="3004039353" sldId="1326"/>
            <ac:spMk id="2" creationId="{5EB91514-6E17-5B4D-02C1-F2AEFE603A7A}"/>
          </ac:spMkLst>
        </pc:spChg>
        <pc:spChg chg="mod ord topLvl">
          <ac:chgData name="nada alshamsan" userId="f5abeb7a1ab79965" providerId="LiveId" clId="{DF78A89E-645E-4559-8A6B-70E96CAEFE89}" dt="2025-12-29T17:59:49.912" v="3323" actId="255"/>
          <ac:spMkLst>
            <pc:docMk/>
            <pc:sldMk cId="3004039353" sldId="1326"/>
            <ac:spMk id="3" creationId="{66782D90-0D9B-5713-5AD6-8A2ADD545F43}"/>
          </ac:spMkLst>
        </pc:spChg>
        <pc:spChg chg="del mod ord topLvl">
          <ac:chgData name="nada alshamsan" userId="f5abeb7a1ab79965" providerId="LiveId" clId="{DF78A89E-645E-4559-8A6B-70E96CAEFE89}" dt="2025-12-29T13:33:10.480" v="1645" actId="478"/>
          <ac:spMkLst>
            <pc:docMk/>
            <pc:sldMk cId="3004039353" sldId="1326"/>
            <ac:spMk id="4" creationId="{CAF32779-145E-2C46-2CDB-A13E0CE257E0}"/>
          </ac:spMkLst>
        </pc:spChg>
        <pc:spChg chg="del">
          <ac:chgData name="nada alshamsan" userId="f5abeb7a1ab79965" providerId="LiveId" clId="{DF78A89E-645E-4559-8A6B-70E96CAEFE89}" dt="2025-12-29T13:28:26.769" v="1582" actId="478"/>
          <ac:spMkLst>
            <pc:docMk/>
            <pc:sldMk cId="3004039353" sldId="1326"/>
            <ac:spMk id="5" creationId="{3B0443AE-C33E-E38D-3FF9-27FD4966FF00}"/>
          </ac:spMkLst>
        </pc:spChg>
        <pc:spChg chg="add mod">
          <ac:chgData name="nada alshamsan" userId="f5abeb7a1ab79965" providerId="LiveId" clId="{DF78A89E-645E-4559-8A6B-70E96CAEFE89}" dt="2025-12-29T16:27:56.001" v="2587" actId="1076"/>
          <ac:spMkLst>
            <pc:docMk/>
            <pc:sldMk cId="3004039353" sldId="1326"/>
            <ac:spMk id="5" creationId="{AEE31B14-B5BE-AF2D-9361-EE53ECF09E88}"/>
          </ac:spMkLst>
        </pc:spChg>
        <pc:spChg chg="del">
          <ac:chgData name="nada alshamsan" userId="f5abeb7a1ab79965" providerId="LiveId" clId="{DF78A89E-645E-4559-8A6B-70E96CAEFE89}" dt="2025-12-29T13:28:28.987" v="1583" actId="478"/>
          <ac:spMkLst>
            <pc:docMk/>
            <pc:sldMk cId="3004039353" sldId="1326"/>
            <ac:spMk id="6" creationId="{38D9EF3C-0B37-110E-D0AB-02867B984C0C}"/>
          </ac:spMkLst>
        </pc:spChg>
        <pc:spChg chg="add mod">
          <ac:chgData name="nada alshamsan" userId="f5abeb7a1ab79965" providerId="LiveId" clId="{DF78A89E-645E-4559-8A6B-70E96CAEFE89}" dt="2025-12-29T17:46:16" v="3178"/>
          <ac:spMkLst>
            <pc:docMk/>
            <pc:sldMk cId="3004039353" sldId="1326"/>
            <ac:spMk id="6" creationId="{DA5F641B-8F37-E405-213A-939405B2A872}"/>
          </ac:spMkLst>
        </pc:spChg>
        <pc:spChg chg="add mod">
          <ac:chgData name="nada alshamsan" userId="f5abeb7a1ab79965" providerId="LiveId" clId="{DF78A89E-645E-4559-8A6B-70E96CAEFE89}" dt="2025-12-29T17:46:16" v="3178"/>
          <ac:spMkLst>
            <pc:docMk/>
            <pc:sldMk cId="3004039353" sldId="1326"/>
            <ac:spMk id="7" creationId="{53F1B26A-6FAA-1E6D-0AB3-0385C8960BB7}"/>
          </ac:spMkLst>
        </pc:spChg>
        <pc:spChg chg="del">
          <ac:chgData name="nada alshamsan" userId="f5abeb7a1ab79965" providerId="LiveId" clId="{DF78A89E-645E-4559-8A6B-70E96CAEFE89}" dt="2025-12-29T13:28:30.203" v="1584" actId="478"/>
          <ac:spMkLst>
            <pc:docMk/>
            <pc:sldMk cId="3004039353" sldId="1326"/>
            <ac:spMk id="7" creationId="{83DD516E-1C36-648B-3C5C-9E4FF6489B92}"/>
          </ac:spMkLst>
        </pc:spChg>
        <pc:spChg chg="mod">
          <ac:chgData name="nada alshamsan" userId="f5abeb7a1ab79965" providerId="LiveId" clId="{DF78A89E-645E-4559-8A6B-70E96CAEFE89}" dt="2025-12-29T17:59:38.656" v="3322" actId="27636"/>
          <ac:spMkLst>
            <pc:docMk/>
            <pc:sldMk cId="3004039353" sldId="1326"/>
            <ac:spMk id="14" creationId="{7ECEE6F2-1A17-72C0-3384-4F6EFE652836}"/>
          </ac:spMkLst>
        </pc:spChg>
        <pc:spChg chg="del">
          <ac:chgData name="nada alshamsan" userId="f5abeb7a1ab79965" providerId="LiveId" clId="{DF78A89E-645E-4559-8A6B-70E96CAEFE89}" dt="2025-12-29T17:46:13.499" v="3176" actId="478"/>
          <ac:spMkLst>
            <pc:docMk/>
            <pc:sldMk cId="3004039353" sldId="1326"/>
            <ac:spMk id="16" creationId="{3573EF9C-E2CA-5013-F696-DEEDF7D7C40E}"/>
          </ac:spMkLst>
        </pc:spChg>
        <pc:spChg chg="del">
          <ac:chgData name="nada alshamsan" userId="f5abeb7a1ab79965" providerId="LiveId" clId="{DF78A89E-645E-4559-8A6B-70E96CAEFE89}" dt="2025-12-29T17:46:15.017" v="3177" actId="478"/>
          <ac:spMkLst>
            <pc:docMk/>
            <pc:sldMk cId="3004039353" sldId="1326"/>
            <ac:spMk id="17" creationId="{9EA5FA53-B4A3-4734-B8C9-436BA084F6E1}"/>
          </ac:spMkLst>
        </pc:spChg>
        <pc:spChg chg="add mod ord">
          <ac:chgData name="nada alshamsan" userId="f5abeb7a1ab79965" providerId="LiveId" clId="{DF78A89E-645E-4559-8A6B-70E96CAEFE89}" dt="2025-12-29T13:44:49.213" v="1756" actId="14100"/>
          <ac:spMkLst>
            <pc:docMk/>
            <pc:sldMk cId="3004039353" sldId="1326"/>
            <ac:spMk id="19" creationId="{73A74F05-6468-F34B-1F31-C42CB7A0384E}"/>
          </ac:spMkLst>
        </pc:spChg>
        <pc:spChg chg="add del mod">
          <ac:chgData name="nada alshamsan" userId="f5abeb7a1ab79965" providerId="LiveId" clId="{DF78A89E-645E-4559-8A6B-70E96CAEFE89}" dt="2025-12-29T13:30:38.476" v="1610"/>
          <ac:spMkLst>
            <pc:docMk/>
            <pc:sldMk cId="3004039353" sldId="1326"/>
            <ac:spMk id="21" creationId="{D981EB13-16A2-C010-ED05-7C65BB6F3E58}"/>
          </ac:spMkLst>
        </pc:spChg>
        <pc:spChg chg="add del">
          <ac:chgData name="nada alshamsan" userId="f5abeb7a1ab79965" providerId="LiveId" clId="{DF78A89E-645E-4559-8A6B-70E96CAEFE89}" dt="2025-12-29T13:30:38.474" v="1608" actId="22"/>
          <ac:spMkLst>
            <pc:docMk/>
            <pc:sldMk cId="3004039353" sldId="1326"/>
            <ac:spMk id="23" creationId="{92489B7F-C7CF-04EA-AB7A-2C17F2AD8029}"/>
          </ac:spMkLst>
        </pc:spChg>
        <pc:spChg chg="add del mod">
          <ac:chgData name="nada alshamsan" userId="f5abeb7a1ab79965" providerId="LiveId" clId="{DF78A89E-645E-4559-8A6B-70E96CAEFE89}" dt="2025-12-29T13:35:10.299" v="1666" actId="478"/>
          <ac:spMkLst>
            <pc:docMk/>
            <pc:sldMk cId="3004039353" sldId="1326"/>
            <ac:spMk id="26" creationId="{D93A0409-1FCF-50F4-7FC5-5F2688EAE3CE}"/>
          </ac:spMkLst>
        </pc:spChg>
        <pc:spChg chg="add mod ord">
          <ac:chgData name="nada alshamsan" userId="f5abeb7a1ab79965" providerId="LiveId" clId="{DF78A89E-645E-4559-8A6B-70E96CAEFE89}" dt="2025-12-29T18:00:17.761" v="3325" actId="20577"/>
          <ac:spMkLst>
            <pc:docMk/>
            <pc:sldMk cId="3004039353" sldId="1326"/>
            <ac:spMk id="27" creationId="{C3C42449-31F5-31A5-D9C4-1E203A47FB60}"/>
          </ac:spMkLst>
        </pc:spChg>
        <pc:spChg chg="add mod">
          <ac:chgData name="nada alshamsan" userId="f5abeb7a1ab79965" providerId="LiveId" clId="{DF78A89E-645E-4559-8A6B-70E96CAEFE89}" dt="2025-12-29T17:59:49.912" v="3323" actId="255"/>
          <ac:spMkLst>
            <pc:docMk/>
            <pc:sldMk cId="3004039353" sldId="1326"/>
            <ac:spMk id="29" creationId="{579AD8A9-F0D7-8404-6F92-2B9C58C92E82}"/>
          </ac:spMkLst>
        </pc:spChg>
        <pc:spChg chg="mod">
          <ac:chgData name="nada alshamsan" userId="f5abeb7a1ab79965" providerId="LiveId" clId="{DF78A89E-645E-4559-8A6B-70E96CAEFE89}" dt="2025-12-29T13:43:28.315" v="1755" actId="14100"/>
          <ac:spMkLst>
            <pc:docMk/>
            <pc:sldMk cId="3004039353" sldId="1326"/>
            <ac:spMk id="33" creationId="{ED86EE94-F5BA-7D57-EB92-118379DCB223}"/>
          </ac:spMkLst>
        </pc:spChg>
        <pc:spChg chg="mod">
          <ac:chgData name="nada alshamsan" userId="f5abeb7a1ab79965" providerId="LiveId" clId="{DF78A89E-645E-4559-8A6B-70E96CAEFE89}" dt="2025-12-29T13:38:59.899" v="1719" actId="1076"/>
          <ac:spMkLst>
            <pc:docMk/>
            <pc:sldMk cId="3004039353" sldId="1326"/>
            <ac:spMk id="34" creationId="{82FF9E2E-2725-989E-4784-51F0DBB5CE4B}"/>
          </ac:spMkLst>
        </pc:spChg>
        <pc:spChg chg="mod">
          <ac:chgData name="nada alshamsan" userId="f5abeb7a1ab79965" providerId="LiveId" clId="{DF78A89E-645E-4559-8A6B-70E96CAEFE89}" dt="2025-12-29T17:59:49.912" v="3323" actId="255"/>
          <ac:spMkLst>
            <pc:docMk/>
            <pc:sldMk cId="3004039353" sldId="1326"/>
            <ac:spMk id="36" creationId="{4E58DF10-E534-1B92-492A-FCCACA430B8F}"/>
          </ac:spMkLst>
        </pc:spChg>
        <pc:spChg chg="mod">
          <ac:chgData name="nada alshamsan" userId="f5abeb7a1ab79965" providerId="LiveId" clId="{DF78A89E-645E-4559-8A6B-70E96CAEFE89}" dt="2025-12-29T13:44:49.213" v="1756" actId="14100"/>
          <ac:spMkLst>
            <pc:docMk/>
            <pc:sldMk cId="3004039353" sldId="1326"/>
            <ac:spMk id="37" creationId="{AA92469E-DA4D-1D67-CB40-366547D066A9}"/>
          </ac:spMkLst>
        </pc:spChg>
        <pc:spChg chg="mod">
          <ac:chgData name="nada alshamsan" userId="f5abeb7a1ab79965" providerId="LiveId" clId="{DF78A89E-645E-4559-8A6B-70E96CAEFE89}" dt="2025-12-29T13:43:28.315" v="1755" actId="14100"/>
          <ac:spMkLst>
            <pc:docMk/>
            <pc:sldMk cId="3004039353" sldId="1326"/>
            <ac:spMk id="40" creationId="{5FFB08D6-D654-C626-6E9B-374C93C17990}"/>
          </ac:spMkLst>
        </pc:spChg>
        <pc:spChg chg="mod">
          <ac:chgData name="nada alshamsan" userId="f5abeb7a1ab79965" providerId="LiveId" clId="{DF78A89E-645E-4559-8A6B-70E96CAEFE89}" dt="2025-12-29T17:59:49.912" v="3323" actId="255"/>
          <ac:spMkLst>
            <pc:docMk/>
            <pc:sldMk cId="3004039353" sldId="1326"/>
            <ac:spMk id="48" creationId="{39247634-347F-3324-FB17-F199A9DDC249}"/>
          </ac:spMkLst>
        </pc:spChg>
        <pc:spChg chg="mod">
          <ac:chgData name="nada alshamsan" userId="f5abeb7a1ab79965" providerId="LiveId" clId="{DF78A89E-645E-4559-8A6B-70E96CAEFE89}" dt="2025-12-29T13:44:49.213" v="1756" actId="14100"/>
          <ac:spMkLst>
            <pc:docMk/>
            <pc:sldMk cId="3004039353" sldId="1326"/>
            <ac:spMk id="49" creationId="{167BF250-5F10-F1B8-37AC-36DCC136F2FC}"/>
          </ac:spMkLst>
        </pc:spChg>
        <pc:spChg chg="mod">
          <ac:chgData name="nada alshamsan" userId="f5abeb7a1ab79965" providerId="LiveId" clId="{DF78A89E-645E-4559-8A6B-70E96CAEFE89}" dt="2025-12-29T17:59:49.912" v="3323" actId="255"/>
          <ac:spMkLst>
            <pc:docMk/>
            <pc:sldMk cId="3004039353" sldId="1326"/>
            <ac:spMk id="50" creationId="{BD3D939B-0284-5C10-B95D-837053F0EA36}"/>
          </ac:spMkLst>
        </pc:spChg>
        <pc:spChg chg="del mod">
          <ac:chgData name="nada alshamsan" userId="f5abeb7a1ab79965" providerId="LiveId" clId="{DF78A89E-645E-4559-8A6B-70E96CAEFE89}" dt="2025-12-29T13:42:57.592" v="1746" actId="478"/>
          <ac:spMkLst>
            <pc:docMk/>
            <pc:sldMk cId="3004039353" sldId="1326"/>
            <ac:spMk id="56" creationId="{F4766E55-8DBF-24C6-79C6-5F39D17575F2}"/>
          </ac:spMkLst>
        </pc:spChg>
        <pc:spChg chg="del mod">
          <ac:chgData name="nada alshamsan" userId="f5abeb7a1ab79965" providerId="LiveId" clId="{DF78A89E-645E-4559-8A6B-70E96CAEFE89}" dt="2025-12-29T13:42:53.291" v="1744" actId="478"/>
          <ac:spMkLst>
            <pc:docMk/>
            <pc:sldMk cId="3004039353" sldId="1326"/>
            <ac:spMk id="57" creationId="{ABD741DD-B7CB-6B4A-2616-B5A1381CF809}"/>
          </ac:spMkLst>
        </pc:spChg>
        <pc:spChg chg="del mod">
          <ac:chgData name="nada alshamsan" userId="f5abeb7a1ab79965" providerId="LiveId" clId="{DF78A89E-645E-4559-8A6B-70E96CAEFE89}" dt="2025-12-29T13:42:55.928" v="1745" actId="478"/>
          <ac:spMkLst>
            <pc:docMk/>
            <pc:sldMk cId="3004039353" sldId="1326"/>
            <ac:spMk id="58" creationId="{9CC1E569-55BE-B577-08A9-03873025015D}"/>
          </ac:spMkLst>
        </pc:spChg>
        <pc:spChg chg="mod">
          <ac:chgData name="nada alshamsan" userId="f5abeb7a1ab79965" providerId="LiveId" clId="{DF78A89E-645E-4559-8A6B-70E96CAEFE89}" dt="2025-12-29T17:59:49.912" v="3323" actId="255"/>
          <ac:spMkLst>
            <pc:docMk/>
            <pc:sldMk cId="3004039353" sldId="1326"/>
            <ac:spMk id="59" creationId="{4231005D-7622-F2F2-EAAB-CC3804EDA84F}"/>
          </ac:spMkLst>
        </pc:spChg>
        <pc:spChg chg="mod">
          <ac:chgData name="nada alshamsan" userId="f5abeb7a1ab79965" providerId="LiveId" clId="{DF78A89E-645E-4559-8A6B-70E96CAEFE89}" dt="2025-12-29T17:59:49.912" v="3323" actId="255"/>
          <ac:spMkLst>
            <pc:docMk/>
            <pc:sldMk cId="3004039353" sldId="1326"/>
            <ac:spMk id="60" creationId="{215A666F-98C0-F585-F9F1-D42A1A8EDC47}"/>
          </ac:spMkLst>
        </pc:spChg>
        <pc:spChg chg="mod">
          <ac:chgData name="nada alshamsan" userId="f5abeb7a1ab79965" providerId="LiveId" clId="{DF78A89E-645E-4559-8A6B-70E96CAEFE89}" dt="2025-12-29T13:43:04.721" v="1750" actId="1076"/>
          <ac:spMkLst>
            <pc:docMk/>
            <pc:sldMk cId="3004039353" sldId="1326"/>
            <ac:spMk id="61" creationId="{C6BCBDF8-0E14-EC6E-D3BD-B0108FFB1898}"/>
          </ac:spMkLst>
        </pc:spChg>
        <pc:spChg chg="mod">
          <ac:chgData name="nada alshamsan" userId="f5abeb7a1ab79965" providerId="LiveId" clId="{DF78A89E-645E-4559-8A6B-70E96CAEFE89}" dt="2025-12-29T13:43:04.721" v="1750" actId="1076"/>
          <ac:spMkLst>
            <pc:docMk/>
            <pc:sldMk cId="3004039353" sldId="1326"/>
            <ac:spMk id="62" creationId="{8871700D-9876-AB98-5D25-ECC9C0E54EBA}"/>
          </ac:spMkLst>
        </pc:spChg>
        <pc:spChg chg="mod">
          <ac:chgData name="nada alshamsan" userId="f5abeb7a1ab79965" providerId="LiveId" clId="{DF78A89E-645E-4559-8A6B-70E96CAEFE89}" dt="2025-12-29T13:43:04.721" v="1750" actId="1076"/>
          <ac:spMkLst>
            <pc:docMk/>
            <pc:sldMk cId="3004039353" sldId="1326"/>
            <ac:spMk id="63" creationId="{28367243-6ACB-3C89-E7D2-B00D3BE0EC8E}"/>
          </ac:spMkLst>
        </pc:spChg>
        <pc:spChg chg="mod">
          <ac:chgData name="nada alshamsan" userId="f5abeb7a1ab79965" providerId="LiveId" clId="{DF78A89E-645E-4559-8A6B-70E96CAEFE89}" dt="2025-12-29T17:59:49.912" v="3323" actId="255"/>
          <ac:spMkLst>
            <pc:docMk/>
            <pc:sldMk cId="3004039353" sldId="1326"/>
            <ac:spMk id="64" creationId="{CEBF7BD2-0E19-C110-514E-E798BE34399E}"/>
          </ac:spMkLst>
        </pc:spChg>
        <pc:spChg chg="mod">
          <ac:chgData name="nada alshamsan" userId="f5abeb7a1ab79965" providerId="LiveId" clId="{DF78A89E-645E-4559-8A6B-70E96CAEFE89}" dt="2025-12-29T17:59:49.912" v="3323" actId="255"/>
          <ac:spMkLst>
            <pc:docMk/>
            <pc:sldMk cId="3004039353" sldId="1326"/>
            <ac:spMk id="65" creationId="{354CC604-038F-1C3A-1EC9-212E3E204E40}"/>
          </ac:spMkLst>
        </pc:spChg>
        <pc:spChg chg="mod">
          <ac:chgData name="nada alshamsan" userId="f5abeb7a1ab79965" providerId="LiveId" clId="{DF78A89E-645E-4559-8A6B-70E96CAEFE89}" dt="2025-12-29T13:43:04.721" v="1750" actId="1076"/>
          <ac:spMkLst>
            <pc:docMk/>
            <pc:sldMk cId="3004039353" sldId="1326"/>
            <ac:spMk id="66" creationId="{DC75C48D-B6D7-0900-1A52-DF51F2524088}"/>
          </ac:spMkLst>
        </pc:spChg>
        <pc:spChg chg="mod">
          <ac:chgData name="nada alshamsan" userId="f5abeb7a1ab79965" providerId="LiveId" clId="{DF78A89E-645E-4559-8A6B-70E96CAEFE89}" dt="2025-12-29T13:43:04.721" v="1750" actId="1076"/>
          <ac:spMkLst>
            <pc:docMk/>
            <pc:sldMk cId="3004039353" sldId="1326"/>
            <ac:spMk id="67" creationId="{69C3B2A1-BEFA-F358-02D7-9C5F5D8F6BF5}"/>
          </ac:spMkLst>
        </pc:spChg>
        <pc:grpChg chg="del">
          <ac:chgData name="nada alshamsan" userId="f5abeb7a1ab79965" providerId="LiveId" clId="{DF78A89E-645E-4559-8A6B-70E96CAEFE89}" dt="2025-12-29T13:27:28.816" v="1577" actId="478"/>
          <ac:grpSpMkLst>
            <pc:docMk/>
            <pc:sldMk cId="3004039353" sldId="1326"/>
            <ac:grpSpMk id="8" creationId="{B1100B61-B108-24FA-FD4A-5B45DD5EF5B2}"/>
          </ac:grpSpMkLst>
        </pc:grpChg>
        <pc:grpChg chg="del">
          <ac:chgData name="nada alshamsan" userId="f5abeb7a1ab79965" providerId="LiveId" clId="{DF78A89E-645E-4559-8A6B-70E96CAEFE89}" dt="2025-12-29T17:46:13.499" v="3176" actId="478"/>
          <ac:grpSpMkLst>
            <pc:docMk/>
            <pc:sldMk cId="3004039353" sldId="1326"/>
            <ac:grpSpMk id="13" creationId="{1D7D4A30-1C0C-0B36-A512-95A01AF08543}"/>
          </ac:grpSpMkLst>
        </pc:grpChg>
        <pc:grpChg chg="del">
          <ac:chgData name="nada alshamsan" userId="f5abeb7a1ab79965" providerId="LiveId" clId="{DF78A89E-645E-4559-8A6B-70E96CAEFE89}" dt="2025-12-29T17:46:15.017" v="3177" actId="478"/>
          <ac:grpSpMkLst>
            <pc:docMk/>
            <pc:sldMk cId="3004039353" sldId="1326"/>
            <ac:grpSpMk id="18" creationId="{8DE63E73-5C15-3C78-6027-D1DC4DDCFE5F}"/>
          </ac:grpSpMkLst>
        </pc:grpChg>
        <pc:grpChg chg="add mod">
          <ac:chgData name="nada alshamsan" userId="f5abeb7a1ab79965" providerId="LiveId" clId="{DF78A89E-645E-4559-8A6B-70E96CAEFE89}" dt="2025-12-29T13:37:27.522" v="1698" actId="164"/>
          <ac:grpSpMkLst>
            <pc:docMk/>
            <pc:sldMk cId="3004039353" sldId="1326"/>
            <ac:grpSpMk id="30" creationId="{A84B9193-4731-F9A2-60F3-0D7801286E29}"/>
          </ac:grpSpMkLst>
        </pc:grpChg>
        <pc:grpChg chg="add del mod">
          <ac:chgData name="nada alshamsan" userId="f5abeb7a1ab79965" providerId="LiveId" clId="{DF78A89E-645E-4559-8A6B-70E96CAEFE89}" dt="2025-12-29T13:41:11.935" v="1730" actId="164"/>
          <ac:grpSpMkLst>
            <pc:docMk/>
            <pc:sldMk cId="3004039353" sldId="1326"/>
            <ac:grpSpMk id="31" creationId="{858DD928-F3C7-CDC3-3321-06A089F0EA47}"/>
          </ac:grpSpMkLst>
        </pc:grpChg>
        <pc:grpChg chg="add mod">
          <ac:chgData name="nada alshamsan" userId="f5abeb7a1ab79965" providerId="LiveId" clId="{DF78A89E-645E-4559-8A6B-70E96CAEFE89}" dt="2025-12-29T13:41:11.935" v="1730" actId="164"/>
          <ac:grpSpMkLst>
            <pc:docMk/>
            <pc:sldMk cId="3004039353" sldId="1326"/>
            <ac:grpSpMk id="32" creationId="{0F73DD84-7A47-C0B0-1134-67724065C7E9}"/>
          </ac:grpSpMkLst>
        </pc:grpChg>
        <pc:grpChg chg="add mod">
          <ac:chgData name="nada alshamsan" userId="f5abeb7a1ab79965" providerId="LiveId" clId="{DF78A89E-645E-4559-8A6B-70E96CAEFE89}" dt="2025-12-29T13:41:11.935" v="1730" actId="164"/>
          <ac:grpSpMkLst>
            <pc:docMk/>
            <pc:sldMk cId="3004039353" sldId="1326"/>
            <ac:grpSpMk id="38" creationId="{7689613C-6C0D-E6BF-896D-80CE7DED22F4}"/>
          </ac:grpSpMkLst>
        </pc:grpChg>
        <pc:grpChg chg="del mod">
          <ac:chgData name="nada alshamsan" userId="f5abeb7a1ab79965" providerId="LiveId" clId="{DF78A89E-645E-4559-8A6B-70E96CAEFE89}" dt="2025-12-29T13:33:10.480" v="1645" actId="478"/>
          <ac:grpSpMkLst>
            <pc:docMk/>
            <pc:sldMk cId="3004039353" sldId="1326"/>
            <ac:grpSpMk id="41" creationId="{2C4CD53A-5A69-F920-00F9-5019EEC09EF4}"/>
          </ac:grpSpMkLst>
        </pc:grpChg>
        <pc:grpChg chg="del">
          <ac:chgData name="nada alshamsan" userId="f5abeb7a1ab79965" providerId="LiveId" clId="{DF78A89E-645E-4559-8A6B-70E96CAEFE89}" dt="2025-12-29T13:27:27.088" v="1576" actId="478"/>
          <ac:grpSpMkLst>
            <pc:docMk/>
            <pc:sldMk cId="3004039353" sldId="1326"/>
            <ac:grpSpMk id="47" creationId="{0709A377-A4B8-43F0-4C62-69CFAD237A20}"/>
          </ac:grpSpMkLst>
        </pc:grpChg>
        <pc:grpChg chg="add mod">
          <ac:chgData name="nada alshamsan" userId="f5abeb7a1ab79965" providerId="LiveId" clId="{DF78A89E-645E-4559-8A6B-70E96CAEFE89}" dt="2025-12-29T13:43:09.474" v="1751" actId="164"/>
          <ac:grpSpMkLst>
            <pc:docMk/>
            <pc:sldMk cId="3004039353" sldId="1326"/>
            <ac:grpSpMk id="51" creationId="{CD84292F-46E5-BB38-28EC-C58920488E5A}"/>
          </ac:grpSpMkLst>
        </pc:grpChg>
        <pc:grpChg chg="mod">
          <ac:chgData name="nada alshamsan" userId="f5abeb7a1ab79965" providerId="LiveId" clId="{DF78A89E-645E-4559-8A6B-70E96CAEFE89}" dt="2025-12-29T13:43:09.474" v="1751" actId="164"/>
          <ac:grpSpMkLst>
            <pc:docMk/>
            <pc:sldMk cId="3004039353" sldId="1326"/>
            <ac:grpSpMk id="52" creationId="{FDFA9E0F-2739-FF61-4BD9-E8FA617A275F}"/>
          </ac:grpSpMkLst>
        </pc:grpChg>
        <pc:grpChg chg="del">
          <ac:chgData name="nada alshamsan" userId="f5abeb7a1ab79965" providerId="LiveId" clId="{DF78A89E-645E-4559-8A6B-70E96CAEFE89}" dt="2025-12-29T13:42:57.592" v="1746" actId="478"/>
          <ac:grpSpMkLst>
            <pc:docMk/>
            <pc:sldMk cId="3004039353" sldId="1326"/>
            <ac:grpSpMk id="55" creationId="{C7CCBB1D-F24B-83FF-1622-048A21118A3D}"/>
          </ac:grpSpMkLst>
        </pc:grpChg>
        <pc:grpChg chg="add mod">
          <ac:chgData name="nada alshamsan" userId="f5abeb7a1ab79965" providerId="LiveId" clId="{DF78A89E-645E-4559-8A6B-70E96CAEFE89}" dt="2025-12-29T13:43:09.474" v="1751" actId="164"/>
          <ac:grpSpMkLst>
            <pc:docMk/>
            <pc:sldMk cId="3004039353" sldId="1326"/>
            <ac:grpSpMk id="68" creationId="{322C46F3-EC49-0362-F9CE-40A7CCC64AE1}"/>
          </ac:grpSpMkLst>
        </pc:grpChg>
      </pc:sldChg>
      <pc:sldChg chg="addSp delSp modSp add mod">
        <pc:chgData name="nada alshamsan" userId="f5abeb7a1ab79965" providerId="LiveId" clId="{DF78A89E-645E-4559-8A6B-70E96CAEFE89}" dt="2025-12-29T18:01:48.442" v="3333" actId="20577"/>
        <pc:sldMkLst>
          <pc:docMk/>
          <pc:sldMk cId="2960047355" sldId="1327"/>
        </pc:sldMkLst>
        <pc:spChg chg="mod">
          <ac:chgData name="nada alshamsan" userId="f5abeb7a1ab79965" providerId="LiveId" clId="{DF78A89E-645E-4559-8A6B-70E96CAEFE89}" dt="2025-12-29T17:48:27.815" v="3189"/>
          <ac:spMkLst>
            <pc:docMk/>
            <pc:sldMk cId="2960047355" sldId="1327"/>
            <ac:spMk id="2" creationId="{F5138168-629C-D737-E710-A6D245C57BAE}"/>
          </ac:spMkLst>
        </pc:spChg>
        <pc:spChg chg="add mod">
          <ac:chgData name="nada alshamsan" userId="f5abeb7a1ab79965" providerId="LiveId" clId="{DF78A89E-645E-4559-8A6B-70E96CAEFE89}" dt="2025-12-29T16:32:46.729" v="2764" actId="1076"/>
          <ac:spMkLst>
            <pc:docMk/>
            <pc:sldMk cId="2960047355" sldId="1327"/>
            <ac:spMk id="3" creationId="{6B4BD294-0C8B-AF00-5D07-6AB36F0AD706}"/>
          </ac:spMkLst>
        </pc:spChg>
        <pc:spChg chg="mod">
          <ac:chgData name="nada alshamsan" userId="f5abeb7a1ab79965" providerId="LiveId" clId="{DF78A89E-645E-4559-8A6B-70E96CAEFE89}" dt="2025-12-29T16:04:18.994" v="2445" actId="122"/>
          <ac:spMkLst>
            <pc:docMk/>
            <pc:sldMk cId="2960047355" sldId="1327"/>
            <ac:spMk id="6" creationId="{788B7740-FBEB-3EC8-6935-851CFABDAF3E}"/>
          </ac:spMkLst>
        </pc:spChg>
        <pc:spChg chg="mod">
          <ac:chgData name="nada alshamsan" userId="f5abeb7a1ab79965" providerId="LiveId" clId="{DF78A89E-645E-4559-8A6B-70E96CAEFE89}" dt="2025-12-29T14:02:52.959" v="2089" actId="403"/>
          <ac:spMkLst>
            <pc:docMk/>
            <pc:sldMk cId="2960047355" sldId="1327"/>
            <ac:spMk id="7" creationId="{F58957B2-D9D2-A8D1-E606-EAFDEE31CB7D}"/>
          </ac:spMkLst>
        </pc:spChg>
        <pc:spChg chg="add mod">
          <ac:chgData name="nada alshamsan" userId="f5abeb7a1ab79965" providerId="LiveId" clId="{DF78A89E-645E-4559-8A6B-70E96CAEFE89}" dt="2025-12-29T17:46:00.903" v="3172"/>
          <ac:spMkLst>
            <pc:docMk/>
            <pc:sldMk cId="2960047355" sldId="1327"/>
            <ac:spMk id="10" creationId="{C1D94759-E465-1077-31B8-478D6774FAD7}"/>
          </ac:spMkLst>
        </pc:spChg>
        <pc:spChg chg="add del mod">
          <ac:chgData name="nada alshamsan" userId="f5abeb7a1ab79965" providerId="LiveId" clId="{DF78A89E-645E-4559-8A6B-70E96CAEFE89}" dt="2025-12-29T13:53:01.329" v="1787"/>
          <ac:spMkLst>
            <pc:docMk/>
            <pc:sldMk cId="2960047355" sldId="1327"/>
            <ac:spMk id="10" creationId="{C521AC42-A8D9-721C-693A-D3B4DA66ACF1}"/>
          </ac:spMkLst>
        </pc:spChg>
        <pc:spChg chg="add mod">
          <ac:chgData name="nada alshamsan" userId="f5abeb7a1ab79965" providerId="LiveId" clId="{DF78A89E-645E-4559-8A6B-70E96CAEFE89}" dt="2025-12-29T13:52:11.795" v="1772"/>
          <ac:spMkLst>
            <pc:docMk/>
            <pc:sldMk cId="2960047355" sldId="1327"/>
            <ac:spMk id="12" creationId="{18E30432-B6EB-F79C-9240-B3E325D84170}"/>
          </ac:spMkLst>
        </pc:spChg>
        <pc:spChg chg="add mod">
          <ac:chgData name="nada alshamsan" userId="f5abeb7a1ab79965" providerId="LiveId" clId="{DF78A89E-645E-4559-8A6B-70E96CAEFE89}" dt="2025-12-29T17:46:00.903" v="3172"/>
          <ac:spMkLst>
            <pc:docMk/>
            <pc:sldMk cId="2960047355" sldId="1327"/>
            <ac:spMk id="12" creationId="{5AD1CE8F-B814-5AF7-3CF0-ADD52C78B2D3}"/>
          </ac:spMkLst>
        </pc:spChg>
        <pc:spChg chg="mod">
          <ac:chgData name="nada alshamsan" userId="f5abeb7a1ab79965" providerId="LiveId" clId="{DF78A89E-645E-4559-8A6B-70E96CAEFE89}" dt="2025-12-29T18:01:48.442" v="3333" actId="20577"/>
          <ac:spMkLst>
            <pc:docMk/>
            <pc:sldMk cId="2960047355" sldId="1327"/>
            <ac:spMk id="14" creationId="{08F99F7E-4571-2369-7EAB-5590E10498F1}"/>
          </ac:spMkLst>
        </pc:spChg>
        <pc:spChg chg="del">
          <ac:chgData name="nada alshamsan" userId="f5abeb7a1ab79965" providerId="LiveId" clId="{DF78A89E-645E-4559-8A6B-70E96CAEFE89}" dt="2025-12-29T17:45:57.282" v="3170" actId="478"/>
          <ac:spMkLst>
            <pc:docMk/>
            <pc:sldMk cId="2960047355" sldId="1327"/>
            <ac:spMk id="16" creationId="{59063465-6191-8614-86F4-1C0C37B9378A}"/>
          </ac:spMkLst>
        </pc:spChg>
        <pc:spChg chg="del">
          <ac:chgData name="nada alshamsan" userId="f5abeb7a1ab79965" providerId="LiveId" clId="{DF78A89E-645E-4559-8A6B-70E96CAEFE89}" dt="2025-12-29T17:45:59.832" v="3171" actId="478"/>
          <ac:spMkLst>
            <pc:docMk/>
            <pc:sldMk cId="2960047355" sldId="1327"/>
            <ac:spMk id="17" creationId="{1AA22DF7-E5C5-A1F8-FB50-F9C3C229CF99}"/>
          </ac:spMkLst>
        </pc:spChg>
        <pc:spChg chg="mod">
          <ac:chgData name="nada alshamsan" userId="f5abeb7a1ab79965" providerId="LiveId" clId="{DF78A89E-645E-4559-8A6B-70E96CAEFE89}" dt="2025-12-29T16:04:18.994" v="2445" actId="122"/>
          <ac:spMkLst>
            <pc:docMk/>
            <pc:sldMk cId="2960047355" sldId="1327"/>
            <ac:spMk id="22" creationId="{94FF30D8-4203-60A7-CA0B-535801C7F10D}"/>
          </ac:spMkLst>
        </pc:spChg>
        <pc:spChg chg="mod">
          <ac:chgData name="nada alshamsan" userId="f5abeb7a1ab79965" providerId="LiveId" clId="{DF78A89E-645E-4559-8A6B-70E96CAEFE89}" dt="2025-12-29T16:04:18.994" v="2445" actId="122"/>
          <ac:spMkLst>
            <pc:docMk/>
            <pc:sldMk cId="2960047355" sldId="1327"/>
            <ac:spMk id="23" creationId="{C1EA246E-BF26-4A2F-58B8-E111C4C23D56}"/>
          </ac:spMkLst>
        </pc:spChg>
        <pc:spChg chg="mod">
          <ac:chgData name="nada alshamsan" userId="f5abeb7a1ab79965" providerId="LiveId" clId="{DF78A89E-645E-4559-8A6B-70E96CAEFE89}" dt="2025-12-29T14:10:51.493" v="2146" actId="12"/>
          <ac:spMkLst>
            <pc:docMk/>
            <pc:sldMk cId="2960047355" sldId="1327"/>
            <ac:spMk id="35" creationId="{ADFDBD8B-B005-F4BD-66F2-EE07F878D9CA}"/>
          </ac:spMkLst>
        </pc:spChg>
        <pc:spChg chg="mod">
          <ac:chgData name="nada alshamsan" userId="f5abeb7a1ab79965" providerId="LiveId" clId="{DF78A89E-645E-4559-8A6B-70E96CAEFE89}" dt="2025-12-29T16:04:18.994" v="2445" actId="122"/>
          <ac:spMkLst>
            <pc:docMk/>
            <pc:sldMk cId="2960047355" sldId="1327"/>
            <ac:spMk id="39" creationId="{E35F44E5-1B80-3CD9-7CAF-417435DC88E9}"/>
          </ac:spMkLst>
        </pc:spChg>
        <pc:spChg chg="add del mod">
          <ac:chgData name="nada alshamsan" userId="f5abeb7a1ab79965" providerId="LiveId" clId="{DF78A89E-645E-4559-8A6B-70E96CAEFE89}" dt="2025-12-29T13:56:05.063" v="1832"/>
          <ac:spMkLst>
            <pc:docMk/>
            <pc:sldMk cId="2960047355" sldId="1327"/>
            <ac:spMk id="43" creationId="{0451629D-E4BF-DE77-9A40-15B7104695E5}"/>
          </ac:spMkLst>
        </pc:spChg>
        <pc:spChg chg="add mod">
          <ac:chgData name="nada alshamsan" userId="f5abeb7a1ab79965" providerId="LiveId" clId="{DF78A89E-645E-4559-8A6B-70E96CAEFE89}" dt="2025-12-29T13:53:19.979" v="1793"/>
          <ac:spMkLst>
            <pc:docMk/>
            <pc:sldMk cId="2960047355" sldId="1327"/>
            <ac:spMk id="44" creationId="{963C756E-BA4B-8B96-0955-9FB68DE846D3}"/>
          </ac:spMkLst>
        </pc:spChg>
        <pc:spChg chg="mod">
          <ac:chgData name="nada alshamsan" userId="f5abeb7a1ab79965" providerId="LiveId" clId="{DF78A89E-645E-4559-8A6B-70E96CAEFE89}" dt="2025-12-29T16:04:18.994" v="2445" actId="122"/>
          <ac:spMkLst>
            <pc:docMk/>
            <pc:sldMk cId="2960047355" sldId="1327"/>
            <ac:spMk id="47" creationId="{61DC2BF8-57B5-D60D-E52E-D70BA4360988}"/>
          </ac:spMkLst>
        </pc:spChg>
        <pc:spChg chg="mod">
          <ac:chgData name="nada alshamsan" userId="f5abeb7a1ab79965" providerId="LiveId" clId="{DF78A89E-645E-4559-8A6B-70E96CAEFE89}" dt="2025-12-29T16:04:18.994" v="2445" actId="122"/>
          <ac:spMkLst>
            <pc:docMk/>
            <pc:sldMk cId="2960047355" sldId="1327"/>
            <ac:spMk id="55" creationId="{FD3F77B2-BC31-4EC9-B87F-191DC8AEE7D3}"/>
          </ac:spMkLst>
        </pc:spChg>
        <pc:spChg chg="add del mod">
          <ac:chgData name="nada alshamsan" userId="f5abeb7a1ab79965" providerId="LiveId" clId="{DF78A89E-645E-4559-8A6B-70E96CAEFE89}" dt="2025-12-29T13:56:05.063" v="1834"/>
          <ac:spMkLst>
            <pc:docMk/>
            <pc:sldMk cId="2960047355" sldId="1327"/>
            <ac:spMk id="58" creationId="{74A343F8-0E65-011C-4309-0801CA81391A}"/>
          </ac:spMkLst>
        </pc:spChg>
        <pc:spChg chg="mod">
          <ac:chgData name="nada alshamsan" userId="f5abeb7a1ab79965" providerId="LiveId" clId="{DF78A89E-645E-4559-8A6B-70E96CAEFE89}" dt="2025-12-29T16:04:18.994" v="2445" actId="122"/>
          <ac:spMkLst>
            <pc:docMk/>
            <pc:sldMk cId="2960047355" sldId="1327"/>
            <ac:spMk id="71" creationId="{1821DACB-B960-232B-A1F5-DA641A837C6E}"/>
          </ac:spMkLst>
        </pc:spChg>
        <pc:spChg chg="mod">
          <ac:chgData name="nada alshamsan" userId="f5abeb7a1ab79965" providerId="LiveId" clId="{DF78A89E-645E-4559-8A6B-70E96CAEFE89}" dt="2025-12-29T14:02:52.959" v="2089" actId="403"/>
          <ac:spMkLst>
            <pc:docMk/>
            <pc:sldMk cId="2960047355" sldId="1327"/>
            <ac:spMk id="72" creationId="{CAD377DF-C1BC-F699-71E7-C6BAAEC70925}"/>
          </ac:spMkLst>
        </pc:spChg>
        <pc:spChg chg="mod">
          <ac:chgData name="nada alshamsan" userId="f5abeb7a1ab79965" providerId="LiveId" clId="{DF78A89E-645E-4559-8A6B-70E96CAEFE89}" dt="2025-12-29T13:54:05.032" v="1807" actId="571"/>
          <ac:spMkLst>
            <pc:docMk/>
            <pc:sldMk cId="2960047355" sldId="1327"/>
            <ac:spMk id="77" creationId="{099B7D20-3E13-89FE-3A86-215267CA8E2C}"/>
          </ac:spMkLst>
        </pc:spChg>
        <pc:spChg chg="mod">
          <ac:chgData name="nada alshamsan" userId="f5abeb7a1ab79965" providerId="LiveId" clId="{DF78A89E-645E-4559-8A6B-70E96CAEFE89}" dt="2025-12-29T13:54:05.032" v="1807" actId="571"/>
          <ac:spMkLst>
            <pc:docMk/>
            <pc:sldMk cId="2960047355" sldId="1327"/>
            <ac:spMk id="78" creationId="{0B70043E-EE7C-1B46-6D3A-5D6F22D0EBB5}"/>
          </ac:spMkLst>
        </pc:spChg>
        <pc:spChg chg="mod">
          <ac:chgData name="nada alshamsan" userId="f5abeb7a1ab79965" providerId="LiveId" clId="{DF78A89E-645E-4559-8A6B-70E96CAEFE89}" dt="2025-12-29T13:54:05.032" v="1807" actId="571"/>
          <ac:spMkLst>
            <pc:docMk/>
            <pc:sldMk cId="2960047355" sldId="1327"/>
            <ac:spMk id="83" creationId="{98F3196E-9F4F-D658-24F6-B0E69E4497D7}"/>
          </ac:spMkLst>
        </pc:spChg>
        <pc:spChg chg="mod">
          <ac:chgData name="nada alshamsan" userId="f5abeb7a1ab79965" providerId="LiveId" clId="{DF78A89E-645E-4559-8A6B-70E96CAEFE89}" dt="2025-12-29T13:54:05.032" v="1807" actId="571"/>
          <ac:spMkLst>
            <pc:docMk/>
            <pc:sldMk cId="2960047355" sldId="1327"/>
            <ac:spMk id="84" creationId="{049026C5-F33D-AC1E-84BC-D7CB533630D9}"/>
          </ac:spMkLst>
        </pc:spChg>
        <pc:spChg chg="mod">
          <ac:chgData name="nada alshamsan" userId="f5abeb7a1ab79965" providerId="LiveId" clId="{DF78A89E-645E-4559-8A6B-70E96CAEFE89}" dt="2025-12-29T13:54:05.032" v="1807" actId="571"/>
          <ac:spMkLst>
            <pc:docMk/>
            <pc:sldMk cId="2960047355" sldId="1327"/>
            <ac:spMk id="89" creationId="{2C6B2420-D06D-E9B2-C7FD-4DF56B582A9A}"/>
          </ac:spMkLst>
        </pc:spChg>
        <pc:spChg chg="mod">
          <ac:chgData name="nada alshamsan" userId="f5abeb7a1ab79965" providerId="LiveId" clId="{DF78A89E-645E-4559-8A6B-70E96CAEFE89}" dt="2025-12-29T13:54:05.032" v="1807" actId="571"/>
          <ac:spMkLst>
            <pc:docMk/>
            <pc:sldMk cId="2960047355" sldId="1327"/>
            <ac:spMk id="90" creationId="{4702271E-3239-75B3-0D6E-11818E410B85}"/>
          </ac:spMkLst>
        </pc:spChg>
        <pc:spChg chg="add mod">
          <ac:chgData name="nada alshamsan" userId="f5abeb7a1ab79965" providerId="LiveId" clId="{DF78A89E-645E-4559-8A6B-70E96CAEFE89}" dt="2025-12-29T14:11:10.310" v="2160" actId="1035"/>
          <ac:spMkLst>
            <pc:docMk/>
            <pc:sldMk cId="2960047355" sldId="1327"/>
            <ac:spMk id="93" creationId="{51D67A93-13C8-DF94-FDA4-F73154BFE528}"/>
          </ac:spMkLst>
        </pc:spChg>
        <pc:spChg chg="add mod">
          <ac:chgData name="nada alshamsan" userId="f5abeb7a1ab79965" providerId="LiveId" clId="{DF78A89E-645E-4559-8A6B-70E96CAEFE89}" dt="2025-12-29T16:04:18.994" v="2445" actId="122"/>
          <ac:spMkLst>
            <pc:docMk/>
            <pc:sldMk cId="2960047355" sldId="1327"/>
            <ac:spMk id="95" creationId="{B6A644DA-B6DE-6ACE-1981-A224B4E03537}"/>
          </ac:spMkLst>
        </pc:spChg>
        <pc:spChg chg="add mod">
          <ac:chgData name="nada alshamsan" userId="f5abeb7a1ab79965" providerId="LiveId" clId="{DF78A89E-645E-4559-8A6B-70E96CAEFE89}" dt="2025-12-29T16:04:18.994" v="2445" actId="122"/>
          <ac:spMkLst>
            <pc:docMk/>
            <pc:sldMk cId="2960047355" sldId="1327"/>
            <ac:spMk id="97" creationId="{89D101B4-0030-58CF-912A-C75DCDF424D3}"/>
          </ac:spMkLst>
        </pc:spChg>
        <pc:spChg chg="add mod">
          <ac:chgData name="nada alshamsan" userId="f5abeb7a1ab79965" providerId="LiveId" clId="{DF78A89E-645E-4559-8A6B-70E96CAEFE89}" dt="2025-12-29T16:04:18.994" v="2445" actId="122"/>
          <ac:spMkLst>
            <pc:docMk/>
            <pc:sldMk cId="2960047355" sldId="1327"/>
            <ac:spMk id="99" creationId="{06B37BB2-F576-DEDA-89FB-DC7D67E3BF3E}"/>
          </ac:spMkLst>
        </pc:spChg>
        <pc:spChg chg="add mod">
          <ac:chgData name="nada alshamsan" userId="f5abeb7a1ab79965" providerId="LiveId" clId="{DF78A89E-645E-4559-8A6B-70E96CAEFE89}" dt="2025-12-29T14:11:03.292" v="2155" actId="1035"/>
          <ac:spMkLst>
            <pc:docMk/>
            <pc:sldMk cId="2960047355" sldId="1327"/>
            <ac:spMk id="101" creationId="{9573BD4A-E55D-5719-C505-683BD9AF702E}"/>
          </ac:spMkLst>
        </pc:spChg>
        <pc:spChg chg="add del mod">
          <ac:chgData name="nada alshamsan" userId="f5abeb7a1ab79965" providerId="LiveId" clId="{DF78A89E-645E-4559-8A6B-70E96CAEFE89}" dt="2025-12-29T14:05:11.438" v="2095" actId="478"/>
          <ac:spMkLst>
            <pc:docMk/>
            <pc:sldMk cId="2960047355" sldId="1327"/>
            <ac:spMk id="105" creationId="{84E5C55B-E4E7-6444-84D6-3E8078D775F0}"/>
          </ac:spMkLst>
        </pc:spChg>
        <pc:spChg chg="add mod">
          <ac:chgData name="nada alshamsan" userId="f5abeb7a1ab79965" providerId="LiveId" clId="{DF78A89E-645E-4559-8A6B-70E96CAEFE89}" dt="2025-12-29T14:05:31.262" v="2101" actId="164"/>
          <ac:spMkLst>
            <pc:docMk/>
            <pc:sldMk cId="2960047355" sldId="1327"/>
            <ac:spMk id="106" creationId="{0722395B-7548-E1E0-5514-5E9392C976CD}"/>
          </ac:spMkLst>
        </pc:spChg>
        <pc:spChg chg="add mod">
          <ac:chgData name="nada alshamsan" userId="f5abeb7a1ab79965" providerId="LiveId" clId="{DF78A89E-645E-4559-8A6B-70E96CAEFE89}" dt="2025-12-29T14:05:31.262" v="2101" actId="164"/>
          <ac:spMkLst>
            <pc:docMk/>
            <pc:sldMk cId="2960047355" sldId="1327"/>
            <ac:spMk id="107" creationId="{95DD2BFA-45BF-CC80-E645-7FB185E87647}"/>
          </ac:spMkLst>
        </pc:spChg>
        <pc:spChg chg="add mod">
          <ac:chgData name="nada alshamsan" userId="f5abeb7a1ab79965" providerId="LiveId" clId="{DF78A89E-645E-4559-8A6B-70E96CAEFE89}" dt="2025-12-29T14:05:31.262" v="2101" actId="164"/>
          <ac:spMkLst>
            <pc:docMk/>
            <pc:sldMk cId="2960047355" sldId="1327"/>
            <ac:spMk id="108" creationId="{74FADE60-7E3A-F09E-ACF4-D59F797EF52D}"/>
          </ac:spMkLst>
        </pc:spChg>
        <pc:spChg chg="add del mod">
          <ac:chgData name="nada alshamsan" userId="f5abeb7a1ab79965" providerId="LiveId" clId="{DF78A89E-645E-4559-8A6B-70E96CAEFE89}" dt="2025-12-29T14:07:12.621" v="2114" actId="478"/>
          <ac:spMkLst>
            <pc:docMk/>
            <pc:sldMk cId="2960047355" sldId="1327"/>
            <ac:spMk id="112" creationId="{C2ADE363-6AEF-4D8A-59D3-ECDB11346B1F}"/>
          </ac:spMkLst>
        </pc:spChg>
        <pc:spChg chg="mod">
          <ac:chgData name="nada alshamsan" userId="f5abeb7a1ab79965" providerId="LiveId" clId="{DF78A89E-645E-4559-8A6B-70E96CAEFE89}" dt="2025-12-29T14:06:21.232" v="2103"/>
          <ac:spMkLst>
            <pc:docMk/>
            <pc:sldMk cId="2960047355" sldId="1327"/>
            <ac:spMk id="113" creationId="{25344939-17FB-34E0-DEAB-36CFB28FE5D0}"/>
          </ac:spMkLst>
        </pc:spChg>
        <pc:spChg chg="mod">
          <ac:chgData name="nada alshamsan" userId="f5abeb7a1ab79965" providerId="LiveId" clId="{DF78A89E-645E-4559-8A6B-70E96CAEFE89}" dt="2025-12-29T14:06:21.232" v="2103"/>
          <ac:spMkLst>
            <pc:docMk/>
            <pc:sldMk cId="2960047355" sldId="1327"/>
            <ac:spMk id="114" creationId="{8FB43711-19D4-E90A-F6DC-4138CFD704EB}"/>
          </ac:spMkLst>
        </pc:spChg>
        <pc:spChg chg="mod">
          <ac:chgData name="nada alshamsan" userId="f5abeb7a1ab79965" providerId="LiveId" clId="{DF78A89E-645E-4559-8A6B-70E96CAEFE89}" dt="2025-12-29T14:06:21.232" v="2103"/>
          <ac:spMkLst>
            <pc:docMk/>
            <pc:sldMk cId="2960047355" sldId="1327"/>
            <ac:spMk id="115" creationId="{0F752313-A3A2-28F0-C71B-BA9526C6B9E7}"/>
          </ac:spMkLst>
        </pc:spChg>
        <pc:spChg chg="mod">
          <ac:chgData name="nada alshamsan" userId="f5abeb7a1ab79965" providerId="LiveId" clId="{DF78A89E-645E-4559-8A6B-70E96CAEFE89}" dt="2025-12-29T14:06:21.232" v="2103"/>
          <ac:spMkLst>
            <pc:docMk/>
            <pc:sldMk cId="2960047355" sldId="1327"/>
            <ac:spMk id="116" creationId="{619DD26B-9306-E8F0-7791-8985F41B3089}"/>
          </ac:spMkLst>
        </pc:spChg>
        <pc:spChg chg="mod">
          <ac:chgData name="nada alshamsan" userId="f5abeb7a1ab79965" providerId="LiveId" clId="{DF78A89E-645E-4559-8A6B-70E96CAEFE89}" dt="2025-12-29T14:06:21.232" v="2103"/>
          <ac:spMkLst>
            <pc:docMk/>
            <pc:sldMk cId="2960047355" sldId="1327"/>
            <ac:spMk id="117" creationId="{0A9C2311-FD87-D400-7E3E-4D28BF78DD53}"/>
          </ac:spMkLst>
        </pc:spChg>
        <pc:spChg chg="mod">
          <ac:chgData name="nada alshamsan" userId="f5abeb7a1ab79965" providerId="LiveId" clId="{DF78A89E-645E-4559-8A6B-70E96CAEFE89}" dt="2025-12-29T14:06:21.232" v="2103"/>
          <ac:spMkLst>
            <pc:docMk/>
            <pc:sldMk cId="2960047355" sldId="1327"/>
            <ac:spMk id="118" creationId="{A0418C20-1CB6-8D64-2716-8E0AFD08430A}"/>
          </ac:spMkLst>
        </pc:spChg>
        <pc:spChg chg="mod">
          <ac:chgData name="nada alshamsan" userId="f5abeb7a1ab79965" providerId="LiveId" clId="{DF78A89E-645E-4559-8A6B-70E96CAEFE89}" dt="2025-12-29T14:06:21.232" v="2103"/>
          <ac:spMkLst>
            <pc:docMk/>
            <pc:sldMk cId="2960047355" sldId="1327"/>
            <ac:spMk id="119" creationId="{AFBC92CC-1FEC-A1CB-9D83-D02C650AD7F1}"/>
          </ac:spMkLst>
        </pc:spChg>
        <pc:spChg chg="mod">
          <ac:chgData name="nada alshamsan" userId="f5abeb7a1ab79965" providerId="LiveId" clId="{DF78A89E-645E-4559-8A6B-70E96CAEFE89}" dt="2025-12-29T14:06:21.232" v="2103"/>
          <ac:spMkLst>
            <pc:docMk/>
            <pc:sldMk cId="2960047355" sldId="1327"/>
            <ac:spMk id="120" creationId="{8AD591F6-B22E-392A-96E7-3F39A38DF4BC}"/>
          </ac:spMkLst>
        </pc:spChg>
        <pc:spChg chg="mod">
          <ac:chgData name="nada alshamsan" userId="f5abeb7a1ab79965" providerId="LiveId" clId="{DF78A89E-645E-4559-8A6B-70E96CAEFE89}" dt="2025-12-29T14:06:21.232" v="2103"/>
          <ac:spMkLst>
            <pc:docMk/>
            <pc:sldMk cId="2960047355" sldId="1327"/>
            <ac:spMk id="121" creationId="{5D16E1FF-5829-681B-B255-584870B2D94E}"/>
          </ac:spMkLst>
        </pc:spChg>
        <pc:spChg chg="del mod">
          <ac:chgData name="nada alshamsan" userId="f5abeb7a1ab79965" providerId="LiveId" clId="{DF78A89E-645E-4559-8A6B-70E96CAEFE89}" dt="2025-12-29T14:11:37.361" v="2164" actId="478"/>
          <ac:spMkLst>
            <pc:docMk/>
            <pc:sldMk cId="2960047355" sldId="1327"/>
            <ac:spMk id="125" creationId="{4B1528AD-0FFB-0307-78AF-1058DCB6358C}"/>
          </ac:spMkLst>
        </pc:spChg>
        <pc:spChg chg="mod">
          <ac:chgData name="nada alshamsan" userId="f5abeb7a1ab79965" providerId="LiveId" clId="{DF78A89E-645E-4559-8A6B-70E96CAEFE89}" dt="2025-12-29T14:11:35.476" v="2163"/>
          <ac:spMkLst>
            <pc:docMk/>
            <pc:sldMk cId="2960047355" sldId="1327"/>
            <ac:spMk id="126" creationId="{6145752D-8349-C901-8C8A-6B8D3CF7E3B7}"/>
          </ac:spMkLst>
        </pc:spChg>
        <pc:spChg chg="mod">
          <ac:chgData name="nada alshamsan" userId="f5abeb7a1ab79965" providerId="LiveId" clId="{DF78A89E-645E-4559-8A6B-70E96CAEFE89}" dt="2025-12-29T14:11:35.476" v="2163"/>
          <ac:spMkLst>
            <pc:docMk/>
            <pc:sldMk cId="2960047355" sldId="1327"/>
            <ac:spMk id="127" creationId="{8ADB3791-1CAD-2D07-DCF9-66D17F05D691}"/>
          </ac:spMkLst>
        </pc:spChg>
        <pc:spChg chg="mod">
          <ac:chgData name="nada alshamsan" userId="f5abeb7a1ab79965" providerId="LiveId" clId="{DF78A89E-645E-4559-8A6B-70E96CAEFE89}" dt="2025-12-29T14:11:35.476" v="2163"/>
          <ac:spMkLst>
            <pc:docMk/>
            <pc:sldMk cId="2960047355" sldId="1327"/>
            <ac:spMk id="128" creationId="{355366E1-6678-B35A-0DA3-9E41539D6A65}"/>
          </ac:spMkLst>
        </pc:spChg>
        <pc:spChg chg="mod">
          <ac:chgData name="nada alshamsan" userId="f5abeb7a1ab79965" providerId="LiveId" clId="{DF78A89E-645E-4559-8A6B-70E96CAEFE89}" dt="2025-12-29T14:11:35.476" v="2163"/>
          <ac:spMkLst>
            <pc:docMk/>
            <pc:sldMk cId="2960047355" sldId="1327"/>
            <ac:spMk id="129" creationId="{2967FADF-B8CD-B79B-369F-26A125A14EA6}"/>
          </ac:spMkLst>
        </pc:spChg>
        <pc:spChg chg="mod">
          <ac:chgData name="nada alshamsan" userId="f5abeb7a1ab79965" providerId="LiveId" clId="{DF78A89E-645E-4559-8A6B-70E96CAEFE89}" dt="2025-12-29T14:11:35.476" v="2163"/>
          <ac:spMkLst>
            <pc:docMk/>
            <pc:sldMk cId="2960047355" sldId="1327"/>
            <ac:spMk id="130" creationId="{4DB0719C-05C2-8FB4-C26D-3D8A96E9B9C6}"/>
          </ac:spMkLst>
        </pc:spChg>
        <pc:spChg chg="mod">
          <ac:chgData name="nada alshamsan" userId="f5abeb7a1ab79965" providerId="LiveId" clId="{DF78A89E-645E-4559-8A6B-70E96CAEFE89}" dt="2025-12-29T14:11:35.476" v="2163"/>
          <ac:spMkLst>
            <pc:docMk/>
            <pc:sldMk cId="2960047355" sldId="1327"/>
            <ac:spMk id="131" creationId="{E220B948-6AAE-3B5A-5DFB-224EE28A5EA0}"/>
          </ac:spMkLst>
        </pc:spChg>
        <pc:spChg chg="mod">
          <ac:chgData name="nada alshamsan" userId="f5abeb7a1ab79965" providerId="LiveId" clId="{DF78A89E-645E-4559-8A6B-70E96CAEFE89}" dt="2025-12-29T14:11:35.476" v="2163"/>
          <ac:spMkLst>
            <pc:docMk/>
            <pc:sldMk cId="2960047355" sldId="1327"/>
            <ac:spMk id="132" creationId="{2615CC4E-3E33-773E-1DB4-6487DF5C0D62}"/>
          </ac:spMkLst>
        </pc:spChg>
        <pc:spChg chg="mod">
          <ac:chgData name="nada alshamsan" userId="f5abeb7a1ab79965" providerId="LiveId" clId="{DF78A89E-645E-4559-8A6B-70E96CAEFE89}" dt="2025-12-29T14:11:35.476" v="2163"/>
          <ac:spMkLst>
            <pc:docMk/>
            <pc:sldMk cId="2960047355" sldId="1327"/>
            <ac:spMk id="133" creationId="{F67CB66D-064A-5295-0CEF-A01A4646A29B}"/>
          </ac:spMkLst>
        </pc:spChg>
        <pc:spChg chg="mod">
          <ac:chgData name="nada alshamsan" userId="f5abeb7a1ab79965" providerId="LiveId" clId="{DF78A89E-645E-4559-8A6B-70E96CAEFE89}" dt="2025-12-29T14:11:35.476" v="2163"/>
          <ac:spMkLst>
            <pc:docMk/>
            <pc:sldMk cId="2960047355" sldId="1327"/>
            <ac:spMk id="134" creationId="{179524EB-7661-8CA6-C03F-084B1BCFECE8}"/>
          </ac:spMkLst>
        </pc:spChg>
        <pc:grpChg chg="add mod">
          <ac:chgData name="nada alshamsan" userId="f5abeb7a1ab79965" providerId="LiveId" clId="{DF78A89E-645E-4559-8A6B-70E96CAEFE89}" dt="2025-12-29T13:58:24.866" v="2003" actId="164"/>
          <ac:grpSpMkLst>
            <pc:docMk/>
            <pc:sldMk cId="2960047355" sldId="1327"/>
            <ac:grpSpMk id="4" creationId="{1CDC1D96-BD7F-2854-1B09-FF239035489A}"/>
          </ac:grpSpMkLst>
        </pc:grpChg>
        <pc:grpChg chg="mod">
          <ac:chgData name="nada alshamsan" userId="f5abeb7a1ab79965" providerId="LiveId" clId="{DF78A89E-645E-4559-8A6B-70E96CAEFE89}" dt="2025-12-29T13:51:34.053" v="1762"/>
          <ac:grpSpMkLst>
            <pc:docMk/>
            <pc:sldMk cId="2960047355" sldId="1327"/>
            <ac:grpSpMk id="5" creationId="{9784F2D2-51B5-5CEE-1B5C-50E087AB3001}"/>
          </ac:grpSpMkLst>
        </pc:grpChg>
        <pc:grpChg chg="del">
          <ac:chgData name="nada alshamsan" userId="f5abeb7a1ab79965" providerId="LiveId" clId="{DF78A89E-645E-4559-8A6B-70E96CAEFE89}" dt="2025-12-29T17:45:57.282" v="3170" actId="478"/>
          <ac:grpSpMkLst>
            <pc:docMk/>
            <pc:sldMk cId="2960047355" sldId="1327"/>
            <ac:grpSpMk id="13" creationId="{B92A18E5-42E4-F889-69B5-7F574EB0944D}"/>
          </ac:grpSpMkLst>
        </pc:grpChg>
        <pc:grpChg chg="del">
          <ac:chgData name="nada alshamsan" userId="f5abeb7a1ab79965" providerId="LiveId" clId="{DF78A89E-645E-4559-8A6B-70E96CAEFE89}" dt="2025-12-29T17:45:59.832" v="3171" actId="478"/>
          <ac:grpSpMkLst>
            <pc:docMk/>
            <pc:sldMk cId="2960047355" sldId="1327"/>
            <ac:grpSpMk id="18" creationId="{285439DD-B8C3-5AEA-D746-35EA1B27529C}"/>
          </ac:grpSpMkLst>
        </pc:grpChg>
        <pc:grpChg chg="add mod">
          <ac:chgData name="nada alshamsan" userId="f5abeb7a1ab79965" providerId="LiveId" clId="{DF78A89E-645E-4559-8A6B-70E96CAEFE89}" dt="2025-12-29T13:58:46.377" v="2015" actId="164"/>
          <ac:grpSpMkLst>
            <pc:docMk/>
            <pc:sldMk cId="2960047355" sldId="1327"/>
            <ac:grpSpMk id="20" creationId="{F9BE5761-DE1D-B310-9E51-10FACC5DBD3A}"/>
          </ac:grpSpMkLst>
        </pc:grpChg>
        <pc:grpChg chg="mod">
          <ac:chgData name="nada alshamsan" userId="f5abeb7a1ab79965" providerId="LiveId" clId="{DF78A89E-645E-4559-8A6B-70E96CAEFE89}" dt="2025-12-29T13:52:33.431" v="1779"/>
          <ac:grpSpMkLst>
            <pc:docMk/>
            <pc:sldMk cId="2960047355" sldId="1327"/>
            <ac:grpSpMk id="21" creationId="{F845F4B0-F260-B462-7BE4-E96ABB16FD9F}"/>
          </ac:grpSpMkLst>
        </pc:grpChg>
        <pc:grpChg chg="add mod">
          <ac:chgData name="nada alshamsan" userId="f5abeb7a1ab79965" providerId="LiveId" clId="{DF78A89E-645E-4559-8A6B-70E96CAEFE89}" dt="2025-12-29T13:59:17.877" v="2026" actId="164"/>
          <ac:grpSpMkLst>
            <pc:docMk/>
            <pc:sldMk cId="2960047355" sldId="1327"/>
            <ac:grpSpMk id="28" creationId="{E9729129-5FA6-1F79-011D-F0ACF155126E}"/>
          </ac:grpSpMkLst>
        </pc:grpChg>
        <pc:grpChg chg="mod">
          <ac:chgData name="nada alshamsan" userId="f5abeb7a1ab79965" providerId="LiveId" clId="{DF78A89E-645E-4559-8A6B-70E96CAEFE89}" dt="2025-12-29T13:52:59.636" v="1784"/>
          <ac:grpSpMkLst>
            <pc:docMk/>
            <pc:sldMk cId="2960047355" sldId="1327"/>
            <ac:grpSpMk id="30" creationId="{2B381588-4695-8FF7-6A6C-79CA7FA234AD}"/>
          </ac:grpSpMkLst>
        </pc:grpChg>
        <pc:grpChg chg="add mod">
          <ac:chgData name="nada alshamsan" userId="f5abeb7a1ab79965" providerId="LiveId" clId="{DF78A89E-645E-4559-8A6B-70E96CAEFE89}" dt="2025-12-29T14:00:14.952" v="2049" actId="164"/>
          <ac:grpSpMkLst>
            <pc:docMk/>
            <pc:sldMk cId="2960047355" sldId="1327"/>
            <ac:grpSpMk id="45" creationId="{67ECFF3E-E4D2-DF49-55B0-61ABCF07888A}"/>
          </ac:grpSpMkLst>
        </pc:grpChg>
        <pc:grpChg chg="mod">
          <ac:chgData name="nada alshamsan" userId="f5abeb7a1ab79965" providerId="LiveId" clId="{DF78A89E-645E-4559-8A6B-70E96CAEFE89}" dt="2025-12-29T13:53:26.642" v="1796"/>
          <ac:grpSpMkLst>
            <pc:docMk/>
            <pc:sldMk cId="2960047355" sldId="1327"/>
            <ac:grpSpMk id="46" creationId="{F59A17DB-F576-77E5-E253-3809495AB351}"/>
          </ac:grpSpMkLst>
        </pc:grpChg>
        <pc:grpChg chg="del">
          <ac:chgData name="nada alshamsan" userId="f5abeb7a1ab79965" providerId="LiveId" clId="{DF78A89E-645E-4559-8A6B-70E96CAEFE89}" dt="2025-12-29T13:45:51.125" v="1761" actId="478"/>
          <ac:grpSpMkLst>
            <pc:docMk/>
            <pc:sldMk cId="2960047355" sldId="1327"/>
            <ac:grpSpMk id="68" creationId="{39BFD57D-B9FB-DCFA-B124-B6D8E45CD99A}"/>
          </ac:grpSpMkLst>
        </pc:grpChg>
        <pc:grpChg chg="add mod">
          <ac:chgData name="nada alshamsan" userId="f5abeb7a1ab79965" providerId="LiveId" clId="{DF78A89E-645E-4559-8A6B-70E96CAEFE89}" dt="2025-12-29T14:00:39.073" v="2066" actId="164"/>
          <ac:grpSpMkLst>
            <pc:docMk/>
            <pc:sldMk cId="2960047355" sldId="1327"/>
            <ac:grpSpMk id="69" creationId="{4EAF4645-DEC8-6E29-E31C-5B3A38545882}"/>
          </ac:grpSpMkLst>
        </pc:grpChg>
        <pc:grpChg chg="mod">
          <ac:chgData name="nada alshamsan" userId="f5abeb7a1ab79965" providerId="LiveId" clId="{DF78A89E-645E-4559-8A6B-70E96CAEFE89}" dt="2025-12-29T13:53:49.289" v="1802"/>
          <ac:grpSpMkLst>
            <pc:docMk/>
            <pc:sldMk cId="2960047355" sldId="1327"/>
            <ac:grpSpMk id="70" creationId="{044F914A-8AAE-96FD-1749-DA8D557551A1}"/>
          </ac:grpSpMkLst>
        </pc:grpChg>
        <pc:grpChg chg="add mod">
          <ac:chgData name="nada alshamsan" userId="f5abeb7a1ab79965" providerId="LiveId" clId="{DF78A89E-645E-4559-8A6B-70E96CAEFE89}" dt="2025-12-29T13:54:03.950" v="1806" actId="571"/>
          <ac:grpSpMkLst>
            <pc:docMk/>
            <pc:sldMk cId="2960047355" sldId="1327"/>
            <ac:grpSpMk id="75" creationId="{98A9B416-65CE-4ADC-F58A-C99F245FE652}"/>
          </ac:grpSpMkLst>
        </pc:grpChg>
        <pc:grpChg chg="mod">
          <ac:chgData name="nada alshamsan" userId="f5abeb7a1ab79965" providerId="LiveId" clId="{DF78A89E-645E-4559-8A6B-70E96CAEFE89}" dt="2025-12-29T13:54:05.032" v="1807" actId="571"/>
          <ac:grpSpMkLst>
            <pc:docMk/>
            <pc:sldMk cId="2960047355" sldId="1327"/>
            <ac:grpSpMk id="76" creationId="{BFC3A4B6-BC2C-9949-554E-73A8AF88A44A}"/>
          </ac:grpSpMkLst>
        </pc:grpChg>
        <pc:grpChg chg="add mod">
          <ac:chgData name="nada alshamsan" userId="f5abeb7a1ab79965" providerId="LiveId" clId="{DF78A89E-645E-4559-8A6B-70E96CAEFE89}" dt="2025-12-29T13:54:05.032" v="1807" actId="571"/>
          <ac:grpSpMkLst>
            <pc:docMk/>
            <pc:sldMk cId="2960047355" sldId="1327"/>
            <ac:grpSpMk id="81" creationId="{4D2E9764-FEB7-6BDC-58D7-206EC067D9F1}"/>
          </ac:grpSpMkLst>
        </pc:grpChg>
        <pc:grpChg chg="mod">
          <ac:chgData name="nada alshamsan" userId="f5abeb7a1ab79965" providerId="LiveId" clId="{DF78A89E-645E-4559-8A6B-70E96CAEFE89}" dt="2025-12-29T13:54:05.032" v="1807" actId="571"/>
          <ac:grpSpMkLst>
            <pc:docMk/>
            <pc:sldMk cId="2960047355" sldId="1327"/>
            <ac:grpSpMk id="87" creationId="{B1F8D332-BC46-71B2-44AF-C3EF72F9CD5D}"/>
          </ac:grpSpMkLst>
        </pc:grpChg>
        <pc:grpChg chg="mod">
          <ac:chgData name="nada alshamsan" userId="f5abeb7a1ab79965" providerId="LiveId" clId="{DF78A89E-645E-4559-8A6B-70E96CAEFE89}" dt="2025-12-29T13:54:05.032" v="1807" actId="571"/>
          <ac:grpSpMkLst>
            <pc:docMk/>
            <pc:sldMk cId="2960047355" sldId="1327"/>
            <ac:grpSpMk id="88" creationId="{308BF426-C3B4-6616-036D-D860DD42A7D2}"/>
          </ac:grpSpMkLst>
        </pc:grpChg>
        <pc:grpChg chg="add mod">
          <ac:chgData name="nada alshamsan" userId="f5abeb7a1ab79965" providerId="LiveId" clId="{DF78A89E-645E-4559-8A6B-70E96CAEFE89}" dt="2025-12-29T14:10:48.508" v="2143" actId="164"/>
          <ac:grpSpMkLst>
            <pc:docMk/>
            <pc:sldMk cId="2960047355" sldId="1327"/>
            <ac:grpSpMk id="94" creationId="{E08FF760-7231-E55E-880C-7EBBE4766D1C}"/>
          </ac:grpSpMkLst>
        </pc:grpChg>
        <pc:grpChg chg="add mod">
          <ac:chgData name="nada alshamsan" userId="f5abeb7a1ab79965" providerId="LiveId" clId="{DF78A89E-645E-4559-8A6B-70E96CAEFE89}" dt="2025-12-29T14:10:48.508" v="2143" actId="164"/>
          <ac:grpSpMkLst>
            <pc:docMk/>
            <pc:sldMk cId="2960047355" sldId="1327"/>
            <ac:grpSpMk id="96" creationId="{B184FCD1-E414-C9C7-173E-135B8639DF01}"/>
          </ac:grpSpMkLst>
        </pc:grpChg>
        <pc:grpChg chg="add mod">
          <ac:chgData name="nada alshamsan" userId="f5abeb7a1ab79965" providerId="LiveId" clId="{DF78A89E-645E-4559-8A6B-70E96CAEFE89}" dt="2025-12-29T14:10:48.508" v="2143" actId="164"/>
          <ac:grpSpMkLst>
            <pc:docMk/>
            <pc:sldMk cId="2960047355" sldId="1327"/>
            <ac:grpSpMk id="98" creationId="{97707184-C052-DE52-C469-DADEA1B5104E}"/>
          </ac:grpSpMkLst>
        </pc:grpChg>
        <pc:grpChg chg="add mod">
          <ac:chgData name="nada alshamsan" userId="f5abeb7a1ab79965" providerId="LiveId" clId="{DF78A89E-645E-4559-8A6B-70E96CAEFE89}" dt="2025-12-29T14:10:48.508" v="2143" actId="164"/>
          <ac:grpSpMkLst>
            <pc:docMk/>
            <pc:sldMk cId="2960047355" sldId="1327"/>
            <ac:grpSpMk id="100" creationId="{442EB91C-AAE0-A20A-366C-6BFDD3E69D9D}"/>
          </ac:grpSpMkLst>
        </pc:grpChg>
        <pc:grpChg chg="add mod">
          <ac:chgData name="nada alshamsan" userId="f5abeb7a1ab79965" providerId="LiveId" clId="{DF78A89E-645E-4559-8A6B-70E96CAEFE89}" dt="2025-12-29T14:10:48.508" v="2143" actId="164"/>
          <ac:grpSpMkLst>
            <pc:docMk/>
            <pc:sldMk cId="2960047355" sldId="1327"/>
            <ac:grpSpMk id="102" creationId="{FE5390E1-8CCA-CE21-047B-3C24183D7881}"/>
          </ac:grpSpMkLst>
        </pc:grpChg>
        <pc:grpChg chg="add mod">
          <ac:chgData name="nada alshamsan" userId="f5abeb7a1ab79965" providerId="LiveId" clId="{DF78A89E-645E-4559-8A6B-70E96CAEFE89}" dt="2025-12-29T14:08:56.365" v="2117" actId="1076"/>
          <ac:grpSpMkLst>
            <pc:docMk/>
            <pc:sldMk cId="2960047355" sldId="1327"/>
            <ac:grpSpMk id="103" creationId="{9E0B8E32-88CA-1277-F1C1-922C51D0659E}"/>
          </ac:grpSpMkLst>
        </pc:grpChg>
        <pc:grpChg chg="add del mod">
          <ac:chgData name="nada alshamsan" userId="f5abeb7a1ab79965" providerId="LiveId" clId="{DF78A89E-645E-4559-8A6B-70E96CAEFE89}" dt="2025-12-29T14:11:48.702" v="2168" actId="478"/>
          <ac:grpSpMkLst>
            <pc:docMk/>
            <pc:sldMk cId="2960047355" sldId="1327"/>
            <ac:grpSpMk id="109" creationId="{9D8976DE-366A-BB8E-C703-0CAEC85400FE}"/>
          </ac:grpSpMkLst>
        </pc:grpChg>
        <pc:grpChg chg="del mod">
          <ac:chgData name="nada alshamsan" userId="f5abeb7a1ab79965" providerId="LiveId" clId="{DF78A89E-645E-4559-8A6B-70E96CAEFE89}" dt="2025-12-29T14:07:15.952" v="2116" actId="478"/>
          <ac:grpSpMkLst>
            <pc:docMk/>
            <pc:sldMk cId="2960047355" sldId="1327"/>
            <ac:grpSpMk id="110" creationId="{AD57A378-5A4E-D053-BA85-89A83BE06332}"/>
          </ac:grpSpMkLst>
        </pc:grpChg>
        <pc:grpChg chg="add mod">
          <ac:chgData name="nada alshamsan" userId="f5abeb7a1ab79965" providerId="LiveId" clId="{DF78A89E-645E-4559-8A6B-70E96CAEFE89}" dt="2025-12-29T16:04:28.672" v="2460" actId="1036"/>
          <ac:grpSpMkLst>
            <pc:docMk/>
            <pc:sldMk cId="2960047355" sldId="1327"/>
            <ac:grpSpMk id="122" creationId="{9000188F-46A1-5C39-BD9E-4BB2943ABE05}"/>
          </ac:grpSpMkLst>
        </pc:grpChg>
        <pc:grpChg chg="del mod">
          <ac:chgData name="nada alshamsan" userId="f5abeb7a1ab79965" providerId="LiveId" clId="{DF78A89E-645E-4559-8A6B-70E96CAEFE89}" dt="2025-12-29T14:11:44.699" v="2167" actId="478"/>
          <ac:grpSpMkLst>
            <pc:docMk/>
            <pc:sldMk cId="2960047355" sldId="1327"/>
            <ac:grpSpMk id="123" creationId="{093654EB-E034-9818-2334-674D4AE6188B}"/>
          </ac:grpSpMkLst>
        </pc:grpChg>
        <pc:cxnChg chg="mod">
          <ac:chgData name="nada alshamsan" userId="f5abeb7a1ab79965" providerId="LiveId" clId="{DF78A89E-645E-4559-8A6B-70E96CAEFE89}" dt="2025-12-29T13:57:51.181" v="1983" actId="1036"/>
          <ac:cxnSpMkLst>
            <pc:docMk/>
            <pc:sldMk cId="2960047355" sldId="1327"/>
            <ac:cxnSpMk id="8" creationId="{146C9CBC-2879-3B31-1625-7304EA417292}"/>
          </ac:cxnSpMkLst>
        </pc:cxnChg>
        <pc:cxnChg chg="mod">
          <ac:chgData name="nada alshamsan" userId="f5abeb7a1ab79965" providerId="LiveId" clId="{DF78A89E-645E-4559-8A6B-70E96CAEFE89}" dt="2025-12-29T13:57:51.181" v="1983" actId="1036"/>
          <ac:cxnSpMkLst>
            <pc:docMk/>
            <pc:sldMk cId="2960047355" sldId="1327"/>
            <ac:cxnSpMk id="9" creationId="{72C18B84-265C-B30E-4CB3-6E39DAE45647}"/>
          </ac:cxnSpMkLst>
        </pc:cxnChg>
        <pc:cxnChg chg="mod">
          <ac:chgData name="nada alshamsan" userId="f5abeb7a1ab79965" providerId="LiveId" clId="{DF78A89E-645E-4559-8A6B-70E96CAEFE89}" dt="2025-12-29T13:57:43.248" v="1963" actId="1035"/>
          <ac:cxnSpMkLst>
            <pc:docMk/>
            <pc:sldMk cId="2960047355" sldId="1327"/>
            <ac:cxnSpMk id="25" creationId="{6B502348-98E1-7557-B6F0-31FDC270A4A4}"/>
          </ac:cxnSpMkLst>
        </pc:cxnChg>
        <pc:cxnChg chg="mod">
          <ac:chgData name="nada alshamsan" userId="f5abeb7a1ab79965" providerId="LiveId" clId="{DF78A89E-645E-4559-8A6B-70E96CAEFE89}" dt="2025-12-29T13:57:43.248" v="1963" actId="1035"/>
          <ac:cxnSpMkLst>
            <pc:docMk/>
            <pc:sldMk cId="2960047355" sldId="1327"/>
            <ac:cxnSpMk id="26" creationId="{E8060578-6555-9ADB-3BBA-6CD5B672C09D}"/>
          </ac:cxnSpMkLst>
        </pc:cxnChg>
        <pc:cxnChg chg="mod">
          <ac:chgData name="nada alshamsan" userId="f5abeb7a1ab79965" providerId="LiveId" clId="{DF78A89E-645E-4559-8A6B-70E96CAEFE89}" dt="2025-12-29T13:57:08.764" v="1898" actId="1036"/>
          <ac:cxnSpMkLst>
            <pc:docMk/>
            <pc:sldMk cId="2960047355" sldId="1327"/>
            <ac:cxnSpMk id="41" creationId="{988503C5-A5E5-0313-7F37-C85249288C8C}"/>
          </ac:cxnSpMkLst>
        </pc:cxnChg>
        <pc:cxnChg chg="mod">
          <ac:chgData name="nada alshamsan" userId="f5abeb7a1ab79965" providerId="LiveId" clId="{DF78A89E-645E-4559-8A6B-70E96CAEFE89}" dt="2025-12-29T13:57:08.764" v="1898" actId="1036"/>
          <ac:cxnSpMkLst>
            <pc:docMk/>
            <pc:sldMk cId="2960047355" sldId="1327"/>
            <ac:cxnSpMk id="42" creationId="{7F28BBDB-5C84-0F44-4F9F-3EF8D326E7C2}"/>
          </ac:cxnSpMkLst>
        </pc:cxnChg>
        <pc:cxnChg chg="mod">
          <ac:chgData name="nada alshamsan" userId="f5abeb7a1ab79965" providerId="LiveId" clId="{DF78A89E-645E-4559-8A6B-70E96CAEFE89}" dt="2025-12-29T13:56:50.640" v="1882" actId="1036"/>
          <ac:cxnSpMkLst>
            <pc:docMk/>
            <pc:sldMk cId="2960047355" sldId="1327"/>
            <ac:cxnSpMk id="56" creationId="{D1622BA7-A244-F9F9-4703-B6CE7E505E1E}"/>
          </ac:cxnSpMkLst>
        </pc:cxnChg>
        <pc:cxnChg chg="mod">
          <ac:chgData name="nada alshamsan" userId="f5abeb7a1ab79965" providerId="LiveId" clId="{DF78A89E-645E-4559-8A6B-70E96CAEFE89}" dt="2025-12-29T13:56:50.640" v="1882" actId="1036"/>
          <ac:cxnSpMkLst>
            <pc:docMk/>
            <pc:sldMk cId="2960047355" sldId="1327"/>
            <ac:cxnSpMk id="57" creationId="{5C79678B-7A2C-4A04-637F-A9F863399780}"/>
          </ac:cxnSpMkLst>
        </pc:cxnChg>
        <pc:cxnChg chg="mod">
          <ac:chgData name="nada alshamsan" userId="f5abeb7a1ab79965" providerId="LiveId" clId="{DF78A89E-645E-4559-8A6B-70E96CAEFE89}" dt="2025-12-29T13:56:31.098" v="1858" actId="1036"/>
          <ac:cxnSpMkLst>
            <pc:docMk/>
            <pc:sldMk cId="2960047355" sldId="1327"/>
            <ac:cxnSpMk id="73" creationId="{1FE61D59-2E0A-D3DC-99DD-4FC5C2A0D321}"/>
          </ac:cxnSpMkLst>
        </pc:cxnChg>
        <pc:cxnChg chg="mod">
          <ac:chgData name="nada alshamsan" userId="f5abeb7a1ab79965" providerId="LiveId" clId="{DF78A89E-645E-4559-8A6B-70E96CAEFE89}" dt="2025-12-29T13:56:31.098" v="1858" actId="1036"/>
          <ac:cxnSpMkLst>
            <pc:docMk/>
            <pc:sldMk cId="2960047355" sldId="1327"/>
            <ac:cxnSpMk id="74" creationId="{8736FBDD-67A2-E749-7686-47E7699C0FEF}"/>
          </ac:cxnSpMkLst>
        </pc:cxnChg>
      </pc:sldChg>
      <pc:sldChg chg="addSp delSp modSp add mod ord setBg">
        <pc:chgData name="nada alshamsan" userId="f5abeb7a1ab79965" providerId="LiveId" clId="{DF78A89E-645E-4559-8A6B-70E96CAEFE89}" dt="2025-12-29T17:46:09.197" v="3175"/>
        <pc:sldMkLst>
          <pc:docMk/>
          <pc:sldMk cId="3303552746" sldId="1328"/>
        </pc:sldMkLst>
        <pc:spChg chg="mod">
          <ac:chgData name="nada alshamsan" userId="f5abeb7a1ab79965" providerId="LiveId" clId="{DF78A89E-645E-4559-8A6B-70E96CAEFE89}" dt="2025-12-29T16:14:21.736" v="2563" actId="403"/>
          <ac:spMkLst>
            <pc:docMk/>
            <pc:sldMk cId="3303552746" sldId="1328"/>
            <ac:spMk id="2" creationId="{49B8962D-E02E-0E91-5E62-406F79E8F60F}"/>
          </ac:spMkLst>
        </pc:spChg>
        <pc:spChg chg="add del mod">
          <ac:chgData name="nada alshamsan" userId="f5abeb7a1ab79965" providerId="LiveId" clId="{DF78A89E-645E-4559-8A6B-70E96CAEFE89}" dt="2025-12-29T16:29:07.560" v="2607" actId="478"/>
          <ac:spMkLst>
            <pc:docMk/>
            <pc:sldMk cId="3303552746" sldId="1328"/>
            <ac:spMk id="5" creationId="{5E9FC8C0-00CC-AEF0-EB96-464BE1993C8F}"/>
          </ac:spMkLst>
        </pc:spChg>
        <pc:spChg chg="add del mod">
          <ac:chgData name="nada alshamsan" userId="f5abeb7a1ab79965" providerId="LiveId" clId="{DF78A89E-645E-4559-8A6B-70E96CAEFE89}" dt="2025-12-29T16:29:42.518" v="2622" actId="478"/>
          <ac:spMkLst>
            <pc:docMk/>
            <pc:sldMk cId="3303552746" sldId="1328"/>
            <ac:spMk id="6" creationId="{8E04BC02-A6B6-984E-DB25-2BA02D5C1291}"/>
          </ac:spMkLst>
        </pc:spChg>
        <pc:spChg chg="add mod">
          <ac:chgData name="nada alshamsan" userId="f5abeb7a1ab79965" providerId="LiveId" clId="{DF78A89E-645E-4559-8A6B-70E96CAEFE89}" dt="2025-12-29T17:46:09.197" v="3175"/>
          <ac:spMkLst>
            <pc:docMk/>
            <pc:sldMk cId="3303552746" sldId="1328"/>
            <ac:spMk id="7" creationId="{B8B16E32-14B6-2929-F99C-64BFEF3EB26D}"/>
          </ac:spMkLst>
        </pc:spChg>
        <pc:spChg chg="add mod">
          <ac:chgData name="nada alshamsan" userId="f5abeb7a1ab79965" providerId="LiveId" clId="{DF78A89E-645E-4559-8A6B-70E96CAEFE89}" dt="2025-12-29T17:46:09.197" v="3175"/>
          <ac:spMkLst>
            <pc:docMk/>
            <pc:sldMk cId="3303552746" sldId="1328"/>
            <ac:spMk id="8" creationId="{D5F2A9AF-FAD3-70B4-FA30-1A37FB3BB358}"/>
          </ac:spMkLst>
        </pc:spChg>
        <pc:spChg chg="del mod">
          <ac:chgData name="nada alshamsan" userId="f5abeb7a1ab79965" providerId="LiveId" clId="{DF78A89E-645E-4559-8A6B-70E96CAEFE89}" dt="2025-12-29T14:12:17.104" v="2182" actId="478"/>
          <ac:spMkLst>
            <pc:docMk/>
            <pc:sldMk cId="3303552746" sldId="1328"/>
            <ac:spMk id="12" creationId="{7D131B7E-8B35-694F-AECB-B5626525BCDF}"/>
          </ac:spMkLst>
        </pc:spChg>
        <pc:spChg chg="mod">
          <ac:chgData name="nada alshamsan" userId="f5abeb7a1ab79965" providerId="LiveId" clId="{DF78A89E-645E-4559-8A6B-70E96CAEFE89}" dt="2025-12-29T16:04:46.068" v="2461"/>
          <ac:spMkLst>
            <pc:docMk/>
            <pc:sldMk cId="3303552746" sldId="1328"/>
            <ac:spMk id="14" creationId="{FBFAFC20-B6B1-FEF7-846B-49B957A33E1D}"/>
          </ac:spMkLst>
        </pc:spChg>
        <pc:spChg chg="del">
          <ac:chgData name="nada alshamsan" userId="f5abeb7a1ab79965" providerId="LiveId" clId="{DF78A89E-645E-4559-8A6B-70E96CAEFE89}" dt="2025-12-29T17:46:06.287" v="3173" actId="478"/>
          <ac:spMkLst>
            <pc:docMk/>
            <pc:sldMk cId="3303552746" sldId="1328"/>
            <ac:spMk id="16" creationId="{06AB589B-1D39-CFAE-76BC-6585DB6ABE28}"/>
          </ac:spMkLst>
        </pc:spChg>
        <pc:spChg chg="del">
          <ac:chgData name="nada alshamsan" userId="f5abeb7a1ab79965" providerId="LiveId" clId="{DF78A89E-645E-4559-8A6B-70E96CAEFE89}" dt="2025-12-29T17:46:07.973" v="3174" actId="478"/>
          <ac:spMkLst>
            <pc:docMk/>
            <pc:sldMk cId="3303552746" sldId="1328"/>
            <ac:spMk id="17" creationId="{9AD7D0ED-B06E-2434-3DF7-04158BDBD240}"/>
          </ac:spMkLst>
        </pc:spChg>
        <pc:spChg chg="mod">
          <ac:chgData name="nada alshamsan" userId="f5abeb7a1ab79965" providerId="LiveId" clId="{DF78A89E-645E-4559-8A6B-70E96CAEFE89}" dt="2025-12-29T14:12:14.483" v="2181"/>
          <ac:spMkLst>
            <pc:docMk/>
            <pc:sldMk cId="3303552746" sldId="1328"/>
            <ac:spMk id="19" creationId="{8A5C9A63-E346-9D1F-F4C7-F4F926463350}"/>
          </ac:spMkLst>
        </pc:spChg>
        <pc:spChg chg="mod">
          <ac:chgData name="nada alshamsan" userId="f5abeb7a1ab79965" providerId="LiveId" clId="{DF78A89E-645E-4559-8A6B-70E96CAEFE89}" dt="2025-12-29T14:12:14.483" v="2181"/>
          <ac:spMkLst>
            <pc:docMk/>
            <pc:sldMk cId="3303552746" sldId="1328"/>
            <ac:spMk id="27" creationId="{15B3905A-5AF2-5E4F-BF4C-BA0FE0DCCC50}"/>
          </ac:spMkLst>
        </pc:spChg>
        <pc:spChg chg="mod">
          <ac:chgData name="nada alshamsan" userId="f5abeb7a1ab79965" providerId="LiveId" clId="{DF78A89E-645E-4559-8A6B-70E96CAEFE89}" dt="2025-12-29T14:12:14.483" v="2181"/>
          <ac:spMkLst>
            <pc:docMk/>
            <pc:sldMk cId="3303552746" sldId="1328"/>
            <ac:spMk id="29" creationId="{A21B296B-6AFA-33BC-3DF1-CF0DA9798DDE}"/>
          </ac:spMkLst>
        </pc:spChg>
        <pc:spChg chg="mod">
          <ac:chgData name="nada alshamsan" userId="f5abeb7a1ab79965" providerId="LiveId" clId="{DF78A89E-645E-4559-8A6B-70E96CAEFE89}" dt="2025-12-29T14:12:14.483" v="2181"/>
          <ac:spMkLst>
            <pc:docMk/>
            <pc:sldMk cId="3303552746" sldId="1328"/>
            <ac:spMk id="31" creationId="{A697CF68-D81F-F9D3-BA77-77D617ECF5A9}"/>
          </ac:spMkLst>
        </pc:spChg>
        <pc:spChg chg="mod">
          <ac:chgData name="nada alshamsan" userId="f5abeb7a1ab79965" providerId="LiveId" clId="{DF78A89E-645E-4559-8A6B-70E96CAEFE89}" dt="2025-12-29T16:08:56.124" v="2492" actId="207"/>
          <ac:spMkLst>
            <pc:docMk/>
            <pc:sldMk cId="3303552746" sldId="1328"/>
            <ac:spMk id="32" creationId="{9439A2BE-F5A6-4682-ACC2-E6E777324853}"/>
          </ac:spMkLst>
        </pc:spChg>
        <pc:spChg chg="mod">
          <ac:chgData name="nada alshamsan" userId="f5abeb7a1ab79965" providerId="LiveId" clId="{DF78A89E-645E-4559-8A6B-70E96CAEFE89}" dt="2025-12-29T14:12:14.483" v="2181"/>
          <ac:spMkLst>
            <pc:docMk/>
            <pc:sldMk cId="3303552746" sldId="1328"/>
            <ac:spMk id="33" creationId="{318C049E-F272-095C-13E1-43A065B825B4}"/>
          </ac:spMkLst>
        </pc:spChg>
        <pc:spChg chg="mod">
          <ac:chgData name="nada alshamsan" userId="f5abeb7a1ab79965" providerId="LiveId" clId="{DF78A89E-645E-4559-8A6B-70E96CAEFE89}" dt="2025-12-29T14:12:14.483" v="2181"/>
          <ac:spMkLst>
            <pc:docMk/>
            <pc:sldMk cId="3303552746" sldId="1328"/>
            <ac:spMk id="34" creationId="{BFD7BB28-690F-D126-528B-2C2096025D4B}"/>
          </ac:spMkLst>
        </pc:spChg>
        <pc:spChg chg="mod">
          <ac:chgData name="nada alshamsan" userId="f5abeb7a1ab79965" providerId="LiveId" clId="{DF78A89E-645E-4559-8A6B-70E96CAEFE89}" dt="2025-12-29T14:12:14.483" v="2181"/>
          <ac:spMkLst>
            <pc:docMk/>
            <pc:sldMk cId="3303552746" sldId="1328"/>
            <ac:spMk id="36" creationId="{AE1DD9F4-0F9D-32A7-617A-B87107F219EF}"/>
          </ac:spMkLst>
        </pc:spChg>
        <pc:spChg chg="mod">
          <ac:chgData name="nada alshamsan" userId="f5abeb7a1ab79965" providerId="LiveId" clId="{DF78A89E-645E-4559-8A6B-70E96CAEFE89}" dt="2025-12-29T14:12:14.483" v="2181"/>
          <ac:spMkLst>
            <pc:docMk/>
            <pc:sldMk cId="3303552746" sldId="1328"/>
            <ac:spMk id="37" creationId="{8116BCCD-06BA-2B84-7E91-96F16B709ECD}"/>
          </ac:spMkLst>
        </pc:spChg>
        <pc:spChg chg="add mod">
          <ac:chgData name="nada alshamsan" userId="f5abeb7a1ab79965" providerId="LiveId" clId="{DF78A89E-645E-4559-8A6B-70E96CAEFE89}" dt="2025-12-29T16:08:43.084" v="2491" actId="164"/>
          <ac:spMkLst>
            <pc:docMk/>
            <pc:sldMk cId="3303552746" sldId="1328"/>
            <ac:spMk id="38" creationId="{888A5F3F-1565-01E4-5D3B-1A7B75A420C3}"/>
          </ac:spMkLst>
        </pc:spChg>
        <pc:spChg chg="add mod">
          <ac:chgData name="nada alshamsan" userId="f5abeb7a1ab79965" providerId="LiveId" clId="{DF78A89E-645E-4559-8A6B-70E96CAEFE89}" dt="2025-12-29T16:08:43.084" v="2491" actId="164"/>
          <ac:spMkLst>
            <pc:docMk/>
            <pc:sldMk cId="3303552746" sldId="1328"/>
            <ac:spMk id="40" creationId="{3705FF9D-66EC-05AC-0345-1CF4F124D21A}"/>
          </ac:spMkLst>
        </pc:spChg>
        <pc:spChg chg="add mod">
          <ac:chgData name="nada alshamsan" userId="f5abeb7a1ab79965" providerId="LiveId" clId="{DF78A89E-645E-4559-8A6B-70E96CAEFE89}" dt="2025-12-29T16:08:43.084" v="2491" actId="164"/>
          <ac:spMkLst>
            <pc:docMk/>
            <pc:sldMk cId="3303552746" sldId="1328"/>
            <ac:spMk id="43" creationId="{C39B877E-BECB-CE94-38E8-3C02A67B0768}"/>
          </ac:spMkLst>
        </pc:spChg>
        <pc:spChg chg="add mod">
          <ac:chgData name="nada alshamsan" userId="f5abeb7a1ab79965" providerId="LiveId" clId="{DF78A89E-645E-4559-8A6B-70E96CAEFE89}" dt="2025-12-29T16:08:43.084" v="2491" actId="164"/>
          <ac:spMkLst>
            <pc:docMk/>
            <pc:sldMk cId="3303552746" sldId="1328"/>
            <ac:spMk id="44" creationId="{BE40AA75-D886-887F-D9F6-6418363AF0CB}"/>
          </ac:spMkLst>
        </pc:spChg>
        <pc:spChg chg="add mod">
          <ac:chgData name="nada alshamsan" userId="f5abeb7a1ab79965" providerId="LiveId" clId="{DF78A89E-645E-4559-8A6B-70E96CAEFE89}" dt="2025-12-29T16:08:43.084" v="2491" actId="164"/>
          <ac:spMkLst>
            <pc:docMk/>
            <pc:sldMk cId="3303552746" sldId="1328"/>
            <ac:spMk id="48" creationId="{A402683E-C314-BEA7-A04C-C57A065C9EA7}"/>
          </ac:spMkLst>
        </pc:spChg>
        <pc:spChg chg="add mod">
          <ac:chgData name="nada alshamsan" userId="f5abeb7a1ab79965" providerId="LiveId" clId="{DF78A89E-645E-4559-8A6B-70E96CAEFE89}" dt="2025-12-29T16:08:43.084" v="2491" actId="164"/>
          <ac:spMkLst>
            <pc:docMk/>
            <pc:sldMk cId="3303552746" sldId="1328"/>
            <ac:spMk id="49" creationId="{11A0BEAA-469E-773A-2BF3-C83434F50506}"/>
          </ac:spMkLst>
        </pc:spChg>
        <pc:spChg chg="add mod">
          <ac:chgData name="nada alshamsan" userId="f5abeb7a1ab79965" providerId="LiveId" clId="{DF78A89E-645E-4559-8A6B-70E96CAEFE89}" dt="2025-12-29T16:08:43.084" v="2491" actId="164"/>
          <ac:spMkLst>
            <pc:docMk/>
            <pc:sldMk cId="3303552746" sldId="1328"/>
            <ac:spMk id="50" creationId="{F692EB91-DCDA-91E1-6C15-80481F1E662C}"/>
          </ac:spMkLst>
        </pc:spChg>
        <pc:spChg chg="add mod">
          <ac:chgData name="nada alshamsan" userId="f5abeb7a1ab79965" providerId="LiveId" clId="{DF78A89E-645E-4559-8A6B-70E96CAEFE89}" dt="2025-12-29T16:10:37.652" v="2516" actId="164"/>
          <ac:spMkLst>
            <pc:docMk/>
            <pc:sldMk cId="3303552746" sldId="1328"/>
            <ac:spMk id="53" creationId="{697FA03A-8399-84A0-8E4A-BB543127DDA4}"/>
          </ac:spMkLst>
        </pc:spChg>
        <pc:spChg chg="add mod">
          <ac:chgData name="nada alshamsan" userId="f5abeb7a1ab79965" providerId="LiveId" clId="{DF78A89E-645E-4559-8A6B-70E96CAEFE89}" dt="2025-12-29T16:10:37.652" v="2516" actId="164"/>
          <ac:spMkLst>
            <pc:docMk/>
            <pc:sldMk cId="3303552746" sldId="1328"/>
            <ac:spMk id="54" creationId="{0C198D0E-A3A3-9E36-327F-B76B5555711D}"/>
          </ac:spMkLst>
        </pc:spChg>
        <pc:spChg chg="add mod">
          <ac:chgData name="nada alshamsan" userId="f5abeb7a1ab79965" providerId="LiveId" clId="{DF78A89E-645E-4559-8A6B-70E96CAEFE89}" dt="2025-12-29T16:14:36.669" v="2566" actId="164"/>
          <ac:spMkLst>
            <pc:docMk/>
            <pc:sldMk cId="3303552746" sldId="1328"/>
            <ac:spMk id="59" creationId="{DD8DF091-6096-65A2-121D-7DA3DD6A80B2}"/>
          </ac:spMkLst>
        </pc:spChg>
        <pc:spChg chg="add mod">
          <ac:chgData name="nada alshamsan" userId="f5abeb7a1ab79965" providerId="LiveId" clId="{DF78A89E-645E-4559-8A6B-70E96CAEFE89}" dt="2025-12-29T16:14:36.669" v="2566" actId="164"/>
          <ac:spMkLst>
            <pc:docMk/>
            <pc:sldMk cId="3303552746" sldId="1328"/>
            <ac:spMk id="60" creationId="{DE0F31D9-E44F-2C69-54AA-FEBD9C6C01A8}"/>
          </ac:spMkLst>
        </pc:spChg>
        <pc:spChg chg="add mod">
          <ac:chgData name="nada alshamsan" userId="f5abeb7a1ab79965" providerId="LiveId" clId="{DF78A89E-645E-4559-8A6B-70E96CAEFE89}" dt="2025-12-29T16:14:36.669" v="2566" actId="164"/>
          <ac:spMkLst>
            <pc:docMk/>
            <pc:sldMk cId="3303552746" sldId="1328"/>
            <ac:spMk id="61" creationId="{09E74883-CB67-A9E9-F4C4-67612EBFA173}"/>
          </ac:spMkLst>
        </pc:spChg>
        <pc:spChg chg="add mod">
          <ac:chgData name="nada alshamsan" userId="f5abeb7a1ab79965" providerId="LiveId" clId="{DF78A89E-645E-4559-8A6B-70E96CAEFE89}" dt="2025-12-29T16:14:36.669" v="2566" actId="164"/>
          <ac:spMkLst>
            <pc:docMk/>
            <pc:sldMk cId="3303552746" sldId="1328"/>
            <ac:spMk id="62" creationId="{CBCC877A-304D-283A-03BD-4C20DF0CBA6B}"/>
          </ac:spMkLst>
        </pc:spChg>
        <pc:spChg chg="add del mod">
          <ac:chgData name="nada alshamsan" userId="f5abeb7a1ab79965" providerId="LiveId" clId="{DF78A89E-645E-4559-8A6B-70E96CAEFE89}" dt="2025-12-29T16:13:35.615" v="2550"/>
          <ac:spMkLst>
            <pc:docMk/>
            <pc:sldMk cId="3303552746" sldId="1328"/>
            <ac:spMk id="64" creationId="{61C6786C-390B-DD49-5AAD-399DE9FCCE5C}"/>
          </ac:spMkLst>
        </pc:spChg>
        <pc:spChg chg="add mod">
          <ac:chgData name="nada alshamsan" userId="f5abeb7a1ab79965" providerId="LiveId" clId="{DF78A89E-645E-4559-8A6B-70E96CAEFE89}" dt="2025-12-29T16:14:36.669" v="2566" actId="164"/>
          <ac:spMkLst>
            <pc:docMk/>
            <pc:sldMk cId="3303552746" sldId="1328"/>
            <ac:spMk id="65" creationId="{F5B522FB-C140-54AA-0A32-052738522C0F}"/>
          </ac:spMkLst>
        </pc:spChg>
        <pc:grpChg chg="mod">
          <ac:chgData name="nada alshamsan" userId="f5abeb7a1ab79965" providerId="LiveId" clId="{DF78A89E-645E-4559-8A6B-70E96CAEFE89}" dt="2025-12-29T16:08:43.084" v="2491" actId="164"/>
          <ac:grpSpMkLst>
            <pc:docMk/>
            <pc:sldMk cId="3303552746" sldId="1328"/>
            <ac:grpSpMk id="3" creationId="{AA5E71C9-6A4D-A7B0-6207-1247D307ECE2}"/>
          </ac:grpSpMkLst>
        </pc:grpChg>
        <pc:grpChg chg="del">
          <ac:chgData name="nada alshamsan" userId="f5abeb7a1ab79965" providerId="LiveId" clId="{DF78A89E-645E-4559-8A6B-70E96CAEFE89}" dt="2025-12-29T17:46:06.287" v="3173" actId="478"/>
          <ac:grpSpMkLst>
            <pc:docMk/>
            <pc:sldMk cId="3303552746" sldId="1328"/>
            <ac:grpSpMk id="13" creationId="{8074AEEC-3E1B-E760-AB28-13036E7026BE}"/>
          </ac:grpSpMkLst>
        </pc:grpChg>
        <pc:grpChg chg="del">
          <ac:chgData name="nada alshamsan" userId="f5abeb7a1ab79965" providerId="LiveId" clId="{DF78A89E-645E-4559-8A6B-70E96CAEFE89}" dt="2025-12-29T17:46:07.973" v="3174" actId="478"/>
          <ac:grpSpMkLst>
            <pc:docMk/>
            <pc:sldMk cId="3303552746" sldId="1328"/>
            <ac:grpSpMk id="18" creationId="{9F658C59-2695-9BB7-4AE6-DD2CF48A9945}"/>
          </ac:grpSpMkLst>
        </pc:grpChg>
        <pc:grpChg chg="add mod">
          <ac:chgData name="nada alshamsan" userId="f5abeb7a1ab79965" providerId="LiveId" clId="{DF78A89E-645E-4559-8A6B-70E96CAEFE89}" dt="2025-12-29T16:10:37.652" v="2516" actId="164"/>
          <ac:grpSpMkLst>
            <pc:docMk/>
            <pc:sldMk cId="3303552746" sldId="1328"/>
            <ac:grpSpMk id="51" creationId="{C9063EA7-EB0F-3DF1-2883-E5F487EF091B}"/>
          </ac:grpSpMkLst>
        </pc:grpChg>
        <pc:grpChg chg="add mod">
          <ac:chgData name="nada alshamsan" userId="f5abeb7a1ab79965" providerId="LiveId" clId="{DF78A89E-645E-4559-8A6B-70E96CAEFE89}" dt="2025-12-29T16:14:36.669" v="2566" actId="164"/>
          <ac:grpSpMkLst>
            <pc:docMk/>
            <pc:sldMk cId="3303552746" sldId="1328"/>
            <ac:grpSpMk id="58" creationId="{00BE2E00-BACA-7189-45E5-7D05E24BF56B}"/>
          </ac:grpSpMkLst>
        </pc:grpChg>
        <pc:grpChg chg="add mod">
          <ac:chgData name="nada alshamsan" userId="f5abeb7a1ab79965" providerId="LiveId" clId="{DF78A89E-645E-4559-8A6B-70E96CAEFE89}" dt="2025-12-29T16:29:29.423" v="2619" actId="1035"/>
          <ac:grpSpMkLst>
            <pc:docMk/>
            <pc:sldMk cId="3303552746" sldId="1328"/>
            <ac:grpSpMk id="66" creationId="{ECB46669-D38B-3D40-696D-9A4525895A01}"/>
          </ac:grpSpMkLst>
        </pc:grpChg>
        <pc:grpChg chg="del">
          <ac:chgData name="nada alshamsan" userId="f5abeb7a1ab79965" providerId="LiveId" clId="{DF78A89E-645E-4559-8A6B-70E96CAEFE89}" dt="2025-12-29T14:12:09.917" v="2180" actId="478"/>
          <ac:grpSpMkLst>
            <pc:docMk/>
            <pc:sldMk cId="3303552746" sldId="1328"/>
            <ac:grpSpMk id="122" creationId="{DCEDC83C-3639-CD59-D07B-765225E7C00A}"/>
          </ac:grpSpMkLst>
        </pc:grpChg>
      </pc:sldChg>
      <pc:sldChg chg="add del">
        <pc:chgData name="nada alshamsan" userId="f5abeb7a1ab79965" providerId="LiveId" clId="{DF78A89E-645E-4559-8A6B-70E96CAEFE89}" dt="2025-12-29T17:42:11.489" v="3116" actId="47"/>
        <pc:sldMkLst>
          <pc:docMk/>
          <pc:sldMk cId="477123262" sldId="1329"/>
        </pc:sldMkLst>
      </pc:sldChg>
      <pc:sldChg chg="delSp add del mod setBg">
        <pc:chgData name="nada alshamsan" userId="f5abeb7a1ab79965" providerId="LiveId" clId="{DF78A89E-645E-4559-8A6B-70E96CAEFE89}" dt="2025-12-29T16:15:46.951" v="2569" actId="47"/>
        <pc:sldMkLst>
          <pc:docMk/>
          <pc:sldMk cId="581784878" sldId="1329"/>
        </pc:sldMkLst>
        <pc:grpChg chg="del">
          <ac:chgData name="nada alshamsan" userId="f5abeb7a1ab79965" providerId="LiveId" clId="{DF78A89E-645E-4559-8A6B-70E96CAEFE89}" dt="2025-12-29T14:14:29.456" v="2376" actId="478"/>
          <ac:grpSpMkLst>
            <pc:docMk/>
            <pc:sldMk cId="581784878" sldId="1329"/>
            <ac:grpSpMk id="3" creationId="{3ADC431C-6950-46B7-6715-1A74A41D6DCF}"/>
          </ac:grpSpMkLst>
        </pc:grpChg>
      </pc:sldChg>
      <pc:sldChg chg="add del">
        <pc:chgData name="nada alshamsan" userId="f5abeb7a1ab79965" providerId="LiveId" clId="{DF78A89E-645E-4559-8A6B-70E96CAEFE89}" dt="2025-12-29T16:41:06.766" v="2766" actId="47"/>
        <pc:sldMkLst>
          <pc:docMk/>
          <pc:sldMk cId="1051837275" sldId="1329"/>
        </pc:sldMkLst>
      </pc:sldChg>
      <pc:sldChg chg="addSp delSp modSp add mod">
        <pc:chgData name="nada alshamsan" userId="f5abeb7a1ab79965" providerId="LiveId" clId="{DF78A89E-645E-4559-8A6B-70E96CAEFE89}" dt="2025-12-29T18:03:28.268" v="3342" actId="20577"/>
        <pc:sldMkLst>
          <pc:docMk/>
          <pc:sldMk cId="65567313" sldId="1330"/>
        </pc:sldMkLst>
        <pc:spChg chg="mod topLvl">
          <ac:chgData name="nada alshamsan" userId="f5abeb7a1ab79965" providerId="LiveId" clId="{DF78A89E-645E-4559-8A6B-70E96CAEFE89}" dt="2025-12-29T17:48:27.815" v="3189"/>
          <ac:spMkLst>
            <pc:docMk/>
            <pc:sldMk cId="65567313" sldId="1330"/>
            <ac:spMk id="2" creationId="{ABB78253-69B3-0653-1DF7-1E7C793A16B0}"/>
          </ac:spMkLst>
        </pc:spChg>
        <pc:spChg chg="del">
          <ac:chgData name="nada alshamsan" userId="f5abeb7a1ab79965" providerId="LiveId" clId="{DF78A89E-645E-4559-8A6B-70E96CAEFE89}" dt="2025-12-29T17:02:03.162" v="2770" actId="478"/>
          <ac:spMkLst>
            <pc:docMk/>
            <pc:sldMk cId="65567313" sldId="1330"/>
            <ac:spMk id="3" creationId="{07C4116E-D4F6-9448-2F36-E8F23BB6374F}"/>
          </ac:spMkLst>
        </pc:spChg>
        <pc:spChg chg="mod">
          <ac:chgData name="nada alshamsan" userId="f5abeb7a1ab79965" providerId="LiveId" clId="{DF78A89E-645E-4559-8A6B-70E96CAEFE89}" dt="2025-12-29T17:44:54.005" v="3154" actId="165"/>
          <ac:spMkLst>
            <pc:docMk/>
            <pc:sldMk cId="65567313" sldId="1330"/>
            <ac:spMk id="14" creationId="{E8DE99D4-D614-A7CD-6D12-B31FCB840453}"/>
          </ac:spMkLst>
        </pc:spChg>
        <pc:spChg chg="mod">
          <ac:chgData name="nada alshamsan" userId="f5abeb7a1ab79965" providerId="LiveId" clId="{DF78A89E-645E-4559-8A6B-70E96CAEFE89}" dt="2025-12-29T17:44:54.005" v="3154" actId="165"/>
          <ac:spMkLst>
            <pc:docMk/>
            <pc:sldMk cId="65567313" sldId="1330"/>
            <ac:spMk id="16" creationId="{1A494FE0-4CBF-3CAC-DD3F-907890197806}"/>
          </ac:spMkLst>
        </pc:spChg>
        <pc:spChg chg="mod">
          <ac:chgData name="nada alshamsan" userId="f5abeb7a1ab79965" providerId="LiveId" clId="{DF78A89E-645E-4559-8A6B-70E96CAEFE89}" dt="2025-12-29T17:44:54.005" v="3154" actId="165"/>
          <ac:spMkLst>
            <pc:docMk/>
            <pc:sldMk cId="65567313" sldId="1330"/>
            <ac:spMk id="17" creationId="{B17C89A1-E3D9-2420-9B65-CD316E310770}"/>
          </ac:spMkLst>
        </pc:spChg>
        <pc:spChg chg="mod">
          <ac:chgData name="nada alshamsan" userId="f5abeb7a1ab79965" providerId="LiveId" clId="{DF78A89E-645E-4559-8A6B-70E96CAEFE89}" dt="2025-12-29T17:56:31.852" v="3289" actId="338"/>
          <ac:spMkLst>
            <pc:docMk/>
            <pc:sldMk cId="65567313" sldId="1330"/>
            <ac:spMk id="29" creationId="{BC0A7FE1-799A-71E3-5144-52EDAF8601A7}"/>
          </ac:spMkLst>
        </pc:spChg>
        <pc:spChg chg="mod">
          <ac:chgData name="nada alshamsan" userId="f5abeb7a1ab79965" providerId="LiveId" clId="{DF78A89E-645E-4559-8A6B-70E96CAEFE89}" dt="2025-12-29T17:05:54.079" v="2868" actId="165"/>
          <ac:spMkLst>
            <pc:docMk/>
            <pc:sldMk cId="65567313" sldId="1330"/>
            <ac:spMk id="32" creationId="{2A537B50-017C-0183-7837-C54588D12639}"/>
          </ac:spMkLst>
        </pc:spChg>
        <pc:spChg chg="mod">
          <ac:chgData name="nada alshamsan" userId="f5abeb7a1ab79965" providerId="LiveId" clId="{DF78A89E-645E-4559-8A6B-70E96CAEFE89}" dt="2025-12-29T17:09:19.599" v="2969" actId="338"/>
          <ac:spMkLst>
            <pc:docMk/>
            <pc:sldMk cId="65567313" sldId="1330"/>
            <ac:spMk id="34" creationId="{CF6BCB88-DCF5-4897-509A-54DA66C8171F}"/>
          </ac:spMkLst>
        </pc:spChg>
        <pc:spChg chg="add mod">
          <ac:chgData name="nada alshamsan" userId="f5abeb7a1ab79965" providerId="LiveId" clId="{DF78A89E-645E-4559-8A6B-70E96CAEFE89}" dt="2025-12-29T17:04:51.261" v="2856"/>
          <ac:spMkLst>
            <pc:docMk/>
            <pc:sldMk cId="65567313" sldId="1330"/>
            <ac:spMk id="37" creationId="{06FC3764-14DD-2646-CC40-39F8BCA1F289}"/>
          </ac:spMkLst>
        </pc:spChg>
        <pc:spChg chg="add mod">
          <ac:chgData name="nada alshamsan" userId="f5abeb7a1ab79965" providerId="LiveId" clId="{DF78A89E-645E-4559-8A6B-70E96CAEFE89}" dt="2025-12-29T17:04:56.888" v="2857"/>
          <ac:spMkLst>
            <pc:docMk/>
            <pc:sldMk cId="65567313" sldId="1330"/>
            <ac:spMk id="38" creationId="{6C27FB82-2957-B9A9-97F0-47C92131D788}"/>
          </ac:spMkLst>
        </pc:spChg>
        <pc:spChg chg="add mod">
          <ac:chgData name="nada alshamsan" userId="f5abeb7a1ab79965" providerId="LiveId" clId="{DF78A89E-645E-4559-8A6B-70E96CAEFE89}" dt="2025-12-29T17:56:31.852" v="3289" actId="338"/>
          <ac:spMkLst>
            <pc:docMk/>
            <pc:sldMk cId="65567313" sldId="1330"/>
            <ac:spMk id="40" creationId="{52972F4A-26BD-BC84-40DA-A8BB93B82782}"/>
          </ac:spMkLst>
        </pc:spChg>
        <pc:spChg chg="add mod">
          <ac:chgData name="nada alshamsan" userId="f5abeb7a1ab79965" providerId="LiveId" clId="{DF78A89E-645E-4559-8A6B-70E96CAEFE89}" dt="2025-12-29T17:05:10.393" v="2859"/>
          <ac:spMkLst>
            <pc:docMk/>
            <pc:sldMk cId="65567313" sldId="1330"/>
            <ac:spMk id="43" creationId="{46DBF5EE-856F-B9B8-77F3-AA5BDD0A7C45}"/>
          </ac:spMkLst>
        </pc:spChg>
        <pc:spChg chg="add mod ord">
          <ac:chgData name="nada alshamsan" userId="f5abeb7a1ab79965" providerId="LiveId" clId="{DF78A89E-645E-4559-8A6B-70E96CAEFE89}" dt="2025-12-29T17:40:53.670" v="3115" actId="1076"/>
          <ac:spMkLst>
            <pc:docMk/>
            <pc:sldMk cId="65567313" sldId="1330"/>
            <ac:spMk id="49" creationId="{B05CB568-BAEB-0104-0DE7-E393ACF96420}"/>
          </ac:spMkLst>
        </pc:spChg>
        <pc:spChg chg="add mod">
          <ac:chgData name="nada alshamsan" userId="f5abeb7a1ab79965" providerId="LiveId" clId="{DF78A89E-645E-4559-8A6B-70E96CAEFE89}" dt="2025-12-29T17:17:40.451" v="3090" actId="338"/>
          <ac:spMkLst>
            <pc:docMk/>
            <pc:sldMk cId="65567313" sldId="1330"/>
            <ac:spMk id="51" creationId="{F7F646DB-3186-30AF-94E6-569E1D3C2BD3}"/>
          </ac:spMkLst>
        </pc:spChg>
        <pc:spChg chg="add mod">
          <ac:chgData name="nada alshamsan" userId="f5abeb7a1ab79965" providerId="LiveId" clId="{DF78A89E-645E-4559-8A6B-70E96CAEFE89}" dt="2025-12-29T17:40:53.670" v="3115" actId="1076"/>
          <ac:spMkLst>
            <pc:docMk/>
            <pc:sldMk cId="65567313" sldId="1330"/>
            <ac:spMk id="52" creationId="{6F9E6BB0-0F0F-747C-D5D6-15C86DDAE3A0}"/>
          </ac:spMkLst>
        </pc:spChg>
        <pc:spChg chg="add mod">
          <ac:chgData name="nada alshamsan" userId="f5abeb7a1ab79965" providerId="LiveId" clId="{DF78A89E-645E-4559-8A6B-70E96CAEFE89}" dt="2025-12-29T17:40:53.670" v="3115" actId="1076"/>
          <ac:spMkLst>
            <pc:docMk/>
            <pc:sldMk cId="65567313" sldId="1330"/>
            <ac:spMk id="53" creationId="{9962020E-6F1D-6C3F-9931-EBC87879CB90}"/>
          </ac:spMkLst>
        </pc:spChg>
        <pc:spChg chg="mod">
          <ac:chgData name="nada alshamsan" userId="f5abeb7a1ab79965" providerId="LiveId" clId="{DF78A89E-645E-4559-8A6B-70E96CAEFE89}" dt="2025-12-29T17:10:14.425" v="2977" actId="1076"/>
          <ac:spMkLst>
            <pc:docMk/>
            <pc:sldMk cId="65567313" sldId="1330"/>
            <ac:spMk id="58" creationId="{3C6E7F40-337D-E7D2-1527-DE6A096ED95E}"/>
          </ac:spMkLst>
        </pc:spChg>
        <pc:spChg chg="mod">
          <ac:chgData name="nada alshamsan" userId="f5abeb7a1ab79965" providerId="LiveId" clId="{DF78A89E-645E-4559-8A6B-70E96CAEFE89}" dt="2025-12-29T17:10:14.425" v="2977" actId="1076"/>
          <ac:spMkLst>
            <pc:docMk/>
            <pc:sldMk cId="65567313" sldId="1330"/>
            <ac:spMk id="59" creationId="{4FA59A1A-0D96-E955-1EAA-6E72E820E70F}"/>
          </ac:spMkLst>
        </pc:spChg>
        <pc:spChg chg="mod">
          <ac:chgData name="nada alshamsan" userId="f5abeb7a1ab79965" providerId="LiveId" clId="{DF78A89E-645E-4559-8A6B-70E96CAEFE89}" dt="2025-12-29T17:10:14.425" v="2977" actId="1076"/>
          <ac:spMkLst>
            <pc:docMk/>
            <pc:sldMk cId="65567313" sldId="1330"/>
            <ac:spMk id="60" creationId="{CA6FDDA7-6EF4-5B25-E502-9B846B8589D8}"/>
          </ac:spMkLst>
        </pc:spChg>
        <pc:spChg chg="mod">
          <ac:chgData name="nada alshamsan" userId="f5abeb7a1ab79965" providerId="LiveId" clId="{DF78A89E-645E-4559-8A6B-70E96CAEFE89}" dt="2025-12-29T17:10:15.181" v="2979" actId="2085"/>
          <ac:spMkLst>
            <pc:docMk/>
            <pc:sldMk cId="65567313" sldId="1330"/>
            <ac:spMk id="61" creationId="{269D38DE-D4D6-769D-2235-1102854BF758}"/>
          </ac:spMkLst>
        </pc:spChg>
        <pc:spChg chg="mod">
          <ac:chgData name="nada alshamsan" userId="f5abeb7a1ab79965" providerId="LiveId" clId="{DF78A89E-645E-4559-8A6B-70E96CAEFE89}" dt="2025-12-29T17:10:14.425" v="2977" actId="1076"/>
          <ac:spMkLst>
            <pc:docMk/>
            <pc:sldMk cId="65567313" sldId="1330"/>
            <ac:spMk id="62" creationId="{BC618BFE-FBD2-3F38-C6B5-34910D295768}"/>
          </ac:spMkLst>
        </pc:spChg>
        <pc:spChg chg="mod">
          <ac:chgData name="nada alshamsan" userId="f5abeb7a1ab79965" providerId="LiveId" clId="{DF78A89E-645E-4559-8A6B-70E96CAEFE89}" dt="2025-12-29T17:10:14.425" v="2977" actId="1076"/>
          <ac:spMkLst>
            <pc:docMk/>
            <pc:sldMk cId="65567313" sldId="1330"/>
            <ac:spMk id="63" creationId="{877ED781-D2E3-D669-6C60-B4EA7B09A6BD}"/>
          </ac:spMkLst>
        </pc:spChg>
        <pc:spChg chg="mod">
          <ac:chgData name="nada alshamsan" userId="f5abeb7a1ab79965" providerId="LiveId" clId="{DF78A89E-645E-4559-8A6B-70E96CAEFE89}" dt="2025-12-29T17:10:14.425" v="2977" actId="1076"/>
          <ac:spMkLst>
            <pc:docMk/>
            <pc:sldMk cId="65567313" sldId="1330"/>
            <ac:spMk id="64" creationId="{540D629F-4ED6-EF4A-DA15-B036DC6EB392}"/>
          </ac:spMkLst>
        </pc:spChg>
        <pc:spChg chg="mod">
          <ac:chgData name="nada alshamsan" userId="f5abeb7a1ab79965" providerId="LiveId" clId="{DF78A89E-645E-4559-8A6B-70E96CAEFE89}" dt="2025-12-29T17:14:10.412" v="3032" actId="207"/>
          <ac:spMkLst>
            <pc:docMk/>
            <pc:sldMk cId="65567313" sldId="1330"/>
            <ac:spMk id="67" creationId="{0FCDA09E-F313-744F-723A-5F6BA3FCFAAF}"/>
          </ac:spMkLst>
        </pc:spChg>
        <pc:spChg chg="mod">
          <ac:chgData name="nada alshamsan" userId="f5abeb7a1ab79965" providerId="LiveId" clId="{DF78A89E-645E-4559-8A6B-70E96CAEFE89}" dt="2025-12-29T17:56:31.852" v="3289" actId="338"/>
          <ac:spMkLst>
            <pc:docMk/>
            <pc:sldMk cId="65567313" sldId="1330"/>
            <ac:spMk id="75" creationId="{7CDAA6F8-84B4-C867-DBA0-410AAD0CC14B}"/>
          </ac:spMkLst>
        </pc:spChg>
        <pc:spChg chg="mod">
          <ac:chgData name="nada alshamsan" userId="f5abeb7a1ab79965" providerId="LiveId" clId="{DF78A89E-645E-4559-8A6B-70E96CAEFE89}" dt="2025-12-29T17:12:25.228" v="3000"/>
          <ac:spMkLst>
            <pc:docMk/>
            <pc:sldMk cId="65567313" sldId="1330"/>
            <ac:spMk id="76" creationId="{807A99C9-C61E-A735-7F61-4F40DBF79CA6}"/>
          </ac:spMkLst>
        </pc:spChg>
        <pc:spChg chg="mod">
          <ac:chgData name="nada alshamsan" userId="f5abeb7a1ab79965" providerId="LiveId" clId="{DF78A89E-645E-4559-8A6B-70E96CAEFE89}" dt="2025-12-29T17:40:53.670" v="3115" actId="1076"/>
          <ac:spMkLst>
            <pc:docMk/>
            <pc:sldMk cId="65567313" sldId="1330"/>
            <ac:spMk id="77" creationId="{06286476-29EE-50C7-89B6-81465BE16703}"/>
          </ac:spMkLst>
        </pc:spChg>
        <pc:spChg chg="mod">
          <ac:chgData name="nada alshamsan" userId="f5abeb7a1ab79965" providerId="LiveId" clId="{DF78A89E-645E-4559-8A6B-70E96CAEFE89}" dt="2025-12-29T17:14:08.042" v="3031" actId="207"/>
          <ac:spMkLst>
            <pc:docMk/>
            <pc:sldMk cId="65567313" sldId="1330"/>
            <ac:spMk id="78" creationId="{E5006788-1C74-19F8-9829-808C0461BCB2}"/>
          </ac:spMkLst>
        </pc:spChg>
        <pc:spChg chg="mod">
          <ac:chgData name="nada alshamsan" userId="f5abeb7a1ab79965" providerId="LiveId" clId="{DF78A89E-645E-4559-8A6B-70E96CAEFE89}" dt="2025-12-29T17:40:53.670" v="3115" actId="1076"/>
          <ac:spMkLst>
            <pc:docMk/>
            <pc:sldMk cId="65567313" sldId="1330"/>
            <ac:spMk id="86" creationId="{0DE93980-8553-AEEF-EC04-C01F1FB9C2E9}"/>
          </ac:spMkLst>
        </pc:spChg>
        <pc:spChg chg="mod">
          <ac:chgData name="nada alshamsan" userId="f5abeb7a1ab79965" providerId="LiveId" clId="{DF78A89E-645E-4559-8A6B-70E96CAEFE89}" dt="2025-12-29T17:18:37.429" v="3096"/>
          <ac:spMkLst>
            <pc:docMk/>
            <pc:sldMk cId="65567313" sldId="1330"/>
            <ac:spMk id="87" creationId="{B2A36A20-6E59-820B-D174-93EFB99C07C5}"/>
          </ac:spMkLst>
        </pc:spChg>
        <pc:spChg chg="mod">
          <ac:chgData name="nada alshamsan" userId="f5abeb7a1ab79965" providerId="LiveId" clId="{DF78A89E-645E-4559-8A6B-70E96CAEFE89}" dt="2025-12-29T17:19:47.890" v="3112" actId="108"/>
          <ac:spMkLst>
            <pc:docMk/>
            <pc:sldMk cId="65567313" sldId="1330"/>
            <ac:spMk id="88" creationId="{2747E906-5A84-0523-0979-0E853CCCDDA6}"/>
          </ac:spMkLst>
        </pc:spChg>
        <pc:spChg chg="mod">
          <ac:chgData name="nada alshamsan" userId="f5abeb7a1ab79965" providerId="LiveId" clId="{DF78A89E-645E-4559-8A6B-70E96CAEFE89}" dt="2025-12-29T17:56:31.852" v="3289" actId="338"/>
          <ac:spMkLst>
            <pc:docMk/>
            <pc:sldMk cId="65567313" sldId="1330"/>
            <ac:spMk id="89" creationId="{B08C78AC-7BF9-009F-F6B7-36984C97B5F1}"/>
          </ac:spMkLst>
        </pc:spChg>
        <pc:spChg chg="mod">
          <ac:chgData name="nada alshamsan" userId="f5abeb7a1ab79965" providerId="LiveId" clId="{DF78A89E-645E-4559-8A6B-70E96CAEFE89}" dt="2025-12-29T17:13:34.735" v="3026" actId="20577"/>
          <ac:spMkLst>
            <pc:docMk/>
            <pc:sldMk cId="65567313" sldId="1330"/>
            <ac:spMk id="90" creationId="{E6298136-7AA3-C4B7-44ED-95EC06D67064}"/>
          </ac:spMkLst>
        </pc:spChg>
        <pc:spChg chg="mod">
          <ac:chgData name="nada alshamsan" userId="f5abeb7a1ab79965" providerId="LiveId" clId="{DF78A89E-645E-4559-8A6B-70E96CAEFE89}" dt="2025-12-29T17:15:17.488" v="3041" actId="1076"/>
          <ac:spMkLst>
            <pc:docMk/>
            <pc:sldMk cId="65567313" sldId="1330"/>
            <ac:spMk id="105" creationId="{9FEC2D64-2512-FFB4-91CE-3CDA27C8ADAE}"/>
          </ac:spMkLst>
        </pc:spChg>
        <pc:spChg chg="mod">
          <ac:chgData name="nada alshamsan" userId="f5abeb7a1ab79965" providerId="LiveId" clId="{DF78A89E-645E-4559-8A6B-70E96CAEFE89}" dt="2025-12-29T17:40:53.670" v="3115" actId="1076"/>
          <ac:spMkLst>
            <pc:docMk/>
            <pc:sldMk cId="65567313" sldId="1330"/>
            <ac:spMk id="106" creationId="{276B5F61-E9E1-F5DB-53BC-653C6183CCB7}"/>
          </ac:spMkLst>
        </pc:spChg>
        <pc:spChg chg="mod">
          <ac:chgData name="nada alshamsan" userId="f5abeb7a1ab79965" providerId="LiveId" clId="{DF78A89E-645E-4559-8A6B-70E96CAEFE89}" dt="2025-12-29T17:15:17.488" v="3041" actId="1076"/>
          <ac:spMkLst>
            <pc:docMk/>
            <pc:sldMk cId="65567313" sldId="1330"/>
            <ac:spMk id="107" creationId="{7B8C6EDF-63C9-30DF-AB63-37AAD3B35B47}"/>
          </ac:spMkLst>
        </pc:spChg>
        <pc:spChg chg="mod">
          <ac:chgData name="nada alshamsan" userId="f5abeb7a1ab79965" providerId="LiveId" clId="{DF78A89E-645E-4559-8A6B-70E96CAEFE89}" dt="2025-12-29T17:40:53.670" v="3115" actId="1076"/>
          <ac:spMkLst>
            <pc:docMk/>
            <pc:sldMk cId="65567313" sldId="1330"/>
            <ac:spMk id="108" creationId="{7065D080-8E2D-AF84-6B45-853910F72D35}"/>
          </ac:spMkLst>
        </pc:spChg>
        <pc:spChg chg="mod">
          <ac:chgData name="nada alshamsan" userId="f5abeb7a1ab79965" providerId="LiveId" clId="{DF78A89E-645E-4559-8A6B-70E96CAEFE89}" dt="2025-12-29T17:56:31.852" v="3289" actId="338"/>
          <ac:spMkLst>
            <pc:docMk/>
            <pc:sldMk cId="65567313" sldId="1330"/>
            <ac:spMk id="111" creationId="{4958FB16-82BE-3778-20B2-C7B8462595DC}"/>
          </ac:spMkLst>
        </pc:spChg>
        <pc:spChg chg="mod">
          <ac:chgData name="nada alshamsan" userId="f5abeb7a1ab79965" providerId="LiveId" clId="{DF78A89E-645E-4559-8A6B-70E96CAEFE89}" dt="2025-12-29T17:40:53.670" v="3115" actId="1076"/>
          <ac:spMkLst>
            <pc:docMk/>
            <pc:sldMk cId="65567313" sldId="1330"/>
            <ac:spMk id="112" creationId="{A41A4A81-4169-C12B-5DED-79D82E674713}"/>
          </ac:spMkLst>
        </pc:spChg>
        <pc:spChg chg="mod">
          <ac:chgData name="nada alshamsan" userId="f5abeb7a1ab79965" providerId="LiveId" clId="{DF78A89E-645E-4559-8A6B-70E96CAEFE89}" dt="2025-12-29T17:16:03.106" v="3050" actId="1076"/>
          <ac:spMkLst>
            <pc:docMk/>
            <pc:sldMk cId="65567313" sldId="1330"/>
            <ac:spMk id="113" creationId="{B3BC2A85-2C3C-E8A1-1CFB-54A254E06D22}"/>
          </ac:spMkLst>
        </pc:spChg>
        <pc:spChg chg="mod">
          <ac:chgData name="nada alshamsan" userId="f5abeb7a1ab79965" providerId="LiveId" clId="{DF78A89E-645E-4559-8A6B-70E96CAEFE89}" dt="2025-12-29T17:17:38.874" v="3088" actId="1076"/>
          <ac:spMkLst>
            <pc:docMk/>
            <pc:sldMk cId="65567313" sldId="1330"/>
            <ac:spMk id="116" creationId="{4343691E-0151-76B8-F36D-950F4167A8AC}"/>
          </ac:spMkLst>
        </pc:spChg>
        <pc:spChg chg="mod">
          <ac:chgData name="nada alshamsan" userId="f5abeb7a1ab79965" providerId="LiveId" clId="{DF78A89E-645E-4559-8A6B-70E96CAEFE89}" dt="2025-12-29T17:17:40.122" v="3089" actId="208"/>
          <ac:spMkLst>
            <pc:docMk/>
            <pc:sldMk cId="65567313" sldId="1330"/>
            <ac:spMk id="117" creationId="{F89C7796-1E72-975F-71F9-9992765583F5}"/>
          </ac:spMkLst>
        </pc:spChg>
        <pc:spChg chg="mod">
          <ac:chgData name="nada alshamsan" userId="f5abeb7a1ab79965" providerId="LiveId" clId="{DF78A89E-645E-4559-8A6B-70E96CAEFE89}" dt="2025-12-29T17:17:38.874" v="3088" actId="1076"/>
          <ac:spMkLst>
            <pc:docMk/>
            <pc:sldMk cId="65567313" sldId="1330"/>
            <ac:spMk id="118" creationId="{4678211C-EFB2-EA59-728A-9CA039221640}"/>
          </ac:spMkLst>
        </pc:spChg>
        <pc:spChg chg="mod">
          <ac:chgData name="nada alshamsan" userId="f5abeb7a1ab79965" providerId="LiveId" clId="{DF78A89E-645E-4559-8A6B-70E96CAEFE89}" dt="2025-12-29T17:17:38.874" v="3088" actId="1076"/>
          <ac:spMkLst>
            <pc:docMk/>
            <pc:sldMk cId="65567313" sldId="1330"/>
            <ac:spMk id="119" creationId="{8A45B084-1974-3393-6F55-4F81D0C54800}"/>
          </ac:spMkLst>
        </pc:spChg>
        <pc:spChg chg="mod">
          <ac:chgData name="nada alshamsan" userId="f5abeb7a1ab79965" providerId="LiveId" clId="{DF78A89E-645E-4559-8A6B-70E96CAEFE89}" dt="2025-12-29T17:17:38.874" v="3088" actId="1076"/>
          <ac:spMkLst>
            <pc:docMk/>
            <pc:sldMk cId="65567313" sldId="1330"/>
            <ac:spMk id="120" creationId="{E55FCBB4-D698-B5B0-06EA-3293A5056ABF}"/>
          </ac:spMkLst>
        </pc:spChg>
        <pc:spChg chg="mod">
          <ac:chgData name="nada alshamsan" userId="f5abeb7a1ab79965" providerId="LiveId" clId="{DF78A89E-645E-4559-8A6B-70E96CAEFE89}" dt="2025-12-29T17:17:38.874" v="3088" actId="1076"/>
          <ac:spMkLst>
            <pc:docMk/>
            <pc:sldMk cId="65567313" sldId="1330"/>
            <ac:spMk id="121" creationId="{11F1B899-961D-4AD4-5C5F-8C04A2EBCCBA}"/>
          </ac:spMkLst>
        </pc:spChg>
        <pc:spChg chg="mod">
          <ac:chgData name="nada alshamsan" userId="f5abeb7a1ab79965" providerId="LiveId" clId="{DF78A89E-645E-4559-8A6B-70E96CAEFE89}" dt="2025-12-29T17:17:38.874" v="3088" actId="1076"/>
          <ac:spMkLst>
            <pc:docMk/>
            <pc:sldMk cId="65567313" sldId="1330"/>
            <ac:spMk id="123" creationId="{BACD211F-F26F-2641-3308-80A6C9CE875B}"/>
          </ac:spMkLst>
        </pc:spChg>
        <pc:spChg chg="add del mod">
          <ac:chgData name="nada alshamsan" userId="f5abeb7a1ab79965" providerId="LiveId" clId="{DF78A89E-645E-4559-8A6B-70E96CAEFE89}" dt="2025-12-29T17:18:38.400" v="3098"/>
          <ac:spMkLst>
            <pc:docMk/>
            <pc:sldMk cId="65567313" sldId="1330"/>
            <ac:spMk id="125" creationId="{33F7B360-CE53-3AD3-AC12-22B782A1D75D}"/>
          </ac:spMkLst>
        </pc:spChg>
        <pc:spChg chg="mod">
          <ac:chgData name="nada alshamsan" userId="f5abeb7a1ab79965" providerId="LiveId" clId="{DF78A89E-645E-4559-8A6B-70E96CAEFE89}" dt="2025-12-29T17:43:19.094" v="3131" actId="20577"/>
          <ac:spMkLst>
            <pc:docMk/>
            <pc:sldMk cId="65567313" sldId="1330"/>
            <ac:spMk id="130" creationId="{7C66C154-6561-4A73-B733-FDD25A8435CC}"/>
          </ac:spMkLst>
        </pc:spChg>
        <pc:spChg chg="mod">
          <ac:chgData name="nada alshamsan" userId="f5abeb7a1ab79965" providerId="LiveId" clId="{DF78A89E-645E-4559-8A6B-70E96CAEFE89}" dt="2025-12-29T18:03:28.268" v="3342" actId="20577"/>
          <ac:spMkLst>
            <pc:docMk/>
            <pc:sldMk cId="65567313" sldId="1330"/>
            <ac:spMk id="132" creationId="{58834CBB-83C7-3A66-1B8E-E4C1CFD0A741}"/>
          </ac:spMkLst>
        </pc:spChg>
        <pc:spChg chg="del mod">
          <ac:chgData name="nada alshamsan" userId="f5abeb7a1ab79965" providerId="LiveId" clId="{DF78A89E-645E-4559-8A6B-70E96CAEFE89}" dt="2025-12-29T17:45:13.845" v="3156" actId="478"/>
          <ac:spMkLst>
            <pc:docMk/>
            <pc:sldMk cId="65567313" sldId="1330"/>
            <ac:spMk id="134" creationId="{3CC89BDB-CA4A-CD7A-8CD6-0AC945F7497C}"/>
          </ac:spMkLst>
        </pc:spChg>
        <pc:spChg chg="del mod">
          <ac:chgData name="nada alshamsan" userId="f5abeb7a1ab79965" providerId="LiveId" clId="{DF78A89E-645E-4559-8A6B-70E96CAEFE89}" dt="2025-12-29T17:45:16.060" v="3157" actId="478"/>
          <ac:spMkLst>
            <pc:docMk/>
            <pc:sldMk cId="65567313" sldId="1330"/>
            <ac:spMk id="135" creationId="{CDF328C5-756F-5F2E-A376-5724D0FFC8D5}"/>
          </ac:spMkLst>
        </pc:spChg>
        <pc:spChg chg="add del">
          <ac:chgData name="nada alshamsan" userId="f5abeb7a1ab79965" providerId="LiveId" clId="{DF78A89E-645E-4559-8A6B-70E96CAEFE89}" dt="2025-12-29T17:43:28.097" v="3133" actId="22"/>
          <ac:spMkLst>
            <pc:docMk/>
            <pc:sldMk cId="65567313" sldId="1330"/>
            <ac:spMk id="137" creationId="{49ADC92E-E581-42A4-8082-4AC50E68F3BF}"/>
          </ac:spMkLst>
        </pc:spChg>
        <pc:spChg chg="add mod">
          <ac:chgData name="nada alshamsan" userId="f5abeb7a1ab79965" providerId="LiveId" clId="{DF78A89E-645E-4559-8A6B-70E96CAEFE89}" dt="2025-12-29T17:53:39.306" v="3286" actId="14100"/>
          <ac:spMkLst>
            <pc:docMk/>
            <pc:sldMk cId="65567313" sldId="1330"/>
            <ac:spMk id="138" creationId="{544A11C6-308B-B8C6-9A4B-BB2AD4107704}"/>
          </ac:spMkLst>
        </pc:spChg>
        <pc:spChg chg="add mod">
          <ac:chgData name="nada alshamsan" userId="f5abeb7a1ab79965" providerId="LiveId" clId="{DF78A89E-645E-4559-8A6B-70E96CAEFE89}" dt="2025-12-29T17:56:31.852" v="3289" actId="338"/>
          <ac:spMkLst>
            <pc:docMk/>
            <pc:sldMk cId="65567313" sldId="1330"/>
            <ac:spMk id="139" creationId="{52276F33-2710-E7DC-E024-4C5A73DFB733}"/>
          </ac:spMkLst>
        </pc:spChg>
        <pc:spChg chg="add mod">
          <ac:chgData name="nada alshamsan" userId="f5abeb7a1ab79965" providerId="LiveId" clId="{DF78A89E-645E-4559-8A6B-70E96CAEFE89}" dt="2025-12-29T17:45:31.920" v="3162" actId="1076"/>
          <ac:spMkLst>
            <pc:docMk/>
            <pc:sldMk cId="65567313" sldId="1330"/>
            <ac:spMk id="141" creationId="{B3FC575B-0D68-BC3B-5C13-25641BF172A0}"/>
          </ac:spMkLst>
        </pc:spChg>
        <pc:spChg chg="add mod">
          <ac:chgData name="nada alshamsan" userId="f5abeb7a1ab79965" providerId="LiveId" clId="{DF78A89E-645E-4559-8A6B-70E96CAEFE89}" dt="2025-12-29T17:45:31.920" v="3162" actId="1076"/>
          <ac:spMkLst>
            <pc:docMk/>
            <pc:sldMk cId="65567313" sldId="1330"/>
            <ac:spMk id="142" creationId="{E1D563A9-0866-00E0-CA3F-C548C3CA2D7F}"/>
          </ac:spMkLst>
        </pc:spChg>
        <pc:spChg chg="add del mod">
          <ac:chgData name="nada alshamsan" userId="f5abeb7a1ab79965" providerId="LiveId" clId="{DF78A89E-645E-4559-8A6B-70E96CAEFE89}" dt="2025-12-29T17:51:09.310" v="3251"/>
          <ac:spMkLst>
            <pc:docMk/>
            <pc:sldMk cId="65567313" sldId="1330"/>
            <ac:spMk id="145" creationId="{7FBFE5DB-88B7-2D19-FF15-234D2521AF7C}"/>
          </ac:spMkLst>
        </pc:spChg>
        <pc:spChg chg="add del">
          <ac:chgData name="nada alshamsan" userId="f5abeb7a1ab79965" providerId="LiveId" clId="{DF78A89E-645E-4559-8A6B-70E96CAEFE89}" dt="2025-12-29T17:51:09.310" v="3249" actId="22"/>
          <ac:spMkLst>
            <pc:docMk/>
            <pc:sldMk cId="65567313" sldId="1330"/>
            <ac:spMk id="147" creationId="{3844D4E6-078B-8E4B-BC28-06533F8C07C4}"/>
          </ac:spMkLst>
        </pc:spChg>
        <pc:spChg chg="mod">
          <ac:chgData name="nada alshamsan" userId="f5abeb7a1ab79965" providerId="LiveId" clId="{DF78A89E-645E-4559-8A6B-70E96CAEFE89}" dt="2025-12-29T17:57:21.085" v="3301" actId="14100"/>
          <ac:spMkLst>
            <pc:docMk/>
            <pc:sldMk cId="65567313" sldId="1330"/>
            <ac:spMk id="150" creationId="{01814803-69B4-28DA-4018-035C612F0ECB}"/>
          </ac:spMkLst>
        </pc:spChg>
        <pc:spChg chg="mod">
          <ac:chgData name="nada alshamsan" userId="f5abeb7a1ab79965" providerId="LiveId" clId="{DF78A89E-645E-4559-8A6B-70E96CAEFE89}" dt="2025-12-29T17:57:21.085" v="3301" actId="14100"/>
          <ac:spMkLst>
            <pc:docMk/>
            <pc:sldMk cId="65567313" sldId="1330"/>
            <ac:spMk id="151" creationId="{CD331391-F6BC-9B7F-3B84-EF4B29004692}"/>
          </ac:spMkLst>
        </pc:spChg>
        <pc:spChg chg="mod">
          <ac:chgData name="nada alshamsan" userId="f5abeb7a1ab79965" providerId="LiveId" clId="{DF78A89E-645E-4559-8A6B-70E96CAEFE89}" dt="2025-12-29T17:57:21.085" v="3301" actId="14100"/>
          <ac:spMkLst>
            <pc:docMk/>
            <pc:sldMk cId="65567313" sldId="1330"/>
            <ac:spMk id="152" creationId="{F34593C7-4D97-5379-27E0-D879653D2940}"/>
          </ac:spMkLst>
        </pc:spChg>
        <pc:spChg chg="mod">
          <ac:chgData name="nada alshamsan" userId="f5abeb7a1ab79965" providerId="LiveId" clId="{DF78A89E-645E-4559-8A6B-70E96CAEFE89}" dt="2025-12-29T17:57:21.085" v="3301" actId="14100"/>
          <ac:spMkLst>
            <pc:docMk/>
            <pc:sldMk cId="65567313" sldId="1330"/>
            <ac:spMk id="154" creationId="{6CE484D4-4698-90BA-959B-9228562751D9}"/>
          </ac:spMkLst>
        </pc:spChg>
        <pc:spChg chg="mod">
          <ac:chgData name="nada alshamsan" userId="f5abeb7a1ab79965" providerId="LiveId" clId="{DF78A89E-645E-4559-8A6B-70E96CAEFE89}" dt="2025-12-29T17:57:21.085" v="3301" actId="14100"/>
          <ac:spMkLst>
            <pc:docMk/>
            <pc:sldMk cId="65567313" sldId="1330"/>
            <ac:spMk id="155" creationId="{5405B717-835D-74C3-9B45-50C1410893C0}"/>
          </ac:spMkLst>
        </pc:spChg>
        <pc:spChg chg="mod">
          <ac:chgData name="nada alshamsan" userId="f5abeb7a1ab79965" providerId="LiveId" clId="{DF78A89E-645E-4559-8A6B-70E96CAEFE89}" dt="2025-12-29T17:57:21.085" v="3301" actId="14100"/>
          <ac:spMkLst>
            <pc:docMk/>
            <pc:sldMk cId="65567313" sldId="1330"/>
            <ac:spMk id="158" creationId="{76CE02BE-61C1-7207-E6E4-F2C504F6312A}"/>
          </ac:spMkLst>
        </pc:spChg>
        <pc:spChg chg="mod">
          <ac:chgData name="nada alshamsan" userId="f5abeb7a1ab79965" providerId="LiveId" clId="{DF78A89E-645E-4559-8A6B-70E96CAEFE89}" dt="2025-12-29T17:56:40.488" v="3292" actId="207"/>
          <ac:spMkLst>
            <pc:docMk/>
            <pc:sldMk cId="65567313" sldId="1330"/>
            <ac:spMk id="159" creationId="{1E339A95-8E66-2F1D-2B04-AC0363E1E65C}"/>
          </ac:spMkLst>
        </pc:spChg>
        <pc:spChg chg="mod">
          <ac:chgData name="nada alshamsan" userId="f5abeb7a1ab79965" providerId="LiveId" clId="{DF78A89E-645E-4559-8A6B-70E96CAEFE89}" dt="2025-12-29T17:57:21.085" v="3301" actId="14100"/>
          <ac:spMkLst>
            <pc:docMk/>
            <pc:sldMk cId="65567313" sldId="1330"/>
            <ac:spMk id="160" creationId="{F5157D43-9165-4BD3-31E5-DF0C8BEFDF35}"/>
          </ac:spMkLst>
        </pc:spChg>
        <pc:spChg chg="mod">
          <ac:chgData name="nada alshamsan" userId="f5abeb7a1ab79965" providerId="LiveId" clId="{DF78A89E-645E-4559-8A6B-70E96CAEFE89}" dt="2025-12-29T17:57:11.745" v="3298" actId="207"/>
          <ac:spMkLst>
            <pc:docMk/>
            <pc:sldMk cId="65567313" sldId="1330"/>
            <ac:spMk id="161" creationId="{61F75B87-21EB-D664-6E7A-E4E76C668414}"/>
          </ac:spMkLst>
        </pc:spChg>
        <pc:spChg chg="mod">
          <ac:chgData name="nada alshamsan" userId="f5abeb7a1ab79965" providerId="LiveId" clId="{DF78A89E-645E-4559-8A6B-70E96CAEFE89}" dt="2025-12-29T17:56:48.715" v="3293" actId="207"/>
          <ac:spMkLst>
            <pc:docMk/>
            <pc:sldMk cId="65567313" sldId="1330"/>
            <ac:spMk id="162" creationId="{FE1CA0DC-7EBB-BADB-5D6E-045925BBDA70}"/>
          </ac:spMkLst>
        </pc:spChg>
        <pc:spChg chg="mod">
          <ac:chgData name="nada alshamsan" userId="f5abeb7a1ab79965" providerId="LiveId" clId="{DF78A89E-645E-4559-8A6B-70E96CAEFE89}" dt="2025-12-29T17:57:21.085" v="3301" actId="14100"/>
          <ac:spMkLst>
            <pc:docMk/>
            <pc:sldMk cId="65567313" sldId="1330"/>
            <ac:spMk id="163" creationId="{CACD8BE2-B1EF-F3F3-E0BB-C2E9CC351F1D}"/>
          </ac:spMkLst>
        </pc:spChg>
        <pc:spChg chg="mod">
          <ac:chgData name="nada alshamsan" userId="f5abeb7a1ab79965" providerId="LiveId" clId="{DF78A89E-645E-4559-8A6B-70E96CAEFE89}" dt="2025-12-29T17:57:21.085" v="3301" actId="14100"/>
          <ac:spMkLst>
            <pc:docMk/>
            <pc:sldMk cId="65567313" sldId="1330"/>
            <ac:spMk id="164" creationId="{5A1BFA7D-63F7-C4F7-29BB-FDE84B84B2CE}"/>
          </ac:spMkLst>
        </pc:spChg>
        <pc:spChg chg="mod">
          <ac:chgData name="nada alshamsan" userId="f5abeb7a1ab79965" providerId="LiveId" clId="{DF78A89E-645E-4559-8A6B-70E96CAEFE89}" dt="2025-12-29T17:56:48.715" v="3293" actId="207"/>
          <ac:spMkLst>
            <pc:docMk/>
            <pc:sldMk cId="65567313" sldId="1330"/>
            <ac:spMk id="165" creationId="{58EA2A9E-6C52-1932-44DE-21E6F8F76C9A}"/>
          </ac:spMkLst>
        </pc:spChg>
        <pc:spChg chg="mod">
          <ac:chgData name="nada alshamsan" userId="f5abeb7a1ab79965" providerId="LiveId" clId="{DF78A89E-645E-4559-8A6B-70E96CAEFE89}" dt="2025-12-29T17:57:21.085" v="3301" actId="14100"/>
          <ac:spMkLst>
            <pc:docMk/>
            <pc:sldMk cId="65567313" sldId="1330"/>
            <ac:spMk id="166" creationId="{25A5314E-9420-7A26-B811-CD78EF87B42B}"/>
          </ac:spMkLst>
        </pc:spChg>
        <pc:grpChg chg="add del mod">
          <ac:chgData name="nada alshamsan" userId="f5abeb7a1ab79965" providerId="LiveId" clId="{DF78A89E-645E-4559-8A6B-70E96CAEFE89}" dt="2025-12-29T17:02:56.065" v="2777" actId="165"/>
          <ac:grpSpMkLst>
            <pc:docMk/>
            <pc:sldMk cId="65567313" sldId="1330"/>
            <ac:grpSpMk id="10" creationId="{E55BD792-8E30-E7D1-4BB2-658800A64293}"/>
          </ac:grpSpMkLst>
        </pc:grpChg>
        <pc:grpChg chg="del mod topLvl">
          <ac:chgData name="nada alshamsan" userId="f5abeb7a1ab79965" providerId="LiveId" clId="{DF78A89E-645E-4559-8A6B-70E96CAEFE89}" dt="2025-12-29T17:13:37.630" v="3027" actId="478"/>
          <ac:grpSpMkLst>
            <pc:docMk/>
            <pc:sldMk cId="65567313" sldId="1330"/>
            <ac:grpSpMk id="12" creationId="{BB057F49-E0A8-7CDB-DE47-45B26CD3AA35}"/>
          </ac:grpSpMkLst>
        </pc:grpChg>
        <pc:grpChg chg="mod">
          <ac:chgData name="nada alshamsan" userId="f5abeb7a1ab79965" providerId="LiveId" clId="{DF78A89E-645E-4559-8A6B-70E96CAEFE89}" dt="2025-12-29T17:44:54.005" v="3154" actId="165"/>
          <ac:grpSpMkLst>
            <pc:docMk/>
            <pc:sldMk cId="65567313" sldId="1330"/>
            <ac:grpSpMk id="13" creationId="{8B713FF9-E4AB-5EAC-1FDC-D32625B76EF4}"/>
          </ac:grpSpMkLst>
        </pc:grpChg>
        <pc:grpChg chg="mod topLvl">
          <ac:chgData name="nada alshamsan" userId="f5abeb7a1ab79965" providerId="LiveId" clId="{DF78A89E-645E-4559-8A6B-70E96CAEFE89}" dt="2025-12-29T17:45:01.464" v="3155" actId="338"/>
          <ac:grpSpMkLst>
            <pc:docMk/>
            <pc:sldMk cId="65567313" sldId="1330"/>
            <ac:grpSpMk id="18" creationId="{6EBEA577-F3EB-01A6-0F9C-75C1F19FC415}"/>
          </ac:grpSpMkLst>
        </pc:grpChg>
        <pc:grpChg chg="del mod topLvl">
          <ac:chgData name="nada alshamsan" userId="f5abeb7a1ab79965" providerId="LiveId" clId="{DF78A89E-645E-4559-8A6B-70E96CAEFE89}" dt="2025-12-29T17:12:07.533" v="2998" actId="478"/>
          <ac:grpSpMkLst>
            <pc:docMk/>
            <pc:sldMk cId="65567313" sldId="1330"/>
            <ac:grpSpMk id="19" creationId="{6181B1EB-4004-51F9-69E1-754F0114A2DB}"/>
          </ac:grpSpMkLst>
        </pc:grpChg>
        <pc:grpChg chg="del mod">
          <ac:chgData name="nada alshamsan" userId="f5abeb7a1ab79965" providerId="LiveId" clId="{DF78A89E-645E-4559-8A6B-70E96CAEFE89}" dt="2025-12-29T17:44:54.005" v="3154" actId="165"/>
          <ac:grpSpMkLst>
            <pc:docMk/>
            <pc:sldMk cId="65567313" sldId="1330"/>
            <ac:grpSpMk id="24" creationId="{0AE66933-5B45-1F78-44DF-FDF5A66198F2}"/>
          </ac:grpSpMkLst>
        </pc:grpChg>
        <pc:grpChg chg="add mod topLvl">
          <ac:chgData name="nada alshamsan" userId="f5abeb7a1ab79965" providerId="LiveId" clId="{DF78A89E-645E-4559-8A6B-70E96CAEFE89}" dt="2025-12-29T17:17:40.451" v="3090" actId="338"/>
          <ac:grpSpMkLst>
            <pc:docMk/>
            <pc:sldMk cId="65567313" sldId="1330"/>
            <ac:grpSpMk id="27" creationId="{E3C2DF47-8BB6-BA8A-DFEE-41AAFC6D5C42}"/>
          </ac:grpSpMkLst>
        </pc:grpChg>
        <pc:grpChg chg="add mod">
          <ac:chgData name="nada alshamsan" userId="f5abeb7a1ab79965" providerId="LiveId" clId="{DF78A89E-645E-4559-8A6B-70E96CAEFE89}" dt="2025-12-29T17:40:47.889" v="3114" actId="164"/>
          <ac:grpSpMkLst>
            <pc:docMk/>
            <pc:sldMk cId="65567313" sldId="1330"/>
            <ac:grpSpMk id="44" creationId="{5580ADAE-00ED-4CA3-11D3-7D96B1E790C1}"/>
          </ac:grpSpMkLst>
        </pc:grpChg>
        <pc:grpChg chg="add del mod">
          <ac:chgData name="nada alshamsan" userId="f5abeb7a1ab79965" providerId="LiveId" clId="{DF78A89E-645E-4559-8A6B-70E96CAEFE89}" dt="2025-12-29T17:05:54.079" v="2868" actId="165"/>
          <ac:grpSpMkLst>
            <pc:docMk/>
            <pc:sldMk cId="65567313" sldId="1330"/>
            <ac:grpSpMk id="48" creationId="{5C8CFF50-1DB3-37B5-3D01-6C5698BBAA16}"/>
          </ac:grpSpMkLst>
        </pc:grpChg>
        <pc:grpChg chg="mod">
          <ac:chgData name="nada alshamsan" userId="f5abeb7a1ab79965" providerId="LiveId" clId="{DF78A89E-645E-4559-8A6B-70E96CAEFE89}" dt="2025-12-29T17:10:14.425" v="2977" actId="1076"/>
          <ac:grpSpMkLst>
            <pc:docMk/>
            <pc:sldMk cId="65567313" sldId="1330"/>
            <ac:grpSpMk id="54" creationId="{E62341A9-EE53-9F5E-CFEA-8D74E49E3AE6}"/>
          </ac:grpSpMkLst>
        </pc:grpChg>
        <pc:grpChg chg="add mod">
          <ac:chgData name="nada alshamsan" userId="f5abeb7a1ab79965" providerId="LiveId" clId="{DF78A89E-645E-4559-8A6B-70E96CAEFE89}" dt="2025-12-29T17:40:47.889" v="3114" actId="164"/>
          <ac:grpSpMkLst>
            <pc:docMk/>
            <pc:sldMk cId="65567313" sldId="1330"/>
            <ac:grpSpMk id="65" creationId="{0B8687FA-7424-4D81-6801-9C557F7B3D72}"/>
          </ac:grpSpMkLst>
        </pc:grpChg>
        <pc:grpChg chg="add mod">
          <ac:chgData name="nada alshamsan" userId="f5abeb7a1ab79965" providerId="LiveId" clId="{DF78A89E-645E-4559-8A6B-70E96CAEFE89}" dt="2025-12-29T17:15:24.337" v="3042" actId="164"/>
          <ac:grpSpMkLst>
            <pc:docMk/>
            <pc:sldMk cId="65567313" sldId="1330"/>
            <ac:grpSpMk id="66" creationId="{432F7FAA-36C1-6634-0659-CC3FD4911478}"/>
          </ac:grpSpMkLst>
        </pc:grpChg>
        <pc:grpChg chg="del mod">
          <ac:chgData name="nada alshamsan" userId="f5abeb7a1ab79965" providerId="LiveId" clId="{DF78A89E-645E-4559-8A6B-70E96CAEFE89}" dt="2025-12-29T17:12:03.331" v="2996" actId="478"/>
          <ac:grpSpMkLst>
            <pc:docMk/>
            <pc:sldMk cId="65567313" sldId="1330"/>
            <ac:grpSpMk id="68" creationId="{F5C597C1-AFD3-105B-DE8C-6D0DE3F7C9A5}"/>
          </ac:grpSpMkLst>
        </pc:grpChg>
        <pc:grpChg chg="add mod">
          <ac:chgData name="nada alshamsan" userId="f5abeb7a1ab79965" providerId="LiveId" clId="{DF78A89E-645E-4559-8A6B-70E96CAEFE89}" dt="2025-12-29T17:13:55.425" v="3030" actId="1076"/>
          <ac:grpSpMkLst>
            <pc:docMk/>
            <pc:sldMk cId="65567313" sldId="1330"/>
            <ac:grpSpMk id="82" creationId="{9CE64D14-BC2D-2C6D-5D17-E309C023638B}"/>
          </ac:grpSpMkLst>
        </pc:grpChg>
        <pc:grpChg chg="add del mod">
          <ac:chgData name="nada alshamsan" userId="f5abeb7a1ab79965" providerId="LiveId" clId="{DF78A89E-645E-4559-8A6B-70E96CAEFE89}" dt="2025-12-29T17:13:27.129" v="3022" actId="478"/>
          <ac:grpSpMkLst>
            <pc:docMk/>
            <pc:sldMk cId="65567313" sldId="1330"/>
            <ac:grpSpMk id="83" creationId="{8F38E385-D6E1-CCDE-F9A5-823DAB79C885}"/>
          </ac:grpSpMkLst>
        </pc:grpChg>
        <pc:grpChg chg="mod topLvl">
          <ac:chgData name="nada alshamsan" userId="f5abeb7a1ab79965" providerId="LiveId" clId="{DF78A89E-645E-4559-8A6B-70E96CAEFE89}" dt="2025-12-29T17:16:07.448" v="3051" actId="164"/>
          <ac:grpSpMkLst>
            <pc:docMk/>
            <pc:sldMk cId="65567313" sldId="1330"/>
            <ac:grpSpMk id="84" creationId="{647CD467-FB8F-9FFC-144E-1DFC8F8F680D}"/>
          </ac:grpSpMkLst>
        </pc:grpChg>
        <pc:grpChg chg="add mod">
          <ac:chgData name="nada alshamsan" userId="f5abeb7a1ab79965" providerId="LiveId" clId="{DF78A89E-645E-4559-8A6B-70E96CAEFE89}" dt="2025-12-29T17:13:48.892" v="3029" actId="1076"/>
          <ac:grpSpMkLst>
            <pc:docMk/>
            <pc:sldMk cId="65567313" sldId="1330"/>
            <ac:grpSpMk id="103" creationId="{60F82179-28E2-3009-16D0-056980395565}"/>
          </ac:grpSpMkLst>
        </pc:grpChg>
        <pc:grpChg chg="mod">
          <ac:chgData name="nada alshamsan" userId="f5abeb7a1ab79965" providerId="LiveId" clId="{DF78A89E-645E-4559-8A6B-70E96CAEFE89}" dt="2025-12-29T17:15:24.337" v="3042" actId="164"/>
          <ac:grpSpMkLst>
            <pc:docMk/>
            <pc:sldMk cId="65567313" sldId="1330"/>
            <ac:grpSpMk id="104" creationId="{52B40B5B-D96A-870E-0D3E-F615BD82F932}"/>
          </ac:grpSpMkLst>
        </pc:grpChg>
        <pc:grpChg chg="add mod">
          <ac:chgData name="nada alshamsan" userId="f5abeb7a1ab79965" providerId="LiveId" clId="{DF78A89E-645E-4559-8A6B-70E96CAEFE89}" dt="2025-12-29T17:40:47.889" v="3114" actId="164"/>
          <ac:grpSpMkLst>
            <pc:docMk/>
            <pc:sldMk cId="65567313" sldId="1330"/>
            <ac:grpSpMk id="109" creationId="{6AF42BF1-9E9F-BBC9-CEE5-5953E27D7D70}"/>
          </ac:grpSpMkLst>
        </pc:grpChg>
        <pc:grpChg chg="mod">
          <ac:chgData name="nada alshamsan" userId="f5abeb7a1ab79965" providerId="LiveId" clId="{DF78A89E-645E-4559-8A6B-70E96CAEFE89}" dt="2025-12-29T17:16:07.448" v="3051" actId="164"/>
          <ac:grpSpMkLst>
            <pc:docMk/>
            <pc:sldMk cId="65567313" sldId="1330"/>
            <ac:grpSpMk id="110" creationId="{27D1D444-3723-313E-9156-31B779BEC71A}"/>
          </ac:grpSpMkLst>
        </pc:grpChg>
        <pc:grpChg chg="add mod">
          <ac:chgData name="nada alshamsan" userId="f5abeb7a1ab79965" providerId="LiveId" clId="{DF78A89E-645E-4559-8A6B-70E96CAEFE89}" dt="2025-12-29T17:40:47.889" v="3114" actId="164"/>
          <ac:grpSpMkLst>
            <pc:docMk/>
            <pc:sldMk cId="65567313" sldId="1330"/>
            <ac:grpSpMk id="114" creationId="{55EEDAE4-2CA9-9782-2A02-3EE65497E341}"/>
          </ac:grpSpMkLst>
        </pc:grpChg>
        <pc:grpChg chg="mod">
          <ac:chgData name="nada alshamsan" userId="f5abeb7a1ab79965" providerId="LiveId" clId="{DF78A89E-645E-4559-8A6B-70E96CAEFE89}" dt="2025-12-29T17:17:38.874" v="3088" actId="1076"/>
          <ac:grpSpMkLst>
            <pc:docMk/>
            <pc:sldMk cId="65567313" sldId="1330"/>
            <ac:grpSpMk id="115" creationId="{AFF1AFD3-F2B7-909B-6F9E-2509340C7A30}"/>
          </ac:grpSpMkLst>
        </pc:grpChg>
        <pc:grpChg chg="del">
          <ac:chgData name="nada alshamsan" userId="f5abeb7a1ab79965" providerId="LiveId" clId="{DF78A89E-645E-4559-8A6B-70E96CAEFE89}" dt="2025-12-29T17:02:00.708" v="2769" actId="478"/>
          <ac:grpSpMkLst>
            <pc:docMk/>
            <pc:sldMk cId="65567313" sldId="1330"/>
            <ac:grpSpMk id="122" creationId="{C90F76AF-59D9-6EF4-5861-CAEFEC015761}"/>
          </ac:grpSpMkLst>
        </pc:grpChg>
        <pc:grpChg chg="add mod">
          <ac:chgData name="nada alshamsan" userId="f5abeb7a1ab79965" providerId="LiveId" clId="{DF78A89E-645E-4559-8A6B-70E96CAEFE89}" dt="2025-12-29T17:40:47.889" v="3114" actId="164"/>
          <ac:grpSpMkLst>
            <pc:docMk/>
            <pc:sldMk cId="65567313" sldId="1330"/>
            <ac:grpSpMk id="128" creationId="{ED41A091-98EE-F008-9802-261DE9342475}"/>
          </ac:grpSpMkLst>
        </pc:grpChg>
        <pc:grpChg chg="add mod">
          <ac:chgData name="nada alshamsan" userId="f5abeb7a1ab79965" providerId="LiveId" clId="{DF78A89E-645E-4559-8A6B-70E96CAEFE89}" dt="2025-12-29T17:42:43.362" v="3120" actId="1076"/>
          <ac:grpSpMkLst>
            <pc:docMk/>
            <pc:sldMk cId="65567313" sldId="1330"/>
            <ac:grpSpMk id="129" creationId="{DB3FB0BD-B348-E5D5-3DBE-6C4B6A5C0494}"/>
          </ac:grpSpMkLst>
        </pc:grpChg>
        <pc:grpChg chg="del mod">
          <ac:chgData name="nada alshamsan" userId="f5abeb7a1ab79965" providerId="LiveId" clId="{DF78A89E-645E-4559-8A6B-70E96CAEFE89}" dt="2025-12-29T17:45:16.060" v="3157" actId="478"/>
          <ac:grpSpMkLst>
            <pc:docMk/>
            <pc:sldMk cId="65567313" sldId="1330"/>
            <ac:grpSpMk id="131" creationId="{D8F3498B-0204-7F91-6662-84FFA7BE307C}"/>
          </ac:grpSpMkLst>
        </pc:grpChg>
        <pc:grpChg chg="del mod">
          <ac:chgData name="nada alshamsan" userId="f5abeb7a1ab79965" providerId="LiveId" clId="{DF78A89E-645E-4559-8A6B-70E96CAEFE89}" dt="2025-12-29T17:45:13.845" v="3156" actId="478"/>
          <ac:grpSpMkLst>
            <pc:docMk/>
            <pc:sldMk cId="65567313" sldId="1330"/>
            <ac:grpSpMk id="133" creationId="{C27EDB8D-E6D8-5136-9198-60F56F7C36FC}"/>
          </ac:grpSpMkLst>
        </pc:grpChg>
        <pc:grpChg chg="add mod">
          <ac:chgData name="nada alshamsan" userId="f5abeb7a1ab79965" providerId="LiveId" clId="{DF78A89E-645E-4559-8A6B-70E96CAEFE89}" dt="2025-12-29T17:45:01.464" v="3155" actId="338"/>
          <ac:grpSpMkLst>
            <pc:docMk/>
            <pc:sldMk cId="65567313" sldId="1330"/>
            <ac:grpSpMk id="140" creationId="{4684AA70-67CF-C648-8BAB-09F78D1B044E}"/>
          </ac:grpSpMkLst>
        </pc:grpChg>
        <pc:grpChg chg="add mod">
          <ac:chgData name="nada alshamsan" userId="f5abeb7a1ab79965" providerId="LiveId" clId="{DF78A89E-645E-4559-8A6B-70E96CAEFE89}" dt="2025-12-29T17:53:34.116" v="3285" actId="1076"/>
          <ac:grpSpMkLst>
            <pc:docMk/>
            <pc:sldMk cId="65567313" sldId="1330"/>
            <ac:grpSpMk id="143" creationId="{9DB49116-2342-29DD-4211-AD17C257D313}"/>
          </ac:grpSpMkLst>
        </pc:grpChg>
        <pc:grpChg chg="mod">
          <ac:chgData name="nada alshamsan" userId="f5abeb7a1ab79965" providerId="LiveId" clId="{DF78A89E-645E-4559-8A6B-70E96CAEFE89}" dt="2025-12-29T17:57:04.489" v="3296" actId="207"/>
          <ac:grpSpMkLst>
            <pc:docMk/>
            <pc:sldMk cId="65567313" sldId="1330"/>
            <ac:grpSpMk id="149" creationId="{D1402BB2-30E7-EA9A-DD5B-CD5345E4060D}"/>
          </ac:grpSpMkLst>
        </pc:grpChg>
        <pc:graphicFrameChg chg="add del mod modGraphic">
          <ac:chgData name="nada alshamsan" userId="f5abeb7a1ab79965" providerId="LiveId" clId="{DF78A89E-645E-4559-8A6B-70E96CAEFE89}" dt="2025-12-29T17:19:34.297" v="3109" actId="478"/>
          <ac:graphicFrameMkLst>
            <pc:docMk/>
            <pc:sldMk cId="65567313" sldId="1330"/>
            <ac:graphicFrameMk id="126" creationId="{FF38DA2B-E849-686E-0F85-2859F4D5122D}"/>
          </ac:graphicFrameMkLst>
        </pc:graphicFrameChg>
        <pc:graphicFrameChg chg="add del mod modGraphic">
          <ac:chgData name="nada alshamsan" userId="f5abeb7a1ab79965" providerId="LiveId" clId="{DF78A89E-645E-4559-8A6B-70E96CAEFE89}" dt="2025-12-29T17:19:21.222" v="3107" actId="478"/>
          <ac:graphicFrameMkLst>
            <pc:docMk/>
            <pc:sldMk cId="65567313" sldId="1330"/>
            <ac:graphicFrameMk id="127" creationId="{E018AD2C-F39A-7373-BEBF-0204AC6F5775}"/>
          </ac:graphicFrameMkLst>
        </pc:graphicFrameChg>
        <pc:picChg chg="add mod">
          <ac:chgData name="nada alshamsan" userId="f5abeb7a1ab79965" providerId="LiveId" clId="{DF78A89E-645E-4559-8A6B-70E96CAEFE89}" dt="2025-12-29T17:17:40.451" v="3090" actId="338"/>
          <ac:picMkLst>
            <pc:docMk/>
            <pc:sldMk cId="65567313" sldId="1330"/>
            <ac:picMk id="31" creationId="{6C037DBB-CAFD-5249-65A9-BE7AEE1EC9E6}"/>
          </ac:picMkLst>
        </pc:picChg>
        <pc:picChg chg="mod">
          <ac:chgData name="nada alshamsan" userId="f5abeb7a1ab79965" providerId="LiveId" clId="{DF78A89E-645E-4559-8A6B-70E96CAEFE89}" dt="2025-12-29T17:05:54.079" v="2868" actId="165"/>
          <ac:picMkLst>
            <pc:docMk/>
            <pc:sldMk cId="65567313" sldId="1330"/>
            <ac:picMk id="33" creationId="{001EA62D-0E22-0AFD-FC88-A5D2487606EF}"/>
          </ac:picMkLst>
        </pc:picChg>
        <pc:picChg chg="mod">
          <ac:chgData name="nada alshamsan" userId="f5abeb7a1ab79965" providerId="LiveId" clId="{DF78A89E-645E-4559-8A6B-70E96CAEFE89}" dt="2025-12-29T17:05:54.079" v="2868" actId="165"/>
          <ac:picMkLst>
            <pc:docMk/>
            <pc:sldMk cId="65567313" sldId="1330"/>
            <ac:picMk id="36" creationId="{49B43935-71FB-FED8-F472-1591E82590AB}"/>
          </ac:picMkLst>
        </pc:picChg>
        <pc:picChg chg="del mod">
          <ac:chgData name="nada alshamsan" userId="f5abeb7a1ab79965" providerId="LiveId" clId="{DF78A89E-645E-4559-8A6B-70E96CAEFE89}" dt="2025-12-29T17:12:03.331" v="2996" actId="478"/>
          <ac:picMkLst>
            <pc:docMk/>
            <pc:sldMk cId="65567313" sldId="1330"/>
            <ac:picMk id="79" creationId="{EBCE4C40-D590-019D-5D19-FE384CB40DDF}"/>
          </ac:picMkLst>
        </pc:picChg>
        <pc:picChg chg="add del mod">
          <ac:chgData name="nada alshamsan" userId="f5abeb7a1ab79965" providerId="LiveId" clId="{DF78A89E-645E-4559-8A6B-70E96CAEFE89}" dt="2025-12-29T17:12:01.687" v="2995" actId="21"/>
          <ac:picMkLst>
            <pc:docMk/>
            <pc:sldMk cId="65567313" sldId="1330"/>
            <ac:picMk id="80" creationId="{B73E5461-1575-05F4-DE50-B0EFE6E646C4}"/>
          </ac:picMkLst>
        </pc:picChg>
        <pc:picChg chg="add mod">
          <ac:chgData name="nada alshamsan" userId="f5abeb7a1ab79965" providerId="LiveId" clId="{DF78A89E-645E-4559-8A6B-70E96CAEFE89}" dt="2025-12-29T17:12:51.557" v="3010" actId="164"/>
          <ac:picMkLst>
            <pc:docMk/>
            <pc:sldMk cId="65567313" sldId="1330"/>
            <ac:picMk id="81" creationId="{B73E5461-1575-05F4-DE50-B0EFE6E646C4}"/>
          </ac:picMkLst>
        </pc:picChg>
        <pc:picChg chg="del mod topLvl">
          <ac:chgData name="nada alshamsan" userId="f5abeb7a1ab79965" providerId="LiveId" clId="{DF78A89E-645E-4559-8A6B-70E96CAEFE89}" dt="2025-12-29T17:13:27.129" v="3022" actId="478"/>
          <ac:picMkLst>
            <pc:docMk/>
            <pc:sldMk cId="65567313" sldId="1330"/>
            <ac:picMk id="85" creationId="{227D7BC9-8BED-FD5A-9AED-264955D3903A}"/>
          </ac:picMkLst>
        </pc:picChg>
        <pc:picChg chg="add del mod">
          <ac:chgData name="nada alshamsan" userId="f5abeb7a1ab79965" providerId="LiveId" clId="{DF78A89E-645E-4559-8A6B-70E96CAEFE89}" dt="2025-12-29T17:13:25.431" v="3021" actId="21"/>
          <ac:picMkLst>
            <pc:docMk/>
            <pc:sldMk cId="65567313" sldId="1330"/>
            <ac:picMk id="91" creationId="{4C390BEC-CC9A-9908-5DC2-F2879ECA7D5A}"/>
          </ac:picMkLst>
        </pc:picChg>
        <pc:picChg chg="add mod">
          <ac:chgData name="nada alshamsan" userId="f5abeb7a1ab79965" providerId="LiveId" clId="{DF78A89E-645E-4559-8A6B-70E96CAEFE89}" dt="2025-12-29T17:13:32.406" v="3024" actId="164"/>
          <ac:picMkLst>
            <pc:docMk/>
            <pc:sldMk cId="65567313" sldId="1330"/>
            <ac:picMk id="92" creationId="{4C390BEC-CC9A-9908-5DC2-F2879ECA7D5A}"/>
          </ac:picMkLst>
        </pc:picChg>
        <pc:picChg chg="add mod">
          <ac:chgData name="nada alshamsan" userId="f5abeb7a1ab79965" providerId="LiveId" clId="{DF78A89E-645E-4559-8A6B-70E96CAEFE89}" dt="2025-12-29T17:56:23.389" v="3288" actId="1076"/>
          <ac:picMkLst>
            <pc:docMk/>
            <pc:sldMk cId="65567313" sldId="1330"/>
            <ac:picMk id="148" creationId="{34828C85-DBE9-C509-6B51-41EA3247C531}"/>
          </ac:picMkLst>
        </pc:picChg>
      </pc:sldChg>
      <pc:sldChg chg="modSp add mod">
        <pc:chgData name="nada alshamsan" userId="f5abeb7a1ab79965" providerId="LiveId" clId="{DF78A89E-645E-4559-8A6B-70E96CAEFE89}" dt="2025-12-29T18:13:36.864" v="3357" actId="5793"/>
        <pc:sldMkLst>
          <pc:docMk/>
          <pc:sldMk cId="4123733278" sldId="1331"/>
        </pc:sldMkLst>
        <pc:spChg chg="mod">
          <ac:chgData name="nada alshamsan" userId="f5abeb7a1ab79965" providerId="LiveId" clId="{DF78A89E-645E-4559-8A6B-70E96CAEFE89}" dt="2025-12-29T18:13:36.864" v="3357" actId="5793"/>
          <ac:spMkLst>
            <pc:docMk/>
            <pc:sldMk cId="4123733278" sldId="1331"/>
            <ac:spMk id="5" creationId="{ABE6335A-6FFB-21BE-D105-8B4A8507C4FB}"/>
          </ac:spMkLst>
        </pc:spChg>
      </pc:sldChg>
      <pc:sldChg chg="addSp delSp modSp add mod">
        <pc:chgData name="nada alshamsan" userId="f5abeb7a1ab79965" providerId="LiveId" clId="{DF78A89E-645E-4559-8A6B-70E96CAEFE89}" dt="2025-12-29T19:44:52.156" v="4079" actId="27636"/>
        <pc:sldMkLst>
          <pc:docMk/>
          <pc:sldMk cId="964874789" sldId="1332"/>
        </pc:sldMkLst>
        <pc:spChg chg="del topLvl">
          <ac:chgData name="nada alshamsan" userId="f5abeb7a1ab79965" providerId="LiveId" clId="{DF78A89E-645E-4559-8A6B-70E96CAEFE89}" dt="2025-12-29T18:14:58.129" v="3361" actId="478"/>
          <ac:spMkLst>
            <pc:docMk/>
            <pc:sldMk cId="964874789" sldId="1332"/>
            <ac:spMk id="2" creationId="{66A0AF62-0FB0-CA2B-9345-E07FECFD39A5}"/>
          </ac:spMkLst>
        </pc:spChg>
        <pc:spChg chg="mod">
          <ac:chgData name="nada alshamsan" userId="f5abeb7a1ab79965" providerId="LiveId" clId="{DF78A89E-645E-4559-8A6B-70E96CAEFE89}" dt="2025-12-29T18:27:59.290" v="3593" actId="113"/>
          <ac:spMkLst>
            <pc:docMk/>
            <pc:sldMk cId="964874789" sldId="1332"/>
            <ac:spMk id="7" creationId="{EC5FC37F-B6DD-84CE-F611-40E1EAAF3133}"/>
          </ac:spMkLst>
        </pc:spChg>
        <pc:spChg chg="mod">
          <ac:chgData name="nada alshamsan" userId="f5abeb7a1ab79965" providerId="LiveId" clId="{DF78A89E-645E-4559-8A6B-70E96CAEFE89}" dt="2025-12-29T18:27:59.290" v="3593" actId="113"/>
          <ac:spMkLst>
            <pc:docMk/>
            <pc:sldMk cId="964874789" sldId="1332"/>
            <ac:spMk id="9" creationId="{59DDDD73-9635-E7AC-5522-9060788A1E3D}"/>
          </ac:spMkLst>
        </pc:spChg>
        <pc:spChg chg="del mod">
          <ac:chgData name="nada alshamsan" userId="f5abeb7a1ab79965" providerId="LiveId" clId="{DF78A89E-645E-4559-8A6B-70E96CAEFE89}" dt="2025-12-29T18:16:52.133" v="3460" actId="478"/>
          <ac:spMkLst>
            <pc:docMk/>
            <pc:sldMk cId="964874789" sldId="1332"/>
            <ac:spMk id="12" creationId="{0B257EEE-E7CD-5A45-15F8-414CA6B69F31}"/>
          </ac:spMkLst>
        </pc:spChg>
        <pc:spChg chg="mod">
          <ac:chgData name="nada alshamsan" userId="f5abeb7a1ab79965" providerId="LiveId" clId="{DF78A89E-645E-4559-8A6B-70E96CAEFE89}" dt="2025-12-29T19:44:52.156" v="4079" actId="27636"/>
          <ac:spMkLst>
            <pc:docMk/>
            <pc:sldMk cId="964874789" sldId="1332"/>
            <ac:spMk id="14" creationId="{50C311CC-78BE-C59F-74DF-8409CDCF228E}"/>
          </ac:spMkLst>
        </pc:spChg>
        <pc:spChg chg="del">
          <ac:chgData name="nada alshamsan" userId="f5abeb7a1ab79965" providerId="LiveId" clId="{DF78A89E-645E-4559-8A6B-70E96CAEFE89}" dt="2025-12-29T18:15:02.906" v="3365" actId="478"/>
          <ac:spMkLst>
            <pc:docMk/>
            <pc:sldMk cId="964874789" sldId="1332"/>
            <ac:spMk id="141" creationId="{6900EBB5-596E-BFD6-707F-C4D367699CCE}"/>
          </ac:spMkLst>
        </pc:spChg>
        <pc:spChg chg="del">
          <ac:chgData name="nada alshamsan" userId="f5abeb7a1ab79965" providerId="LiveId" clId="{DF78A89E-645E-4559-8A6B-70E96CAEFE89}" dt="2025-12-29T18:15:04.462" v="3366" actId="478"/>
          <ac:spMkLst>
            <pc:docMk/>
            <pc:sldMk cId="964874789" sldId="1332"/>
            <ac:spMk id="142" creationId="{4BF5CCC1-7200-6124-DBFD-142E96BB3B78}"/>
          </ac:spMkLst>
        </pc:spChg>
        <pc:spChg chg="add mod">
          <ac:chgData name="nada alshamsan" userId="f5abeb7a1ab79965" providerId="LiveId" clId="{DF78A89E-645E-4559-8A6B-70E96CAEFE89}" dt="2025-12-29T18:19:41.640" v="3481"/>
          <ac:spMkLst>
            <pc:docMk/>
            <pc:sldMk cId="964874789" sldId="1332"/>
            <ac:spMk id="144" creationId="{81D0215E-B69C-43A0-4E44-53CF33F3FECB}"/>
          </ac:spMkLst>
        </pc:spChg>
        <pc:spChg chg="mod">
          <ac:chgData name="nada alshamsan" userId="f5abeb7a1ab79965" providerId="LiveId" clId="{DF78A89E-645E-4559-8A6B-70E96CAEFE89}" dt="2025-12-29T18:19:56.827" v="3482"/>
          <ac:spMkLst>
            <pc:docMk/>
            <pc:sldMk cId="964874789" sldId="1332"/>
            <ac:spMk id="176" creationId="{4960DA19-388F-1312-1379-DC5AA750C383}"/>
          </ac:spMkLst>
        </pc:spChg>
        <pc:spChg chg="mod">
          <ac:chgData name="nada alshamsan" userId="f5abeb7a1ab79965" providerId="LiveId" clId="{DF78A89E-645E-4559-8A6B-70E96CAEFE89}" dt="2025-12-29T18:19:56.827" v="3482"/>
          <ac:spMkLst>
            <pc:docMk/>
            <pc:sldMk cId="964874789" sldId="1332"/>
            <ac:spMk id="180" creationId="{D4F1F36D-8302-3724-4689-4E9144762122}"/>
          </ac:spMkLst>
        </pc:spChg>
        <pc:spChg chg="mod">
          <ac:chgData name="nada alshamsan" userId="f5abeb7a1ab79965" providerId="LiveId" clId="{DF78A89E-645E-4559-8A6B-70E96CAEFE89}" dt="2025-12-29T18:19:56.827" v="3482"/>
          <ac:spMkLst>
            <pc:docMk/>
            <pc:sldMk cId="964874789" sldId="1332"/>
            <ac:spMk id="188" creationId="{6B560D52-1B2D-951C-FEBD-008DA855BF64}"/>
          </ac:spMkLst>
        </pc:spChg>
        <pc:spChg chg="add mod">
          <ac:chgData name="nada alshamsan" userId="f5abeb7a1ab79965" providerId="LiveId" clId="{DF78A89E-645E-4559-8A6B-70E96CAEFE89}" dt="2025-12-29T18:19:41.640" v="3481"/>
          <ac:spMkLst>
            <pc:docMk/>
            <pc:sldMk cId="964874789" sldId="1332"/>
            <ac:spMk id="204" creationId="{ABBC2539-5CAB-941F-96E5-DA0BFC03EBF5}"/>
          </ac:spMkLst>
        </pc:spChg>
        <pc:spChg chg="mod">
          <ac:chgData name="nada alshamsan" userId="f5abeb7a1ab79965" providerId="LiveId" clId="{DF78A89E-645E-4559-8A6B-70E96CAEFE89}" dt="2025-12-29T18:19:56.827" v="3482"/>
          <ac:spMkLst>
            <pc:docMk/>
            <pc:sldMk cId="964874789" sldId="1332"/>
            <ac:spMk id="229" creationId="{E6CF0078-D740-342A-0469-DDF5F6E4C278}"/>
          </ac:spMkLst>
        </pc:spChg>
        <pc:spChg chg="add mod">
          <ac:chgData name="nada alshamsan" userId="f5abeb7a1ab79965" providerId="LiveId" clId="{DF78A89E-645E-4559-8A6B-70E96CAEFE89}" dt="2025-12-29T18:19:41.640" v="3481"/>
          <ac:spMkLst>
            <pc:docMk/>
            <pc:sldMk cId="964874789" sldId="1332"/>
            <ac:spMk id="230" creationId="{936C4B38-3AFC-C87A-FF37-0A4C6265965F}"/>
          </ac:spMkLst>
        </pc:spChg>
        <pc:spChg chg="mod">
          <ac:chgData name="nada alshamsan" userId="f5abeb7a1ab79965" providerId="LiveId" clId="{DF78A89E-645E-4559-8A6B-70E96CAEFE89}" dt="2025-12-29T18:19:56.827" v="3482"/>
          <ac:spMkLst>
            <pc:docMk/>
            <pc:sldMk cId="964874789" sldId="1332"/>
            <ac:spMk id="266" creationId="{403AC82B-1C88-BBA8-9E30-4E891D015EE1}"/>
          </ac:spMkLst>
        </pc:spChg>
        <pc:spChg chg="add mod">
          <ac:chgData name="nada alshamsan" userId="f5abeb7a1ab79965" providerId="LiveId" clId="{DF78A89E-645E-4559-8A6B-70E96CAEFE89}" dt="2025-12-29T18:19:41.640" v="3481"/>
          <ac:spMkLst>
            <pc:docMk/>
            <pc:sldMk cId="964874789" sldId="1332"/>
            <ac:spMk id="281" creationId="{77DE384D-E403-15A3-BF56-FBD7D99DB9E2}"/>
          </ac:spMkLst>
        </pc:spChg>
        <pc:spChg chg="add mod">
          <ac:chgData name="nada alshamsan" userId="f5abeb7a1ab79965" providerId="LiveId" clId="{DF78A89E-645E-4559-8A6B-70E96CAEFE89}" dt="2025-12-29T18:19:41.640" v="3481"/>
          <ac:spMkLst>
            <pc:docMk/>
            <pc:sldMk cId="964874789" sldId="1332"/>
            <ac:spMk id="284" creationId="{1693F5BE-62B3-595E-ECA5-8FCB5F011AD4}"/>
          </ac:spMkLst>
        </pc:spChg>
        <pc:spChg chg="add mod">
          <ac:chgData name="nada alshamsan" userId="f5abeb7a1ab79965" providerId="LiveId" clId="{DF78A89E-645E-4559-8A6B-70E96CAEFE89}" dt="2025-12-29T18:19:41.640" v="3481"/>
          <ac:spMkLst>
            <pc:docMk/>
            <pc:sldMk cId="964874789" sldId="1332"/>
            <ac:spMk id="286" creationId="{1276FDC7-83F4-D9E1-9041-4DAF887F6298}"/>
          </ac:spMkLst>
        </pc:spChg>
        <pc:spChg chg="mod">
          <ac:chgData name="nada alshamsan" userId="f5abeb7a1ab79965" providerId="LiveId" clId="{DF78A89E-645E-4559-8A6B-70E96CAEFE89}" dt="2025-12-29T18:19:56.827" v="3482"/>
          <ac:spMkLst>
            <pc:docMk/>
            <pc:sldMk cId="964874789" sldId="1332"/>
            <ac:spMk id="296" creationId="{BD97D01D-032E-697D-B7ED-0FAA3AF0AFF9}"/>
          </ac:spMkLst>
        </pc:spChg>
        <pc:spChg chg="mod">
          <ac:chgData name="nada alshamsan" userId="f5abeb7a1ab79965" providerId="LiveId" clId="{DF78A89E-645E-4559-8A6B-70E96CAEFE89}" dt="2025-12-29T18:19:56.827" v="3482"/>
          <ac:spMkLst>
            <pc:docMk/>
            <pc:sldMk cId="964874789" sldId="1332"/>
            <ac:spMk id="302" creationId="{2884E0AA-D900-FDC6-59E6-EAFEFBB6A131}"/>
          </ac:spMkLst>
        </pc:spChg>
        <pc:spChg chg="add mod">
          <ac:chgData name="nada alshamsan" userId="f5abeb7a1ab79965" providerId="LiveId" clId="{DF78A89E-645E-4559-8A6B-70E96CAEFE89}" dt="2025-12-29T18:19:41.640" v="3481"/>
          <ac:spMkLst>
            <pc:docMk/>
            <pc:sldMk cId="964874789" sldId="1332"/>
            <ac:spMk id="366" creationId="{29CE1111-E4F8-B0FE-5998-3B55D1E5F000}"/>
          </ac:spMkLst>
        </pc:spChg>
        <pc:spChg chg="add mod">
          <ac:chgData name="nada alshamsan" userId="f5abeb7a1ab79965" providerId="LiveId" clId="{DF78A89E-645E-4559-8A6B-70E96CAEFE89}" dt="2025-12-29T18:19:56.827" v="3482"/>
          <ac:spMkLst>
            <pc:docMk/>
            <pc:sldMk cId="964874789" sldId="1332"/>
            <ac:spMk id="368" creationId="{056EA048-A6BA-4F02-31A4-850C709FFCC1}"/>
          </ac:spMkLst>
        </pc:spChg>
        <pc:spChg chg="mod">
          <ac:chgData name="nada alshamsan" userId="f5abeb7a1ab79965" providerId="LiveId" clId="{DF78A89E-645E-4559-8A6B-70E96CAEFE89}" dt="2025-12-29T18:19:56.827" v="3482"/>
          <ac:spMkLst>
            <pc:docMk/>
            <pc:sldMk cId="964874789" sldId="1332"/>
            <ac:spMk id="369" creationId="{8E099A27-F3F8-EF33-73EA-822839160C74}"/>
          </ac:spMkLst>
        </pc:spChg>
        <pc:spChg chg="add mod">
          <ac:chgData name="nada alshamsan" userId="f5abeb7a1ab79965" providerId="LiveId" clId="{DF78A89E-645E-4559-8A6B-70E96CAEFE89}" dt="2025-12-29T18:19:41.640" v="3481"/>
          <ac:spMkLst>
            <pc:docMk/>
            <pc:sldMk cId="964874789" sldId="1332"/>
            <ac:spMk id="435" creationId="{9BAFC37F-6761-9895-7E54-4D0805BFA239}"/>
          </ac:spMkLst>
        </pc:spChg>
        <pc:spChg chg="mod">
          <ac:chgData name="nada alshamsan" userId="f5abeb7a1ab79965" providerId="LiveId" clId="{DF78A89E-645E-4559-8A6B-70E96CAEFE89}" dt="2025-12-29T18:19:56.827" v="3482"/>
          <ac:spMkLst>
            <pc:docMk/>
            <pc:sldMk cId="964874789" sldId="1332"/>
            <ac:spMk id="454" creationId="{B06C548A-CDED-2EC5-06C8-41BD1501D8F2}"/>
          </ac:spMkLst>
        </pc:spChg>
        <pc:spChg chg="add mod">
          <ac:chgData name="nada alshamsan" userId="f5abeb7a1ab79965" providerId="LiveId" clId="{DF78A89E-645E-4559-8A6B-70E96CAEFE89}" dt="2025-12-29T18:19:41.640" v="3481"/>
          <ac:spMkLst>
            <pc:docMk/>
            <pc:sldMk cId="964874789" sldId="1332"/>
            <ac:spMk id="466" creationId="{F8090ED6-BE08-B080-A1A9-815809A88076}"/>
          </ac:spMkLst>
        </pc:spChg>
        <pc:spChg chg="add del mod">
          <ac:chgData name="nada alshamsan" userId="f5abeb7a1ab79965" providerId="LiveId" clId="{DF78A89E-645E-4559-8A6B-70E96CAEFE89}" dt="2025-12-29T18:31:31.002" v="3689" actId="478"/>
          <ac:spMkLst>
            <pc:docMk/>
            <pc:sldMk cId="964874789" sldId="1332"/>
            <ac:spMk id="501" creationId="{1D941BE6-9BA8-D6A1-88D7-790CE6E9C435}"/>
          </ac:spMkLst>
        </pc:spChg>
        <pc:spChg chg="add del mod">
          <ac:chgData name="nada alshamsan" userId="f5abeb7a1ab79965" providerId="LiveId" clId="{DF78A89E-645E-4559-8A6B-70E96CAEFE89}" dt="2025-12-29T18:23:20.968" v="3507" actId="478"/>
          <ac:spMkLst>
            <pc:docMk/>
            <pc:sldMk cId="964874789" sldId="1332"/>
            <ac:spMk id="503" creationId="{011D944F-6619-9EB7-6EBF-C202D4B001DD}"/>
          </ac:spMkLst>
        </pc:spChg>
        <pc:spChg chg="add del mod">
          <ac:chgData name="nada alshamsan" userId="f5abeb7a1ab79965" providerId="LiveId" clId="{DF78A89E-645E-4559-8A6B-70E96CAEFE89}" dt="2025-12-29T18:27:32.884" v="3584" actId="478"/>
          <ac:spMkLst>
            <pc:docMk/>
            <pc:sldMk cId="964874789" sldId="1332"/>
            <ac:spMk id="506" creationId="{12079705-54C5-8EC9-A418-7DD33E5CA4BB}"/>
          </ac:spMkLst>
        </pc:spChg>
        <pc:grpChg chg="add del mod">
          <ac:chgData name="nada alshamsan" userId="f5abeb7a1ab79965" providerId="LiveId" clId="{DF78A89E-645E-4559-8A6B-70E96CAEFE89}" dt="2025-12-29T18:31:34.386" v="3690" actId="478"/>
          <ac:grpSpMkLst>
            <pc:docMk/>
            <pc:sldMk cId="964874789" sldId="1332"/>
            <ac:grpSpMk id="3" creationId="{5C63AE66-649C-9774-8D9C-B8CF211BFA73}"/>
          </ac:grpSpMkLst>
        </pc:grpChg>
        <pc:grpChg chg="del mod">
          <ac:chgData name="nada alshamsan" userId="f5abeb7a1ab79965" providerId="LiveId" clId="{DF78A89E-645E-4559-8A6B-70E96CAEFE89}" dt="2025-12-29T18:16:03.274" v="3385" actId="478"/>
          <ac:grpSpMkLst>
            <pc:docMk/>
            <pc:sldMk cId="964874789" sldId="1332"/>
            <ac:grpSpMk id="4" creationId="{5DBA64FE-4388-AD2B-9C18-E4C01190248B}"/>
          </ac:grpSpMkLst>
        </pc:grpChg>
        <pc:grpChg chg="del mod">
          <ac:chgData name="nada alshamsan" userId="f5abeb7a1ab79965" providerId="LiveId" clId="{DF78A89E-645E-4559-8A6B-70E96CAEFE89}" dt="2025-12-29T18:15:59.832" v="3384" actId="478"/>
          <ac:grpSpMkLst>
            <pc:docMk/>
            <pc:sldMk cId="964874789" sldId="1332"/>
            <ac:grpSpMk id="5" creationId="{09330FBE-AB19-2157-D194-8B13EC0023F5}"/>
          </ac:grpSpMkLst>
        </pc:grpChg>
        <pc:grpChg chg="del mod">
          <ac:chgData name="nada alshamsan" userId="f5abeb7a1ab79965" providerId="LiveId" clId="{DF78A89E-645E-4559-8A6B-70E96CAEFE89}" dt="2025-12-29T18:15:30.716" v="3369" actId="478"/>
          <ac:grpSpMkLst>
            <pc:docMk/>
            <pc:sldMk cId="964874789" sldId="1332"/>
            <ac:grpSpMk id="6" creationId="{CE4DD77F-0784-5C60-1343-09020AC5CB81}"/>
          </ac:grpSpMkLst>
        </pc:grpChg>
        <pc:grpChg chg="topLvl">
          <ac:chgData name="nada alshamsan" userId="f5abeb7a1ab79965" providerId="LiveId" clId="{DF78A89E-645E-4559-8A6B-70E96CAEFE89}" dt="2025-12-29T18:14:58.129" v="3361" actId="478"/>
          <ac:grpSpMkLst>
            <pc:docMk/>
            <pc:sldMk cId="964874789" sldId="1332"/>
            <ac:grpSpMk id="18" creationId="{35790A2F-00B5-793A-7A25-177FA88665E7}"/>
          </ac:grpSpMkLst>
        </pc:grpChg>
        <pc:grpChg chg="del">
          <ac:chgData name="nada alshamsan" userId="f5abeb7a1ab79965" providerId="LiveId" clId="{DF78A89E-645E-4559-8A6B-70E96CAEFE89}" dt="2025-12-29T18:14:56.027" v="3360" actId="478"/>
          <ac:grpSpMkLst>
            <pc:docMk/>
            <pc:sldMk cId="964874789" sldId="1332"/>
            <ac:grpSpMk id="128" creationId="{C8F389FE-61B4-CBC2-C134-588B0F34A826}"/>
          </ac:grpSpMkLst>
        </pc:grpChg>
        <pc:grpChg chg="del">
          <ac:chgData name="nada alshamsan" userId="f5abeb7a1ab79965" providerId="LiveId" clId="{DF78A89E-645E-4559-8A6B-70E96CAEFE89}" dt="2025-12-29T18:15:00.394" v="3363" actId="478"/>
          <ac:grpSpMkLst>
            <pc:docMk/>
            <pc:sldMk cId="964874789" sldId="1332"/>
            <ac:grpSpMk id="129" creationId="{ADF66ACA-CE51-852B-5CAE-4DBEF8264B07}"/>
          </ac:grpSpMkLst>
        </pc:grpChg>
        <pc:grpChg chg="del">
          <ac:chgData name="nada alshamsan" userId="f5abeb7a1ab79965" providerId="LiveId" clId="{DF78A89E-645E-4559-8A6B-70E96CAEFE89}" dt="2025-12-29T18:14:58.129" v="3361" actId="478"/>
          <ac:grpSpMkLst>
            <pc:docMk/>
            <pc:sldMk cId="964874789" sldId="1332"/>
            <ac:grpSpMk id="140" creationId="{0C687285-2CE5-C642-FE65-F929EB0C0EFD}"/>
          </ac:grpSpMkLst>
        </pc:grpChg>
        <pc:grpChg chg="del">
          <ac:chgData name="nada alshamsan" userId="f5abeb7a1ab79965" providerId="LiveId" clId="{DF78A89E-645E-4559-8A6B-70E96CAEFE89}" dt="2025-12-29T18:14:59.647" v="3362" actId="478"/>
          <ac:grpSpMkLst>
            <pc:docMk/>
            <pc:sldMk cId="964874789" sldId="1332"/>
            <ac:grpSpMk id="143" creationId="{C63EB78A-B6C3-ABE0-F3DE-22B38D0228D1}"/>
          </ac:grpSpMkLst>
        </pc:grpChg>
        <pc:grpChg chg="del">
          <ac:chgData name="nada alshamsan" userId="f5abeb7a1ab79965" providerId="LiveId" clId="{DF78A89E-645E-4559-8A6B-70E96CAEFE89}" dt="2025-12-29T18:15:01.762" v="3364" actId="478"/>
          <ac:grpSpMkLst>
            <pc:docMk/>
            <pc:sldMk cId="964874789" sldId="1332"/>
            <ac:grpSpMk id="149" creationId="{017CC22B-D28C-E7D0-3F88-132B28E348A7}"/>
          </ac:grpSpMkLst>
        </pc:grpChg>
        <pc:graphicFrameChg chg="add del mod modGraphic">
          <ac:chgData name="nada alshamsan" userId="f5abeb7a1ab79965" providerId="LiveId" clId="{DF78A89E-645E-4559-8A6B-70E96CAEFE89}" dt="2025-12-29T18:31:31.002" v="3689" actId="478"/>
          <ac:graphicFrameMkLst>
            <pc:docMk/>
            <pc:sldMk cId="964874789" sldId="1332"/>
            <ac:graphicFrameMk id="504" creationId="{A1DA7854-5894-12D7-6F38-627EFEA72E4F}"/>
          </ac:graphicFrameMkLst>
        </pc:graphicFrameChg>
        <pc:picChg chg="del mod">
          <ac:chgData name="nada alshamsan" userId="f5abeb7a1ab79965" providerId="LiveId" clId="{DF78A89E-645E-4559-8A6B-70E96CAEFE89}" dt="2025-12-29T18:15:30.716" v="3369" actId="478"/>
          <ac:picMkLst>
            <pc:docMk/>
            <pc:sldMk cId="964874789" sldId="1332"/>
            <ac:picMk id="8" creationId="{CBD1CE74-A673-23E1-435B-8C91B20AFCBF}"/>
          </ac:picMkLst>
        </pc:picChg>
        <pc:picChg chg="del mod">
          <ac:chgData name="nada alshamsan" userId="f5abeb7a1ab79965" providerId="LiveId" clId="{DF78A89E-645E-4559-8A6B-70E96CAEFE89}" dt="2025-12-29T18:15:59.832" v="3384" actId="478"/>
          <ac:picMkLst>
            <pc:docMk/>
            <pc:sldMk cId="964874789" sldId="1332"/>
            <ac:picMk id="10" creationId="{5ED9D3F4-7328-CD09-5DF9-92A7F38C7A4B}"/>
          </ac:picMkLst>
        </pc:picChg>
        <pc:picChg chg="del mod">
          <ac:chgData name="nada alshamsan" userId="f5abeb7a1ab79965" providerId="LiveId" clId="{DF78A89E-645E-4559-8A6B-70E96CAEFE89}" dt="2025-12-29T18:16:03.274" v="3385" actId="478"/>
          <ac:picMkLst>
            <pc:docMk/>
            <pc:sldMk cId="964874789" sldId="1332"/>
            <ac:picMk id="19" creationId="{740D512D-8EF0-E141-DD3D-5DDA027DC474}"/>
          </ac:picMkLst>
        </pc:picChg>
      </pc:sldChg>
      <pc:sldChg chg="addSp delSp modSp add mod">
        <pc:chgData name="nada alshamsan" userId="f5abeb7a1ab79965" providerId="LiveId" clId="{DF78A89E-645E-4559-8A6B-70E96CAEFE89}" dt="2025-12-29T19:45:24.721" v="4084"/>
        <pc:sldMkLst>
          <pc:docMk/>
          <pc:sldMk cId="2151483497" sldId="1333"/>
        </pc:sldMkLst>
        <pc:spChg chg="add">
          <ac:chgData name="nada alshamsan" userId="f5abeb7a1ab79965" providerId="LiveId" clId="{DF78A89E-645E-4559-8A6B-70E96CAEFE89}" dt="2025-12-29T18:36:18.392" v="3733"/>
          <ac:spMkLst>
            <pc:docMk/>
            <pc:sldMk cId="2151483497" sldId="1333"/>
            <ac:spMk id="2" creationId="{92848347-29B6-0A83-55EF-44F1F5EA334B}"/>
          </ac:spMkLst>
        </pc:spChg>
        <pc:spChg chg="add">
          <ac:chgData name="nada alshamsan" userId="f5abeb7a1ab79965" providerId="LiveId" clId="{DF78A89E-645E-4559-8A6B-70E96CAEFE89}" dt="2025-12-29T18:36:20.820" v="3734"/>
          <ac:spMkLst>
            <pc:docMk/>
            <pc:sldMk cId="2151483497" sldId="1333"/>
            <ac:spMk id="4" creationId="{F9AF267D-50BA-1FB1-C0BA-FB7D643A9003}"/>
          </ac:spMkLst>
        </pc:spChg>
        <pc:spChg chg="mod">
          <ac:chgData name="nada alshamsan" userId="f5abeb7a1ab79965" providerId="LiveId" clId="{DF78A89E-645E-4559-8A6B-70E96CAEFE89}" dt="2025-12-29T19:45:24.721" v="4084"/>
          <ac:spMkLst>
            <pc:docMk/>
            <pc:sldMk cId="2151483497" sldId="1333"/>
            <ac:spMk id="14" creationId="{CBB024F3-E6B6-6BB7-532A-DB98879C8C93}"/>
          </ac:spMkLst>
        </pc:spChg>
        <pc:spChg chg="mod">
          <ac:chgData name="nada alshamsan" userId="f5abeb7a1ab79965" providerId="LiveId" clId="{DF78A89E-645E-4559-8A6B-70E96CAEFE89}" dt="2025-12-29T18:47:02.548" v="3789" actId="20577"/>
          <ac:spMkLst>
            <pc:docMk/>
            <pc:sldMk cId="2151483497" sldId="1333"/>
            <ac:spMk id="501" creationId="{1A0E2254-8B9D-3766-4607-200C14A65ADB}"/>
          </ac:spMkLst>
        </pc:spChg>
        <pc:graphicFrameChg chg="del modGraphic">
          <ac:chgData name="nada alshamsan" userId="f5abeb7a1ab79965" providerId="LiveId" clId="{DF78A89E-645E-4559-8A6B-70E96CAEFE89}" dt="2025-12-29T18:29:35.930" v="3666" actId="478"/>
          <ac:graphicFrameMkLst>
            <pc:docMk/>
            <pc:sldMk cId="2151483497" sldId="1333"/>
            <ac:graphicFrameMk id="504" creationId="{5BBF117F-2768-EB8F-7A25-34AFA457455E}"/>
          </ac:graphicFrameMkLst>
        </pc:graphicFrameChg>
      </pc:sldChg>
      <pc:sldChg chg="modSp add mod">
        <pc:chgData name="nada alshamsan" userId="f5abeb7a1ab79965" providerId="LiveId" clId="{DF78A89E-645E-4559-8A6B-70E96CAEFE89}" dt="2025-12-29T19:45:17.089" v="4083" actId="20577"/>
        <pc:sldMkLst>
          <pc:docMk/>
          <pc:sldMk cId="3017460965" sldId="1334"/>
        </pc:sldMkLst>
        <pc:spChg chg="mod">
          <ac:chgData name="nada alshamsan" userId="f5abeb7a1ab79965" providerId="LiveId" clId="{DF78A89E-645E-4559-8A6B-70E96CAEFE89}" dt="2025-12-29T19:45:17.089" v="4083" actId="20577"/>
          <ac:spMkLst>
            <pc:docMk/>
            <pc:sldMk cId="3017460965" sldId="1334"/>
            <ac:spMk id="14" creationId="{4B7031B6-F50A-49E8-8F20-4CFEEA8F025F}"/>
          </ac:spMkLst>
        </pc:spChg>
        <pc:graphicFrameChg chg="mod modGraphic">
          <ac:chgData name="nada alshamsan" userId="f5abeb7a1ab79965" providerId="LiveId" clId="{DF78A89E-645E-4559-8A6B-70E96CAEFE89}" dt="2025-12-29T18:47:10.508" v="3790" actId="20577"/>
          <ac:graphicFrameMkLst>
            <pc:docMk/>
            <pc:sldMk cId="3017460965" sldId="1334"/>
            <ac:graphicFrameMk id="504" creationId="{9788BD3A-EDFC-0A72-4118-FA27A0AB996D}"/>
          </ac:graphicFrameMkLst>
        </pc:graphicFrameChg>
      </pc:sldChg>
      <pc:sldChg chg="modSp add del mod">
        <pc:chgData name="nada alshamsan" userId="f5abeb7a1ab79965" providerId="LiveId" clId="{DF78A89E-645E-4559-8A6B-70E96CAEFE89}" dt="2025-12-29T19:46:03.422" v="4092" actId="47"/>
        <pc:sldMkLst>
          <pc:docMk/>
          <pc:sldMk cId="1259163178" sldId="1335"/>
        </pc:sldMkLst>
        <pc:spChg chg="mod">
          <ac:chgData name="nada alshamsan" userId="f5abeb7a1ab79965" providerId="LiveId" clId="{DF78A89E-645E-4559-8A6B-70E96CAEFE89}" dt="2025-12-29T19:45:29.238" v="4085"/>
          <ac:spMkLst>
            <pc:docMk/>
            <pc:sldMk cId="1259163178" sldId="1335"/>
            <ac:spMk id="14" creationId="{352ADF8D-3B01-4592-005A-A40A1A27A546}"/>
          </ac:spMkLst>
        </pc:spChg>
      </pc:sldChg>
      <pc:sldChg chg="modSp add mod">
        <pc:chgData name="nada alshamsan" userId="f5abeb7a1ab79965" providerId="LiveId" clId="{DF78A89E-645E-4559-8A6B-70E96CAEFE89}" dt="2025-12-29T19:45:32.788" v="4086"/>
        <pc:sldMkLst>
          <pc:docMk/>
          <pc:sldMk cId="2756020674" sldId="1336"/>
        </pc:sldMkLst>
        <pc:spChg chg="mod">
          <ac:chgData name="nada alshamsan" userId="f5abeb7a1ab79965" providerId="LiveId" clId="{DF78A89E-645E-4559-8A6B-70E96CAEFE89}" dt="2025-12-29T18:45:15.476" v="3775" actId="404"/>
          <ac:spMkLst>
            <pc:docMk/>
            <pc:sldMk cId="2756020674" sldId="1336"/>
            <ac:spMk id="7" creationId="{DCCD4CFA-D12F-6661-E498-4BCA719B5806}"/>
          </ac:spMkLst>
        </pc:spChg>
        <pc:spChg chg="mod">
          <ac:chgData name="nada alshamsan" userId="f5abeb7a1ab79965" providerId="LiveId" clId="{DF78A89E-645E-4559-8A6B-70E96CAEFE89}" dt="2025-12-29T19:45:32.788" v="4086"/>
          <ac:spMkLst>
            <pc:docMk/>
            <pc:sldMk cId="2756020674" sldId="1336"/>
            <ac:spMk id="14" creationId="{060B2EAF-7369-2898-763A-59E3999E0342}"/>
          </ac:spMkLst>
        </pc:spChg>
        <pc:spChg chg="mod">
          <ac:chgData name="nada alshamsan" userId="f5abeb7a1ab79965" providerId="LiveId" clId="{DF78A89E-645E-4559-8A6B-70E96CAEFE89}" dt="2025-12-29T18:45:47.975" v="3781" actId="20577"/>
          <ac:spMkLst>
            <pc:docMk/>
            <pc:sldMk cId="2756020674" sldId="1336"/>
            <ac:spMk id="501" creationId="{0DAD2100-B888-5B1B-EF97-5318A94C4C38}"/>
          </ac:spMkLst>
        </pc:spChg>
        <pc:graphicFrameChg chg="mod">
          <ac:chgData name="nada alshamsan" userId="f5abeb7a1ab79965" providerId="LiveId" clId="{DF78A89E-645E-4559-8A6B-70E96CAEFE89}" dt="2025-12-29T18:46:07.158" v="3783"/>
          <ac:graphicFrameMkLst>
            <pc:docMk/>
            <pc:sldMk cId="2756020674" sldId="1336"/>
            <ac:graphicFrameMk id="504" creationId="{D9CEB749-F7F1-8F49-C8D8-75CCD47D3608}"/>
          </ac:graphicFrameMkLst>
        </pc:graphicFrameChg>
      </pc:sldChg>
      <pc:sldChg chg="modSp add mod">
        <pc:chgData name="nada alshamsan" userId="f5abeb7a1ab79965" providerId="LiveId" clId="{DF78A89E-645E-4559-8A6B-70E96CAEFE89}" dt="2025-12-29T19:45:37.871" v="4087"/>
        <pc:sldMkLst>
          <pc:docMk/>
          <pc:sldMk cId="3022993092" sldId="1337"/>
        </pc:sldMkLst>
        <pc:spChg chg="mod">
          <ac:chgData name="nada alshamsan" userId="f5abeb7a1ab79965" providerId="LiveId" clId="{DF78A89E-645E-4559-8A6B-70E96CAEFE89}" dt="2025-12-29T18:45:23.745" v="3777" actId="404"/>
          <ac:spMkLst>
            <pc:docMk/>
            <pc:sldMk cId="3022993092" sldId="1337"/>
            <ac:spMk id="7" creationId="{8F9DDEB7-D058-0EEF-7254-C86722338C13}"/>
          </ac:spMkLst>
        </pc:spChg>
        <pc:spChg chg="mod">
          <ac:chgData name="nada alshamsan" userId="f5abeb7a1ab79965" providerId="LiveId" clId="{DF78A89E-645E-4559-8A6B-70E96CAEFE89}" dt="2025-12-29T19:45:37.871" v="4087"/>
          <ac:spMkLst>
            <pc:docMk/>
            <pc:sldMk cId="3022993092" sldId="1337"/>
            <ac:spMk id="14" creationId="{E3E8864E-359E-F957-13CE-9D4698B8B5FC}"/>
          </ac:spMkLst>
        </pc:spChg>
        <pc:spChg chg="mod">
          <ac:chgData name="nada alshamsan" userId="f5abeb7a1ab79965" providerId="LiveId" clId="{DF78A89E-645E-4559-8A6B-70E96CAEFE89}" dt="2025-12-29T18:53:18.384" v="3830" actId="12"/>
          <ac:spMkLst>
            <pc:docMk/>
            <pc:sldMk cId="3022993092" sldId="1337"/>
            <ac:spMk id="501" creationId="{71D51314-B389-A9BE-CE5C-546F03DE8C54}"/>
          </ac:spMkLst>
        </pc:spChg>
      </pc:sldChg>
      <pc:sldChg chg="modSp add del mod">
        <pc:chgData name="nada alshamsan" userId="f5abeb7a1ab79965" providerId="LiveId" clId="{DF78A89E-645E-4559-8A6B-70E96CAEFE89}" dt="2025-12-29T19:46:01.907" v="4091" actId="47"/>
        <pc:sldMkLst>
          <pc:docMk/>
          <pc:sldMk cId="2274012864" sldId="1338"/>
        </pc:sldMkLst>
        <pc:spChg chg="mod">
          <ac:chgData name="nada alshamsan" userId="f5abeb7a1ab79965" providerId="LiveId" clId="{DF78A89E-645E-4559-8A6B-70E96CAEFE89}" dt="2025-12-29T19:45:41.067" v="4088"/>
          <ac:spMkLst>
            <pc:docMk/>
            <pc:sldMk cId="2274012864" sldId="1338"/>
            <ac:spMk id="14" creationId="{6F06AF36-2448-E33E-F2DB-0035E2956A3F}"/>
          </ac:spMkLst>
        </pc:spChg>
      </pc:sldChg>
      <pc:sldChg chg="modSp add mod">
        <pc:chgData name="nada alshamsan" userId="f5abeb7a1ab79965" providerId="LiveId" clId="{DF78A89E-645E-4559-8A6B-70E96CAEFE89}" dt="2025-12-29T19:45:44.771" v="4089"/>
        <pc:sldMkLst>
          <pc:docMk/>
          <pc:sldMk cId="1188904801" sldId="1339"/>
        </pc:sldMkLst>
        <pc:spChg chg="mod">
          <ac:chgData name="nada alshamsan" userId="f5abeb7a1ab79965" providerId="LiveId" clId="{DF78A89E-645E-4559-8A6B-70E96CAEFE89}" dt="2025-12-29T18:51:04.746" v="3809"/>
          <ac:spMkLst>
            <pc:docMk/>
            <pc:sldMk cId="1188904801" sldId="1339"/>
            <ac:spMk id="7" creationId="{98154A23-45BA-985E-A936-0BB2D9CA6E75}"/>
          </ac:spMkLst>
        </pc:spChg>
        <pc:spChg chg="mod">
          <ac:chgData name="nada alshamsan" userId="f5abeb7a1ab79965" providerId="LiveId" clId="{DF78A89E-645E-4559-8A6B-70E96CAEFE89}" dt="2025-12-29T19:45:44.771" v="4089"/>
          <ac:spMkLst>
            <pc:docMk/>
            <pc:sldMk cId="1188904801" sldId="1339"/>
            <ac:spMk id="14" creationId="{B652C4F5-04C7-9FA6-F1C0-0F934312B09F}"/>
          </ac:spMkLst>
        </pc:spChg>
        <pc:spChg chg="mod">
          <ac:chgData name="nada alshamsan" userId="f5abeb7a1ab79965" providerId="LiveId" clId="{DF78A89E-645E-4559-8A6B-70E96CAEFE89}" dt="2025-12-29T18:51:36.072" v="3814" actId="20577"/>
          <ac:spMkLst>
            <pc:docMk/>
            <pc:sldMk cId="1188904801" sldId="1339"/>
            <ac:spMk id="501" creationId="{34FD5A10-F6DC-AA35-42B6-FA0A20D76905}"/>
          </ac:spMkLst>
        </pc:spChg>
        <pc:graphicFrameChg chg="mod">
          <ac:chgData name="nada alshamsan" userId="f5abeb7a1ab79965" providerId="LiveId" clId="{DF78A89E-645E-4559-8A6B-70E96CAEFE89}" dt="2025-12-29T18:51:59.874" v="3816"/>
          <ac:graphicFrameMkLst>
            <pc:docMk/>
            <pc:sldMk cId="1188904801" sldId="1339"/>
            <ac:graphicFrameMk id="504" creationId="{138FCC46-97AC-ED1D-9823-AFB67E1D4A90}"/>
          </ac:graphicFrameMkLst>
        </pc:graphicFrameChg>
      </pc:sldChg>
      <pc:sldChg chg="modSp add mod">
        <pc:chgData name="nada alshamsan" userId="f5abeb7a1ab79965" providerId="LiveId" clId="{DF78A89E-645E-4559-8A6B-70E96CAEFE89}" dt="2025-12-29T19:45:48.048" v="4090"/>
        <pc:sldMkLst>
          <pc:docMk/>
          <pc:sldMk cId="2116419021" sldId="1340"/>
        </pc:sldMkLst>
        <pc:spChg chg="mod">
          <ac:chgData name="nada alshamsan" userId="f5abeb7a1ab79965" providerId="LiveId" clId="{DF78A89E-645E-4559-8A6B-70E96CAEFE89}" dt="2025-12-29T18:51:11.824" v="3810"/>
          <ac:spMkLst>
            <pc:docMk/>
            <pc:sldMk cId="2116419021" sldId="1340"/>
            <ac:spMk id="7" creationId="{55AF634C-32A1-7C9D-0E87-E0B9F7F44107}"/>
          </ac:spMkLst>
        </pc:spChg>
        <pc:spChg chg="mod">
          <ac:chgData name="nada alshamsan" userId="f5abeb7a1ab79965" providerId="LiveId" clId="{DF78A89E-645E-4559-8A6B-70E96CAEFE89}" dt="2025-12-29T19:45:48.048" v="4090"/>
          <ac:spMkLst>
            <pc:docMk/>
            <pc:sldMk cId="2116419021" sldId="1340"/>
            <ac:spMk id="14" creationId="{38FCBA17-7452-BDCD-362B-C77DA24B5D0B}"/>
          </ac:spMkLst>
        </pc:spChg>
        <pc:spChg chg="mod">
          <ac:chgData name="nada alshamsan" userId="f5abeb7a1ab79965" providerId="LiveId" clId="{DF78A89E-645E-4559-8A6B-70E96CAEFE89}" dt="2025-12-29T18:59:28.585" v="3859" actId="20577"/>
          <ac:spMkLst>
            <pc:docMk/>
            <pc:sldMk cId="2116419021" sldId="1340"/>
            <ac:spMk id="501" creationId="{CA053835-5CEC-348F-6B72-3330B2FB67B1}"/>
          </ac:spMkLst>
        </pc:spChg>
      </pc:sldChg>
      <pc:sldChg chg="addSp delSp modSp add mod">
        <pc:chgData name="nada alshamsan" userId="f5abeb7a1ab79965" providerId="LiveId" clId="{DF78A89E-645E-4559-8A6B-70E96CAEFE89}" dt="2025-12-29T19:27:25.106" v="4048" actId="14100"/>
        <pc:sldMkLst>
          <pc:docMk/>
          <pc:sldMk cId="395833975" sldId="1341"/>
        </pc:sldMkLst>
        <pc:spChg chg="mod">
          <ac:chgData name="nada alshamsan" userId="f5abeb7a1ab79965" providerId="LiveId" clId="{DF78A89E-645E-4559-8A6B-70E96CAEFE89}" dt="2025-12-29T19:05:16.039" v="3865"/>
          <ac:spMkLst>
            <pc:docMk/>
            <pc:sldMk cId="395833975" sldId="1341"/>
            <ac:spMk id="3" creationId="{0C016594-CB76-4D65-36CE-D91B890C5E6A}"/>
          </ac:spMkLst>
        </pc:spChg>
        <pc:spChg chg="mod">
          <ac:chgData name="nada alshamsan" userId="f5abeb7a1ab79965" providerId="LiveId" clId="{DF78A89E-645E-4559-8A6B-70E96CAEFE89}" dt="2025-12-29T19:05:27.744" v="3866"/>
          <ac:spMkLst>
            <pc:docMk/>
            <pc:sldMk cId="395833975" sldId="1341"/>
            <ac:spMk id="4" creationId="{F9D297FC-4676-69F3-5CC7-41A656F07617}"/>
          </ac:spMkLst>
        </pc:spChg>
        <pc:spChg chg="add mod">
          <ac:chgData name="nada alshamsan" userId="f5abeb7a1ab79965" providerId="LiveId" clId="{DF78A89E-645E-4559-8A6B-70E96CAEFE89}" dt="2025-12-29T19:08:20.636" v="3905" actId="20577"/>
          <ac:spMkLst>
            <pc:docMk/>
            <pc:sldMk cId="395833975" sldId="1341"/>
            <ac:spMk id="5" creationId="{CB38F78D-EB0A-5BFE-4F10-441E8EF49952}"/>
          </ac:spMkLst>
        </pc:spChg>
        <pc:spChg chg="mod">
          <ac:chgData name="nada alshamsan" userId="f5abeb7a1ab79965" providerId="LiveId" clId="{DF78A89E-645E-4559-8A6B-70E96CAEFE89}" dt="2025-12-29T19:08:02.160" v="3903"/>
          <ac:spMkLst>
            <pc:docMk/>
            <pc:sldMk cId="395833975" sldId="1341"/>
            <ac:spMk id="8" creationId="{FFC1ABDB-05B4-BE68-B072-2407334D8095}"/>
          </ac:spMkLst>
        </pc:spChg>
        <pc:spChg chg="mod">
          <ac:chgData name="nada alshamsan" userId="f5abeb7a1ab79965" providerId="LiveId" clId="{DF78A89E-645E-4559-8A6B-70E96CAEFE89}" dt="2025-12-29T19:09:12.057" v="3912" actId="14100"/>
          <ac:spMkLst>
            <pc:docMk/>
            <pc:sldMk cId="395833975" sldId="1341"/>
            <ac:spMk id="9" creationId="{250DAE87-B8F1-C128-DAA9-4ADDF01F0548}"/>
          </ac:spMkLst>
        </pc:spChg>
        <pc:spChg chg="mod">
          <ac:chgData name="nada alshamsan" userId="f5abeb7a1ab79965" providerId="LiveId" clId="{DF78A89E-645E-4559-8A6B-70E96CAEFE89}" dt="2025-12-29T19:27:25.106" v="4048" actId="14100"/>
          <ac:spMkLst>
            <pc:docMk/>
            <pc:sldMk cId="395833975" sldId="1341"/>
            <ac:spMk id="14" creationId="{8F381F38-02BA-6AA5-42AF-7212E90EE341}"/>
          </ac:spMkLst>
        </pc:spChg>
        <pc:spChg chg="mod">
          <ac:chgData name="nada alshamsan" userId="f5abeb7a1ab79965" providerId="LiveId" clId="{DF78A89E-645E-4559-8A6B-70E96CAEFE89}" dt="2025-12-29T19:26:59.209" v="4035" actId="255"/>
          <ac:spMkLst>
            <pc:docMk/>
            <pc:sldMk cId="395833975" sldId="1341"/>
            <ac:spMk id="16" creationId="{82B73386-071B-E381-689D-488754FFC7A1}"/>
          </ac:spMkLst>
        </pc:spChg>
        <pc:spChg chg="mod">
          <ac:chgData name="nada alshamsan" userId="f5abeb7a1ab79965" providerId="LiveId" clId="{DF78A89E-645E-4559-8A6B-70E96CAEFE89}" dt="2025-12-29T19:26:59.209" v="4035" actId="255"/>
          <ac:spMkLst>
            <pc:docMk/>
            <pc:sldMk cId="395833975" sldId="1341"/>
            <ac:spMk id="17" creationId="{B9FB621F-08B5-D701-DDD8-02FD92D14A17}"/>
          </ac:spMkLst>
        </pc:spChg>
        <pc:grpChg chg="add mod">
          <ac:chgData name="nada alshamsan" userId="f5abeb7a1ab79965" providerId="LiveId" clId="{DF78A89E-645E-4559-8A6B-70E96CAEFE89}" dt="2025-12-29T19:05:16.039" v="3865"/>
          <ac:grpSpMkLst>
            <pc:docMk/>
            <pc:sldMk cId="395833975" sldId="1341"/>
            <ac:grpSpMk id="2" creationId="{2799F4DA-5CEA-B5D4-DA93-8A6E11C37328}"/>
          </ac:grpSpMkLst>
        </pc:grpChg>
        <pc:grpChg chg="add mod">
          <ac:chgData name="nada alshamsan" userId="f5abeb7a1ab79965" providerId="LiveId" clId="{DF78A89E-645E-4559-8A6B-70E96CAEFE89}" dt="2025-12-29T19:08:13.290" v="3904" actId="1076"/>
          <ac:grpSpMkLst>
            <pc:docMk/>
            <pc:sldMk cId="395833975" sldId="1341"/>
            <ac:grpSpMk id="7" creationId="{B7DAC4D4-DFEA-A6EF-7E31-4A3AE3F30005}"/>
          </ac:grpSpMkLst>
        </pc:grpChg>
        <pc:grpChg chg="mod">
          <ac:chgData name="nada alshamsan" userId="f5abeb7a1ab79965" providerId="LiveId" clId="{DF78A89E-645E-4559-8A6B-70E96CAEFE89}" dt="2025-12-29T19:26:50.584" v="4032" actId="14100"/>
          <ac:grpSpMkLst>
            <pc:docMk/>
            <pc:sldMk cId="395833975" sldId="1341"/>
            <ac:grpSpMk id="18" creationId="{C7343C7F-6FD9-5333-5CFB-DFC645906C60}"/>
          </ac:grpSpMkLst>
        </pc:grpChg>
        <pc:graphicFrameChg chg="add del mod modGraphic">
          <ac:chgData name="nada alshamsan" userId="f5abeb7a1ab79965" providerId="LiveId" clId="{DF78A89E-645E-4559-8A6B-70E96CAEFE89}" dt="2025-12-29T19:06:49.845" v="3886" actId="478"/>
          <ac:graphicFrameMkLst>
            <pc:docMk/>
            <pc:sldMk cId="395833975" sldId="1341"/>
            <ac:graphicFrameMk id="6" creationId="{D050E420-E2E9-4884-158B-B93BCF21CB90}"/>
          </ac:graphicFrameMkLst>
        </pc:graphicFrameChg>
      </pc:sldChg>
      <pc:sldChg chg="addSp delSp modSp add mod">
        <pc:chgData name="nada alshamsan" userId="f5abeb7a1ab79965" providerId="LiveId" clId="{DF78A89E-645E-4559-8A6B-70E96CAEFE89}" dt="2025-12-29T22:20:02.266" v="4926" actId="20577"/>
        <pc:sldMkLst>
          <pc:docMk/>
          <pc:sldMk cId="2423955623" sldId="1342"/>
        </pc:sldMkLst>
        <pc:spChg chg="mod">
          <ac:chgData name="nada alshamsan" userId="f5abeb7a1ab79965" providerId="LiveId" clId="{DF78A89E-645E-4559-8A6B-70E96CAEFE89}" dt="2025-12-29T19:12:34.725" v="3924" actId="5793"/>
          <ac:spMkLst>
            <pc:docMk/>
            <pc:sldMk cId="2423955623" sldId="1342"/>
            <ac:spMk id="5" creationId="{FA279066-3F97-2271-DA94-08B636E9C8CF}"/>
          </ac:spMkLst>
        </pc:spChg>
        <pc:spChg chg="mod">
          <ac:chgData name="nada alshamsan" userId="f5abeb7a1ab79965" providerId="LiveId" clId="{DF78A89E-645E-4559-8A6B-70E96CAEFE89}" dt="2025-12-29T19:27:17.146" v="4045" actId="27636"/>
          <ac:spMkLst>
            <pc:docMk/>
            <pc:sldMk cId="2423955623" sldId="1342"/>
            <ac:spMk id="14" creationId="{2B1F9598-93DA-E71A-A9DF-0EDA0ADD82D5}"/>
          </ac:spMkLst>
        </pc:spChg>
        <pc:spChg chg="add mod">
          <ac:chgData name="nada alshamsan" userId="f5abeb7a1ab79965" providerId="LiveId" clId="{DF78A89E-645E-4559-8A6B-70E96CAEFE89}" dt="2025-12-29T22:20:02.266" v="4926" actId="20577"/>
          <ac:spMkLst>
            <pc:docMk/>
            <pc:sldMk cId="2423955623" sldId="1342"/>
            <ac:spMk id="19" creationId="{EC4FD8E5-40A9-3C8F-5EB5-C238C3FA8889}"/>
          </ac:spMkLst>
        </pc:spChg>
        <pc:spChg chg="add mod ord">
          <ac:chgData name="nada alshamsan" userId="f5abeb7a1ab79965" providerId="LiveId" clId="{DF78A89E-645E-4559-8A6B-70E96CAEFE89}" dt="2025-12-29T22:19:27.203" v="4914" actId="167"/>
          <ac:spMkLst>
            <pc:docMk/>
            <pc:sldMk cId="2423955623" sldId="1342"/>
            <ac:spMk id="21" creationId="{408A9988-4327-A56E-0299-DD5B53DBF6C7}"/>
          </ac:spMkLst>
        </pc:spChg>
        <pc:grpChg chg="del">
          <ac:chgData name="nada alshamsan" userId="f5abeb7a1ab79965" providerId="LiveId" clId="{DF78A89E-645E-4559-8A6B-70E96CAEFE89}" dt="2025-12-29T19:12:03.664" v="3914" actId="478"/>
          <ac:grpSpMkLst>
            <pc:docMk/>
            <pc:sldMk cId="2423955623" sldId="1342"/>
            <ac:grpSpMk id="7" creationId="{F13EF44E-8474-AF68-32DF-7AE7647A7D8B}"/>
          </ac:grpSpMkLst>
        </pc:grpChg>
        <pc:graphicFrameChg chg="add del mod modGraphic">
          <ac:chgData name="nada alshamsan" userId="f5abeb7a1ab79965" providerId="LiveId" clId="{DF78A89E-645E-4559-8A6B-70E96CAEFE89}" dt="2025-12-29T19:15:51.331" v="3958" actId="478"/>
          <ac:graphicFrameMkLst>
            <pc:docMk/>
            <pc:sldMk cId="2423955623" sldId="1342"/>
            <ac:graphicFrameMk id="6" creationId="{3A756745-70EC-895C-310D-8C88FFD676AE}"/>
          </ac:graphicFrameMkLst>
        </pc:graphicFrameChg>
        <pc:graphicFrameChg chg="add mod modGraphic">
          <ac:chgData name="nada alshamsan" userId="f5abeb7a1ab79965" providerId="LiveId" clId="{DF78A89E-645E-4559-8A6B-70E96CAEFE89}" dt="2025-12-29T22:19:14.176" v="4913"/>
          <ac:graphicFrameMkLst>
            <pc:docMk/>
            <pc:sldMk cId="2423955623" sldId="1342"/>
            <ac:graphicFrameMk id="10" creationId="{8AB546E5-2E67-3D67-8A19-5C967BB211F4}"/>
          </ac:graphicFrameMkLst>
        </pc:graphicFrameChg>
        <pc:graphicFrameChg chg="add del modGraphic">
          <ac:chgData name="nada alshamsan" userId="f5abeb7a1ab79965" providerId="LiveId" clId="{DF78A89E-645E-4559-8A6B-70E96CAEFE89}" dt="2025-12-29T19:14:44.300" v="3947" actId="478"/>
          <ac:graphicFrameMkLst>
            <pc:docMk/>
            <pc:sldMk cId="2423955623" sldId="1342"/>
            <ac:graphicFrameMk id="12" creationId="{F514B926-D0FC-A53A-4866-AA2BE84DA91E}"/>
          </ac:graphicFrameMkLst>
        </pc:graphicFrameChg>
      </pc:sldChg>
      <pc:sldChg chg="delSp modSp add mod">
        <pc:chgData name="nada alshamsan" userId="f5abeb7a1ab79965" providerId="LiveId" clId="{DF78A89E-645E-4559-8A6B-70E96CAEFE89}" dt="2025-12-29T22:20:47.874" v="4933" actId="478"/>
        <pc:sldMkLst>
          <pc:docMk/>
          <pc:sldMk cId="2593868525" sldId="1343"/>
        </pc:sldMkLst>
        <pc:spChg chg="mod">
          <ac:chgData name="nada alshamsan" userId="f5abeb7a1ab79965" providerId="LiveId" clId="{DF78A89E-645E-4559-8A6B-70E96CAEFE89}" dt="2025-12-29T19:27:55.858" v="4057" actId="403"/>
          <ac:spMkLst>
            <pc:docMk/>
            <pc:sldMk cId="2593868525" sldId="1343"/>
            <ac:spMk id="5" creationId="{7305F8D3-79AD-7B9E-44CC-C11BB6B2A8CC}"/>
          </ac:spMkLst>
        </pc:spChg>
        <pc:spChg chg="mod">
          <ac:chgData name="nada alshamsan" userId="f5abeb7a1ab79965" providerId="LiveId" clId="{DF78A89E-645E-4559-8A6B-70E96CAEFE89}" dt="2025-12-29T19:27:40.117" v="4053" actId="255"/>
          <ac:spMkLst>
            <pc:docMk/>
            <pc:sldMk cId="2593868525" sldId="1343"/>
            <ac:spMk id="14" creationId="{27346B19-7548-2B4D-C6F3-C8E98A6A8CC7}"/>
          </ac:spMkLst>
        </pc:spChg>
        <pc:spChg chg="del">
          <ac:chgData name="nada alshamsan" userId="f5abeb7a1ab79965" providerId="LiveId" clId="{DF78A89E-645E-4559-8A6B-70E96CAEFE89}" dt="2025-12-29T22:20:47.874" v="4933" actId="478"/>
          <ac:spMkLst>
            <pc:docMk/>
            <pc:sldMk cId="2593868525" sldId="1343"/>
            <ac:spMk id="19" creationId="{D7FA1737-49F4-524D-096A-60703D9B4666}"/>
          </ac:spMkLst>
        </pc:spChg>
        <pc:spChg chg="del mod">
          <ac:chgData name="nada alshamsan" userId="f5abeb7a1ab79965" providerId="LiveId" clId="{DF78A89E-645E-4559-8A6B-70E96CAEFE89}" dt="2025-12-29T19:25:22.273" v="4014" actId="478"/>
          <ac:spMkLst>
            <pc:docMk/>
            <pc:sldMk cId="2593868525" sldId="1343"/>
            <ac:spMk id="21" creationId="{07614312-2D31-4CDA-1ADF-8C9C7727718E}"/>
          </ac:spMkLst>
        </pc:spChg>
        <pc:graphicFrameChg chg="del">
          <ac:chgData name="nada alshamsan" userId="f5abeb7a1ab79965" providerId="LiveId" clId="{DF78A89E-645E-4559-8A6B-70E96CAEFE89}" dt="2025-12-29T19:22:06.818" v="3994" actId="478"/>
          <ac:graphicFrameMkLst>
            <pc:docMk/>
            <pc:sldMk cId="2593868525" sldId="1343"/>
            <ac:graphicFrameMk id="10" creationId="{EE66017C-BDEC-1ED3-03C0-ECD6739BA643}"/>
          </ac:graphicFrameMkLst>
        </pc:graphicFrameChg>
      </pc:sldChg>
      <pc:sldChg chg="modSp add mod">
        <pc:chgData name="nada alshamsan" userId="f5abeb7a1ab79965" providerId="LiveId" clId="{DF78A89E-645E-4559-8A6B-70E96CAEFE89}" dt="2025-12-29T20:02:35.173" v="4171" actId="1076"/>
        <pc:sldMkLst>
          <pc:docMk/>
          <pc:sldMk cId="1972889542" sldId="1344"/>
        </pc:sldMkLst>
        <pc:spChg chg="mod">
          <ac:chgData name="nada alshamsan" userId="f5abeb7a1ab79965" providerId="LiveId" clId="{DF78A89E-645E-4559-8A6B-70E96CAEFE89}" dt="2025-12-29T19:54:19.211" v="4099"/>
          <ac:spMkLst>
            <pc:docMk/>
            <pc:sldMk cId="1972889542" sldId="1344"/>
            <ac:spMk id="7" creationId="{182B785A-B125-611C-0022-9E61E5F039D4}"/>
          </ac:spMkLst>
        </pc:spChg>
        <pc:spChg chg="mod">
          <ac:chgData name="nada alshamsan" userId="f5abeb7a1ab79965" providerId="LiveId" clId="{DF78A89E-645E-4559-8A6B-70E96CAEFE89}" dt="2025-12-29T19:53:41.625" v="4096" actId="20577"/>
          <ac:spMkLst>
            <pc:docMk/>
            <pc:sldMk cId="1972889542" sldId="1344"/>
            <ac:spMk id="14" creationId="{FA12E4B9-227C-6EC3-CFDC-33E8A8C750B2}"/>
          </ac:spMkLst>
        </pc:spChg>
        <pc:spChg chg="mod">
          <ac:chgData name="nada alshamsan" userId="f5abeb7a1ab79965" providerId="LiveId" clId="{DF78A89E-645E-4559-8A6B-70E96CAEFE89}" dt="2025-12-29T20:02:29.256" v="4170"/>
          <ac:spMkLst>
            <pc:docMk/>
            <pc:sldMk cId="1972889542" sldId="1344"/>
            <ac:spMk id="501" creationId="{9D569E06-4554-AD8B-AAFF-53BD60DAA680}"/>
          </ac:spMkLst>
        </pc:spChg>
        <pc:graphicFrameChg chg="mod modGraphic">
          <ac:chgData name="nada alshamsan" userId="f5abeb7a1ab79965" providerId="LiveId" clId="{DF78A89E-645E-4559-8A6B-70E96CAEFE89}" dt="2025-12-29T20:02:35.173" v="4171" actId="1076"/>
          <ac:graphicFrameMkLst>
            <pc:docMk/>
            <pc:sldMk cId="1972889542" sldId="1344"/>
            <ac:graphicFrameMk id="504" creationId="{C15E8348-600D-991E-28CD-72B16729C852}"/>
          </ac:graphicFrameMkLst>
        </pc:graphicFrameChg>
      </pc:sldChg>
      <pc:sldChg chg="modSp add mod">
        <pc:chgData name="nada alshamsan" userId="f5abeb7a1ab79965" providerId="LiveId" clId="{DF78A89E-645E-4559-8A6B-70E96CAEFE89}" dt="2025-12-29T20:07:19.179" v="4219" actId="20577"/>
        <pc:sldMkLst>
          <pc:docMk/>
          <pc:sldMk cId="1591037277" sldId="1345"/>
        </pc:sldMkLst>
        <pc:spChg chg="mod">
          <ac:chgData name="nada alshamsan" userId="f5abeb7a1ab79965" providerId="LiveId" clId="{DF78A89E-645E-4559-8A6B-70E96CAEFE89}" dt="2025-12-29T19:54:05.789" v="4098"/>
          <ac:spMkLst>
            <pc:docMk/>
            <pc:sldMk cId="1591037277" sldId="1345"/>
            <ac:spMk id="7" creationId="{3EB41E9E-FF1A-B6E9-33C9-36AA52DF5B5F}"/>
          </ac:spMkLst>
        </pc:spChg>
        <pc:spChg chg="mod">
          <ac:chgData name="nada alshamsan" userId="f5abeb7a1ab79965" providerId="LiveId" clId="{DF78A89E-645E-4559-8A6B-70E96CAEFE89}" dt="2025-12-29T19:53:45.989" v="4097"/>
          <ac:spMkLst>
            <pc:docMk/>
            <pc:sldMk cId="1591037277" sldId="1345"/>
            <ac:spMk id="14" creationId="{D91460F6-92CC-153A-B70B-8355D4ECB6C8}"/>
          </ac:spMkLst>
        </pc:spChg>
        <pc:spChg chg="mod">
          <ac:chgData name="nada alshamsan" userId="f5abeb7a1ab79965" providerId="LiveId" clId="{DF78A89E-645E-4559-8A6B-70E96CAEFE89}" dt="2025-12-29T20:07:19.179" v="4219" actId="20577"/>
          <ac:spMkLst>
            <pc:docMk/>
            <pc:sldMk cId="1591037277" sldId="1345"/>
            <ac:spMk id="501" creationId="{C2CDD509-DE52-C97E-3DBF-71C679FDB19A}"/>
          </ac:spMkLst>
        </pc:spChg>
        <pc:grpChg chg="mod">
          <ac:chgData name="nada alshamsan" userId="f5abeb7a1ab79965" providerId="LiveId" clId="{DF78A89E-645E-4559-8A6B-70E96CAEFE89}" dt="2025-12-29T20:04:48.945" v="4208" actId="1035"/>
          <ac:grpSpMkLst>
            <pc:docMk/>
            <pc:sldMk cId="1591037277" sldId="1345"/>
            <ac:grpSpMk id="3" creationId="{0BAF1058-3C3C-2257-13C6-C12C1DF1CE0F}"/>
          </ac:grpSpMkLst>
        </pc:grpChg>
      </pc:sldChg>
      <pc:sldChg chg="modSp add mod">
        <pc:chgData name="nada alshamsan" userId="f5abeb7a1ab79965" providerId="LiveId" clId="{DF78A89E-645E-4559-8A6B-70E96CAEFE89}" dt="2025-12-29T20:58:10.321" v="4510" actId="13926"/>
        <pc:sldMkLst>
          <pc:docMk/>
          <pc:sldMk cId="2396706828" sldId="1346"/>
        </pc:sldMkLst>
        <pc:spChg chg="mod">
          <ac:chgData name="nada alshamsan" userId="f5abeb7a1ab79965" providerId="LiveId" clId="{DF78A89E-645E-4559-8A6B-70E96CAEFE89}" dt="2025-12-29T20:58:10.321" v="4510" actId="13926"/>
          <ac:spMkLst>
            <pc:docMk/>
            <pc:sldMk cId="2396706828" sldId="1346"/>
            <ac:spMk id="14" creationId="{7990A776-42AE-EA6A-F11A-906DD1276665}"/>
          </ac:spMkLst>
        </pc:spChg>
        <pc:spChg chg="mod">
          <ac:chgData name="nada alshamsan" userId="f5abeb7a1ab79965" providerId="LiveId" clId="{DF78A89E-645E-4559-8A6B-70E96CAEFE89}" dt="2025-12-29T20:58:10.321" v="4510" actId="13926"/>
          <ac:spMkLst>
            <pc:docMk/>
            <pc:sldMk cId="2396706828" sldId="1346"/>
            <ac:spMk id="16" creationId="{46F75E0C-A605-0149-D417-4B268ECA84BF}"/>
          </ac:spMkLst>
        </pc:spChg>
        <pc:spChg chg="mod">
          <ac:chgData name="nada alshamsan" userId="f5abeb7a1ab79965" providerId="LiveId" clId="{DF78A89E-645E-4559-8A6B-70E96CAEFE89}" dt="2025-12-29T20:58:10.321" v="4510" actId="13926"/>
          <ac:spMkLst>
            <pc:docMk/>
            <pc:sldMk cId="2396706828" sldId="1346"/>
            <ac:spMk id="17" creationId="{AC1F6A60-56F3-9163-7297-539D6370AB23}"/>
          </ac:spMkLst>
        </pc:spChg>
      </pc:sldChg>
      <pc:sldChg chg="modSp add mod">
        <pc:chgData name="nada alshamsan" userId="f5abeb7a1ab79965" providerId="LiveId" clId="{DF78A89E-645E-4559-8A6B-70E96CAEFE89}" dt="2025-12-29T22:34:56.656" v="4985" actId="14100"/>
        <pc:sldMkLst>
          <pc:docMk/>
          <pc:sldMk cId="2584337075" sldId="1347"/>
        </pc:sldMkLst>
        <pc:spChg chg="mod">
          <ac:chgData name="nada alshamsan" userId="f5abeb7a1ab79965" providerId="LiveId" clId="{DF78A89E-645E-4559-8A6B-70E96CAEFE89}" dt="2025-12-29T20:59:11.752" v="4517"/>
          <ac:spMkLst>
            <pc:docMk/>
            <pc:sldMk cId="2584337075" sldId="1347"/>
            <ac:spMk id="4" creationId="{CFE6ED07-650C-236C-E371-BB64567ECACC}"/>
          </ac:spMkLst>
        </pc:spChg>
        <pc:spChg chg="mod">
          <ac:chgData name="nada alshamsan" userId="f5abeb7a1ab79965" providerId="LiveId" clId="{DF78A89E-645E-4559-8A6B-70E96CAEFE89}" dt="2025-12-29T22:34:28.761" v="4979" actId="20577"/>
          <ac:spMkLst>
            <pc:docMk/>
            <pc:sldMk cId="2584337075" sldId="1347"/>
            <ac:spMk id="5" creationId="{82090EEF-74C7-1768-D5A1-18B4F56C0474}"/>
          </ac:spMkLst>
        </pc:spChg>
        <pc:spChg chg="mod">
          <ac:chgData name="nada alshamsan" userId="f5abeb7a1ab79965" providerId="LiveId" clId="{DF78A89E-645E-4559-8A6B-70E96CAEFE89}" dt="2025-12-29T22:34:44.761" v="4982" actId="20577"/>
          <ac:spMkLst>
            <pc:docMk/>
            <pc:sldMk cId="2584337075" sldId="1347"/>
            <ac:spMk id="8" creationId="{55578028-DBC0-AF7C-7675-94998AEF456E}"/>
          </ac:spMkLst>
        </pc:spChg>
        <pc:spChg chg="mod">
          <ac:chgData name="nada alshamsan" userId="f5abeb7a1ab79965" providerId="LiveId" clId="{DF78A89E-645E-4559-8A6B-70E96CAEFE89}" dt="2025-12-29T20:58:17.771" v="4513" actId="13926"/>
          <ac:spMkLst>
            <pc:docMk/>
            <pc:sldMk cId="2584337075" sldId="1347"/>
            <ac:spMk id="14" creationId="{1B0A4957-C0F8-A79C-882D-2B66DD58A443}"/>
          </ac:spMkLst>
        </pc:spChg>
        <pc:spChg chg="mod">
          <ac:chgData name="nada alshamsan" userId="f5abeb7a1ab79965" providerId="LiveId" clId="{DF78A89E-645E-4559-8A6B-70E96CAEFE89}" dt="2025-12-29T20:16:26.562" v="4221" actId="13926"/>
          <ac:spMkLst>
            <pc:docMk/>
            <pc:sldMk cId="2584337075" sldId="1347"/>
            <ac:spMk id="16" creationId="{3FE47C2C-FA86-9450-0928-93A148EE1833}"/>
          </ac:spMkLst>
        </pc:spChg>
        <pc:spChg chg="mod">
          <ac:chgData name="nada alshamsan" userId="f5abeb7a1ab79965" providerId="LiveId" clId="{DF78A89E-645E-4559-8A6B-70E96CAEFE89}" dt="2025-12-29T20:16:26.562" v="4221" actId="13926"/>
          <ac:spMkLst>
            <pc:docMk/>
            <pc:sldMk cId="2584337075" sldId="1347"/>
            <ac:spMk id="17" creationId="{70FA6332-DB73-EAC4-E7E9-DB61EFE54C58}"/>
          </ac:spMkLst>
        </pc:spChg>
        <pc:grpChg chg="mod">
          <ac:chgData name="nada alshamsan" userId="f5abeb7a1ab79965" providerId="LiveId" clId="{DF78A89E-645E-4559-8A6B-70E96CAEFE89}" dt="2025-12-29T22:34:56.656" v="4985" actId="14100"/>
          <ac:grpSpMkLst>
            <pc:docMk/>
            <pc:sldMk cId="2584337075" sldId="1347"/>
            <ac:grpSpMk id="7" creationId="{45524D86-FFAD-D8B6-74BA-C934BA85DADD}"/>
          </ac:grpSpMkLst>
        </pc:grpChg>
      </pc:sldChg>
      <pc:sldChg chg="addSp delSp modSp add mod">
        <pc:chgData name="nada alshamsan" userId="f5abeb7a1ab79965" providerId="LiveId" clId="{DF78A89E-645E-4559-8A6B-70E96CAEFE89}" dt="2025-12-29T22:31:24.737" v="4958" actId="20577"/>
        <pc:sldMkLst>
          <pc:docMk/>
          <pc:sldMk cId="1538902950" sldId="1348"/>
        </pc:sldMkLst>
        <pc:spChg chg="mod">
          <ac:chgData name="nada alshamsan" userId="f5abeb7a1ab79965" providerId="LiveId" clId="{DF78A89E-645E-4559-8A6B-70E96CAEFE89}" dt="2025-12-29T20:59:30.307" v="4521" actId="13926"/>
          <ac:spMkLst>
            <pc:docMk/>
            <pc:sldMk cId="1538902950" sldId="1348"/>
            <ac:spMk id="3" creationId="{857074C5-3E38-F1C8-E37C-6BFDDAFCCBC5}"/>
          </ac:spMkLst>
        </pc:spChg>
        <pc:spChg chg="mod">
          <ac:chgData name="nada alshamsan" userId="f5abeb7a1ab79965" providerId="LiveId" clId="{DF78A89E-645E-4559-8A6B-70E96CAEFE89}" dt="2025-12-29T20:59:30.307" v="4521" actId="13926"/>
          <ac:spMkLst>
            <pc:docMk/>
            <pc:sldMk cId="1538902950" sldId="1348"/>
            <ac:spMk id="4" creationId="{50947FC1-A6E4-D0F3-9B4F-AE22B00AC344}"/>
          </ac:spMkLst>
        </pc:spChg>
        <pc:spChg chg="add mod">
          <ac:chgData name="nada alshamsan" userId="f5abeb7a1ab79965" providerId="LiveId" clId="{DF78A89E-645E-4559-8A6B-70E96CAEFE89}" dt="2025-12-29T22:20:15.902" v="4928"/>
          <ac:spMkLst>
            <pc:docMk/>
            <pc:sldMk cId="1538902950" sldId="1348"/>
            <ac:spMk id="6" creationId="{A47740E2-1545-14CA-7186-94C8DDF83403}"/>
          </ac:spMkLst>
        </pc:spChg>
        <pc:spChg chg="mod">
          <ac:chgData name="nada alshamsan" userId="f5abeb7a1ab79965" providerId="LiveId" clId="{DF78A89E-645E-4559-8A6B-70E96CAEFE89}" dt="2025-12-29T20:58:24.687" v="4515" actId="27636"/>
          <ac:spMkLst>
            <pc:docMk/>
            <pc:sldMk cId="1538902950" sldId="1348"/>
            <ac:spMk id="14" creationId="{E23092CF-E629-A651-E168-AD906CDFB470}"/>
          </ac:spMkLst>
        </pc:spChg>
        <pc:spChg chg="del">
          <ac:chgData name="nada alshamsan" userId="f5abeb7a1ab79965" providerId="LiveId" clId="{DF78A89E-645E-4559-8A6B-70E96CAEFE89}" dt="2025-12-29T22:20:15.523" v="4927" actId="478"/>
          <ac:spMkLst>
            <pc:docMk/>
            <pc:sldMk cId="1538902950" sldId="1348"/>
            <ac:spMk id="19" creationId="{F7D5FEAF-512C-B947-76FD-00DCBDD6842B}"/>
          </ac:spMkLst>
        </pc:spChg>
        <pc:spChg chg="mod">
          <ac:chgData name="nada alshamsan" userId="f5abeb7a1ab79965" providerId="LiveId" clId="{DF78A89E-645E-4559-8A6B-70E96CAEFE89}" dt="2025-12-29T22:31:24.737" v="4958" actId="20577"/>
          <ac:spMkLst>
            <pc:docMk/>
            <pc:sldMk cId="1538902950" sldId="1348"/>
            <ac:spMk id="21" creationId="{42D6E7D2-0009-7BD6-0F5E-B1271AC280BB}"/>
          </ac:spMkLst>
        </pc:spChg>
        <pc:graphicFrameChg chg="mod modGraphic">
          <ac:chgData name="nada alshamsan" userId="f5abeb7a1ab79965" providerId="LiveId" clId="{DF78A89E-645E-4559-8A6B-70E96CAEFE89}" dt="2025-12-29T22:21:24.630" v="4941"/>
          <ac:graphicFrameMkLst>
            <pc:docMk/>
            <pc:sldMk cId="1538902950" sldId="1348"/>
            <ac:graphicFrameMk id="10" creationId="{E7DEC4E3-11A2-996C-6283-E85F84D3BC51}"/>
          </ac:graphicFrameMkLst>
        </pc:graphicFrameChg>
      </pc:sldChg>
      <pc:sldChg chg="delSp modSp add mod">
        <pc:chgData name="nada alshamsan" userId="f5abeb7a1ab79965" providerId="LiveId" clId="{DF78A89E-645E-4559-8A6B-70E96CAEFE89}" dt="2025-12-29T22:20:22.964" v="4929" actId="478"/>
        <pc:sldMkLst>
          <pc:docMk/>
          <pc:sldMk cId="2694344070" sldId="1349"/>
        </pc:sldMkLst>
        <pc:spChg chg="mod">
          <ac:chgData name="nada alshamsan" userId="f5abeb7a1ab79965" providerId="LiveId" clId="{DF78A89E-645E-4559-8A6B-70E96CAEFE89}" dt="2025-12-29T20:59:27.189" v="4520" actId="13926"/>
          <ac:spMkLst>
            <pc:docMk/>
            <pc:sldMk cId="2694344070" sldId="1349"/>
            <ac:spMk id="3" creationId="{44FE6DDA-7F3A-771F-EA13-395D0B7CF194}"/>
          </ac:spMkLst>
        </pc:spChg>
        <pc:spChg chg="mod">
          <ac:chgData name="nada alshamsan" userId="f5abeb7a1ab79965" providerId="LiveId" clId="{DF78A89E-645E-4559-8A6B-70E96CAEFE89}" dt="2025-12-29T20:59:27.189" v="4520" actId="13926"/>
          <ac:spMkLst>
            <pc:docMk/>
            <pc:sldMk cId="2694344070" sldId="1349"/>
            <ac:spMk id="4" creationId="{2F81A50D-C8D0-30E4-98C5-0E6B1DC97A48}"/>
          </ac:spMkLst>
        </pc:spChg>
        <pc:spChg chg="mod">
          <ac:chgData name="nada alshamsan" userId="f5abeb7a1ab79965" providerId="LiveId" clId="{DF78A89E-645E-4559-8A6B-70E96CAEFE89}" dt="2025-12-29T21:17:02.035" v="4641" actId="20577"/>
          <ac:spMkLst>
            <pc:docMk/>
            <pc:sldMk cId="2694344070" sldId="1349"/>
            <ac:spMk id="5" creationId="{47D29EA0-D27D-E17B-B644-4A759638299D}"/>
          </ac:spMkLst>
        </pc:spChg>
        <pc:spChg chg="mod">
          <ac:chgData name="nada alshamsan" userId="f5abeb7a1ab79965" providerId="LiveId" clId="{DF78A89E-645E-4559-8A6B-70E96CAEFE89}" dt="2025-12-29T20:58:42.145" v="4516"/>
          <ac:spMkLst>
            <pc:docMk/>
            <pc:sldMk cId="2694344070" sldId="1349"/>
            <ac:spMk id="14" creationId="{65ABFC62-FB05-7691-F991-CC1694B3113E}"/>
          </ac:spMkLst>
        </pc:spChg>
        <pc:spChg chg="del">
          <ac:chgData name="nada alshamsan" userId="f5abeb7a1ab79965" providerId="LiveId" clId="{DF78A89E-645E-4559-8A6B-70E96CAEFE89}" dt="2025-12-29T22:20:22.964" v="4929" actId="478"/>
          <ac:spMkLst>
            <pc:docMk/>
            <pc:sldMk cId="2694344070" sldId="1349"/>
            <ac:spMk id="19" creationId="{3FA4F22A-A93C-9623-579F-24051CB5E270}"/>
          </ac:spMkLst>
        </pc:spChg>
      </pc:sldChg>
      <pc:sldChg chg="modSp add mod">
        <pc:chgData name="nada alshamsan" userId="f5abeb7a1ab79965" providerId="LiveId" clId="{DF78A89E-645E-4559-8A6B-70E96CAEFE89}" dt="2025-12-29T22:01:34.034" v="4785" actId="108"/>
        <pc:sldMkLst>
          <pc:docMk/>
          <pc:sldMk cId="3889466134" sldId="1350"/>
        </pc:sldMkLst>
        <pc:spChg chg="mod">
          <ac:chgData name="nada alshamsan" userId="f5abeb7a1ab79965" providerId="LiveId" clId="{DF78A89E-645E-4559-8A6B-70E96CAEFE89}" dt="2025-12-29T22:01:34.034" v="4785" actId="108"/>
          <ac:spMkLst>
            <pc:docMk/>
            <pc:sldMk cId="3889466134" sldId="1350"/>
            <ac:spMk id="7" creationId="{2D2242B8-37E0-CAF5-A107-D4A9695E6A27}"/>
          </ac:spMkLst>
        </pc:spChg>
        <pc:spChg chg="mod">
          <ac:chgData name="nada alshamsan" userId="f5abeb7a1ab79965" providerId="LiveId" clId="{DF78A89E-645E-4559-8A6B-70E96CAEFE89}" dt="2025-12-29T22:01:30.662" v="4784" actId="108"/>
          <ac:spMkLst>
            <pc:docMk/>
            <pc:sldMk cId="3889466134" sldId="1350"/>
            <ac:spMk id="9" creationId="{F1F3F3F4-DD5A-61E0-CE52-C49C16075C83}"/>
          </ac:spMkLst>
        </pc:spChg>
        <pc:spChg chg="mod">
          <ac:chgData name="nada alshamsan" userId="f5abeb7a1ab79965" providerId="LiveId" clId="{DF78A89E-645E-4559-8A6B-70E96CAEFE89}" dt="2025-12-29T20:16:49.654" v="4224"/>
          <ac:spMkLst>
            <pc:docMk/>
            <pc:sldMk cId="3889466134" sldId="1350"/>
            <ac:spMk id="14" creationId="{0F9AFE86-CC95-BBA4-400A-166B2877D60D}"/>
          </ac:spMkLst>
        </pc:spChg>
        <pc:spChg chg="mod">
          <ac:chgData name="nada alshamsan" userId="f5abeb7a1ab79965" providerId="LiveId" clId="{DF78A89E-645E-4559-8A6B-70E96CAEFE89}" dt="2025-12-29T20:31:31.414" v="4284" actId="20577"/>
          <ac:spMkLst>
            <pc:docMk/>
            <pc:sldMk cId="3889466134" sldId="1350"/>
            <ac:spMk id="501" creationId="{B06C44D0-CB49-526E-FD2F-D7C432DF2E4E}"/>
          </ac:spMkLst>
        </pc:spChg>
        <pc:graphicFrameChg chg="mod">
          <ac:chgData name="nada alshamsan" userId="f5abeb7a1ab79965" providerId="LiveId" clId="{DF78A89E-645E-4559-8A6B-70E96CAEFE89}" dt="2025-12-29T20:26:07.737" v="4268"/>
          <ac:graphicFrameMkLst>
            <pc:docMk/>
            <pc:sldMk cId="3889466134" sldId="1350"/>
            <ac:graphicFrameMk id="504" creationId="{3146C933-B537-CA8E-AE03-A00EDE95F8C1}"/>
          </ac:graphicFrameMkLst>
        </pc:graphicFrameChg>
      </pc:sldChg>
      <pc:sldChg chg="modSp add mod">
        <pc:chgData name="nada alshamsan" userId="f5abeb7a1ab79965" providerId="LiveId" clId="{DF78A89E-645E-4559-8A6B-70E96CAEFE89}" dt="2025-12-29T20:29:26.154" v="4280"/>
        <pc:sldMkLst>
          <pc:docMk/>
          <pc:sldMk cId="3009475509" sldId="1351"/>
        </pc:sldMkLst>
        <pc:spChg chg="mod">
          <ac:chgData name="nada alshamsan" userId="f5abeb7a1ab79965" providerId="LiveId" clId="{DF78A89E-645E-4559-8A6B-70E96CAEFE89}" dt="2025-12-29T20:29:26.154" v="4280"/>
          <ac:spMkLst>
            <pc:docMk/>
            <pc:sldMk cId="3009475509" sldId="1351"/>
            <ac:spMk id="7" creationId="{F04BA182-F187-DAC2-07FC-C70C13E2EC38}"/>
          </ac:spMkLst>
        </pc:spChg>
        <pc:spChg chg="mod">
          <ac:chgData name="nada alshamsan" userId="f5abeb7a1ab79965" providerId="LiveId" clId="{DF78A89E-645E-4559-8A6B-70E96CAEFE89}" dt="2025-12-29T20:24:38.963" v="4266"/>
          <ac:spMkLst>
            <pc:docMk/>
            <pc:sldMk cId="3009475509" sldId="1351"/>
            <ac:spMk id="14" creationId="{9E75507F-B2B7-ED15-5F90-D33F871AE989}"/>
          </ac:spMkLst>
        </pc:spChg>
        <pc:spChg chg="mod">
          <ac:chgData name="nada alshamsan" userId="f5abeb7a1ab79965" providerId="LiveId" clId="{DF78A89E-645E-4559-8A6B-70E96CAEFE89}" dt="2025-12-29T20:28:33.073" v="4271" actId="20577"/>
          <ac:spMkLst>
            <pc:docMk/>
            <pc:sldMk cId="3009475509" sldId="1351"/>
            <ac:spMk id="501" creationId="{6FB18178-3CB6-67EA-0B4E-B10F7051149F}"/>
          </ac:spMkLst>
        </pc:spChg>
      </pc:sldChg>
      <pc:sldChg chg="add del">
        <pc:chgData name="nada alshamsan" userId="f5abeb7a1ab79965" providerId="LiveId" clId="{DF78A89E-645E-4559-8A6B-70E96CAEFE89}" dt="2025-12-29T20:28:19.582" v="4270"/>
        <pc:sldMkLst>
          <pc:docMk/>
          <pc:sldMk cId="836369406" sldId="1352"/>
        </pc:sldMkLst>
      </pc:sldChg>
      <pc:sldChg chg="modSp add mod">
        <pc:chgData name="nada alshamsan" userId="f5abeb7a1ab79965" providerId="LiveId" clId="{DF78A89E-645E-4559-8A6B-70E96CAEFE89}" dt="2025-12-29T20:32:02.703" v="4289"/>
        <pc:sldMkLst>
          <pc:docMk/>
          <pc:sldMk cId="3473069906" sldId="1352"/>
        </pc:sldMkLst>
        <pc:spChg chg="mod">
          <ac:chgData name="nada alshamsan" userId="f5abeb7a1ab79965" providerId="LiveId" clId="{DF78A89E-645E-4559-8A6B-70E96CAEFE89}" dt="2025-12-29T20:31:12.258" v="4282"/>
          <ac:spMkLst>
            <pc:docMk/>
            <pc:sldMk cId="3473069906" sldId="1352"/>
            <ac:spMk id="7" creationId="{9BC03CF8-CB41-FFC7-01E5-85571A1D2869}"/>
          </ac:spMkLst>
        </pc:spChg>
        <pc:spChg chg="mod">
          <ac:chgData name="nada alshamsan" userId="f5abeb7a1ab79965" providerId="LiveId" clId="{DF78A89E-645E-4559-8A6B-70E96CAEFE89}" dt="2025-12-29T20:31:48.771" v="4287" actId="20577"/>
          <ac:spMkLst>
            <pc:docMk/>
            <pc:sldMk cId="3473069906" sldId="1352"/>
            <ac:spMk id="501" creationId="{863D45FE-D550-88E8-EE8A-27108CF1970D}"/>
          </ac:spMkLst>
        </pc:spChg>
        <pc:graphicFrameChg chg="mod">
          <ac:chgData name="nada alshamsan" userId="f5abeb7a1ab79965" providerId="LiveId" clId="{DF78A89E-645E-4559-8A6B-70E96CAEFE89}" dt="2025-12-29T20:32:02.703" v="4289"/>
          <ac:graphicFrameMkLst>
            <pc:docMk/>
            <pc:sldMk cId="3473069906" sldId="1352"/>
            <ac:graphicFrameMk id="504" creationId="{C67053C7-C266-3C10-61B2-B8193DA057CD}"/>
          </ac:graphicFrameMkLst>
        </pc:graphicFrameChg>
      </pc:sldChg>
      <pc:sldChg chg="modSp add mod ord">
        <pc:chgData name="nada alshamsan" userId="f5abeb7a1ab79965" providerId="LiveId" clId="{DF78A89E-645E-4559-8A6B-70E96CAEFE89}" dt="2025-12-29T20:44:08.352" v="4378"/>
        <pc:sldMkLst>
          <pc:docMk/>
          <pc:sldMk cId="1518150779" sldId="1353"/>
        </pc:sldMkLst>
        <pc:spChg chg="mod">
          <ac:chgData name="nada alshamsan" userId="f5abeb7a1ab79965" providerId="LiveId" clId="{DF78A89E-645E-4559-8A6B-70E96CAEFE89}" dt="2025-12-29T20:35:40.366" v="4326"/>
          <ac:spMkLst>
            <pc:docMk/>
            <pc:sldMk cId="1518150779" sldId="1353"/>
            <ac:spMk id="7" creationId="{75D59BC4-BD0B-674C-51E7-C87B9A2750B4}"/>
          </ac:spMkLst>
        </pc:spChg>
        <pc:spChg chg="mod">
          <ac:chgData name="nada alshamsan" userId="f5abeb7a1ab79965" providerId="LiveId" clId="{DF78A89E-645E-4559-8A6B-70E96CAEFE89}" dt="2025-12-29T20:35:20.947" v="4325" actId="14100"/>
          <ac:spMkLst>
            <pc:docMk/>
            <pc:sldMk cId="1518150779" sldId="1353"/>
            <ac:spMk id="501" creationId="{19941408-EE94-92BA-F4DC-11843B8D4CBF}"/>
          </ac:spMkLst>
        </pc:spChg>
      </pc:sldChg>
      <pc:sldChg chg="modSp add mod">
        <pc:chgData name="nada alshamsan" userId="f5abeb7a1ab79965" providerId="LiveId" clId="{DF78A89E-645E-4559-8A6B-70E96CAEFE89}" dt="2025-12-29T20:39:01.714" v="4353" actId="20577"/>
        <pc:sldMkLst>
          <pc:docMk/>
          <pc:sldMk cId="1385549621" sldId="1354"/>
        </pc:sldMkLst>
        <pc:spChg chg="mod">
          <ac:chgData name="nada alshamsan" userId="f5abeb7a1ab79965" providerId="LiveId" clId="{DF78A89E-645E-4559-8A6B-70E96CAEFE89}" dt="2025-12-29T20:39:01.714" v="4353" actId="20577"/>
          <ac:spMkLst>
            <pc:docMk/>
            <pc:sldMk cId="1385549621" sldId="1354"/>
            <ac:spMk id="5" creationId="{2413BA14-4E28-39CA-7243-39376C5598E7}"/>
          </ac:spMkLst>
        </pc:spChg>
      </pc:sldChg>
      <pc:sldChg chg="add del">
        <pc:chgData name="nada alshamsan" userId="f5abeb7a1ab79965" providerId="LiveId" clId="{DF78A89E-645E-4559-8A6B-70E96CAEFE89}" dt="2025-12-29T20:38:46.021" v="4334"/>
        <pc:sldMkLst>
          <pc:docMk/>
          <pc:sldMk cId="2933725062" sldId="1354"/>
        </pc:sldMkLst>
      </pc:sldChg>
      <pc:sldChg chg="modSp add mod">
        <pc:chgData name="nada alshamsan" userId="f5abeb7a1ab79965" providerId="LiveId" clId="{DF78A89E-645E-4559-8A6B-70E96CAEFE89}" dt="2025-12-29T20:42:45.362" v="4376" actId="20577"/>
        <pc:sldMkLst>
          <pc:docMk/>
          <pc:sldMk cId="2329791299" sldId="1355"/>
        </pc:sldMkLst>
        <pc:spChg chg="mod">
          <ac:chgData name="nada alshamsan" userId="f5abeb7a1ab79965" providerId="LiveId" clId="{DF78A89E-645E-4559-8A6B-70E96CAEFE89}" dt="2025-12-29T20:42:45.362" v="4376" actId="20577"/>
          <ac:spMkLst>
            <pc:docMk/>
            <pc:sldMk cId="2329791299" sldId="1355"/>
            <ac:spMk id="5" creationId="{F8F0D63C-8341-1A4C-814C-2D35B6BE76E0}"/>
          </ac:spMkLst>
        </pc:spChg>
      </pc:sldChg>
      <pc:sldChg chg="modSp add mod">
        <pc:chgData name="nada alshamsan" userId="f5abeb7a1ab79965" providerId="LiveId" clId="{DF78A89E-645E-4559-8A6B-70E96CAEFE89}" dt="2025-12-29T20:47:27.689" v="4387"/>
        <pc:sldMkLst>
          <pc:docMk/>
          <pc:sldMk cId="1008826253" sldId="1356"/>
        </pc:sldMkLst>
        <pc:spChg chg="mod">
          <ac:chgData name="nada alshamsan" userId="f5abeb7a1ab79965" providerId="LiveId" clId="{DF78A89E-645E-4559-8A6B-70E96CAEFE89}" dt="2025-12-29T20:46:46.057" v="4380"/>
          <ac:spMkLst>
            <pc:docMk/>
            <pc:sldMk cId="1008826253" sldId="1356"/>
            <ac:spMk id="7" creationId="{63834A11-A4FF-B5C9-3DEB-BF71AFB688E0}"/>
          </ac:spMkLst>
        </pc:spChg>
        <pc:spChg chg="mod">
          <ac:chgData name="nada alshamsan" userId="f5abeb7a1ab79965" providerId="LiveId" clId="{DF78A89E-645E-4559-8A6B-70E96CAEFE89}" dt="2025-12-29T20:47:12.905" v="4385" actId="20577"/>
          <ac:spMkLst>
            <pc:docMk/>
            <pc:sldMk cId="1008826253" sldId="1356"/>
            <ac:spMk id="501" creationId="{0F00A8AE-A116-B8B4-D11F-DEF65566C2C6}"/>
          </ac:spMkLst>
        </pc:spChg>
        <pc:graphicFrameChg chg="mod">
          <ac:chgData name="nada alshamsan" userId="f5abeb7a1ab79965" providerId="LiveId" clId="{DF78A89E-645E-4559-8A6B-70E96CAEFE89}" dt="2025-12-29T20:47:27.689" v="4387"/>
          <ac:graphicFrameMkLst>
            <pc:docMk/>
            <pc:sldMk cId="1008826253" sldId="1356"/>
            <ac:graphicFrameMk id="504" creationId="{A43E46E2-2EEC-7A15-CA4C-6AF8B0D7D809}"/>
          </ac:graphicFrameMkLst>
        </pc:graphicFrameChg>
      </pc:sldChg>
      <pc:sldChg chg="modSp add mod replId">
        <pc:chgData name="nada alshamsan" userId="f5abeb7a1ab79965" providerId="LiveId" clId="{DF78A89E-645E-4559-8A6B-70E96CAEFE89}" dt="2025-12-29T20:49:26.945" v="4426" actId="20577"/>
        <pc:sldMkLst>
          <pc:docMk/>
          <pc:sldMk cId="486920031" sldId="1357"/>
        </pc:sldMkLst>
        <pc:spChg chg="mod">
          <ac:chgData name="nada alshamsan" userId="f5abeb7a1ab79965" providerId="LiveId" clId="{DF78A89E-645E-4559-8A6B-70E96CAEFE89}" dt="2025-12-29T20:46:52.525" v="4381"/>
          <ac:spMkLst>
            <pc:docMk/>
            <pc:sldMk cId="486920031" sldId="1357"/>
            <ac:spMk id="7" creationId="{5AFA05F9-1940-0D43-50A8-317036A5AC3B}"/>
          </ac:spMkLst>
        </pc:spChg>
        <pc:spChg chg="mod">
          <ac:chgData name="nada alshamsan" userId="f5abeb7a1ab79965" providerId="LiveId" clId="{DF78A89E-645E-4559-8A6B-70E96CAEFE89}" dt="2025-12-29T20:49:26.945" v="4426" actId="20577"/>
          <ac:spMkLst>
            <pc:docMk/>
            <pc:sldMk cId="486920031" sldId="1357"/>
            <ac:spMk id="501" creationId="{4729255B-3D50-2133-CA80-2051D1473428}"/>
          </ac:spMkLst>
        </pc:spChg>
      </pc:sldChg>
      <pc:sldChg chg="addSp delSp modSp add mod">
        <pc:chgData name="nada alshamsan" userId="f5abeb7a1ab79965" providerId="LiveId" clId="{DF78A89E-645E-4559-8A6B-70E96CAEFE89}" dt="2025-12-29T20:55:15.221" v="4485" actId="2165"/>
        <pc:sldMkLst>
          <pc:docMk/>
          <pc:sldMk cId="1981237711" sldId="1358"/>
        </pc:sldMkLst>
        <pc:spChg chg="mod">
          <ac:chgData name="nada alshamsan" userId="f5abeb7a1ab79965" providerId="LiveId" clId="{DF78A89E-645E-4559-8A6B-70E96CAEFE89}" dt="2025-12-29T20:50:19.104" v="4430"/>
          <ac:spMkLst>
            <pc:docMk/>
            <pc:sldMk cId="1981237711" sldId="1358"/>
            <ac:spMk id="7" creationId="{A4EB9DB0-D361-58A5-B11E-B5E344569221}"/>
          </ac:spMkLst>
        </pc:spChg>
        <pc:spChg chg="mod">
          <ac:chgData name="nada alshamsan" userId="f5abeb7a1ab79965" providerId="LiveId" clId="{DF78A89E-645E-4559-8A6B-70E96CAEFE89}" dt="2025-12-29T20:50:56.119" v="4435" actId="20577"/>
          <ac:spMkLst>
            <pc:docMk/>
            <pc:sldMk cId="1981237711" sldId="1358"/>
            <ac:spMk id="501" creationId="{276BB1FB-7141-414E-AC58-30F33E30950B}"/>
          </ac:spMkLst>
        </pc:spChg>
        <pc:graphicFrameChg chg="add mod modGraphic">
          <ac:chgData name="nada alshamsan" userId="f5abeb7a1ab79965" providerId="LiveId" clId="{DF78A89E-645E-4559-8A6B-70E96CAEFE89}" dt="2025-12-29T20:55:15.221" v="4485" actId="2165"/>
          <ac:graphicFrameMkLst>
            <pc:docMk/>
            <pc:sldMk cId="1981237711" sldId="1358"/>
            <ac:graphicFrameMk id="2" creationId="{EF068F04-87FA-EEF8-D8F4-69317A2EAFC6}"/>
          </ac:graphicFrameMkLst>
        </pc:graphicFrameChg>
        <pc:graphicFrameChg chg="del">
          <ac:chgData name="nada alshamsan" userId="f5abeb7a1ab79965" providerId="LiveId" clId="{DF78A89E-645E-4559-8A6B-70E96CAEFE89}" dt="2025-12-29T20:51:19.203" v="4436" actId="478"/>
          <ac:graphicFrameMkLst>
            <pc:docMk/>
            <pc:sldMk cId="1981237711" sldId="1358"/>
            <ac:graphicFrameMk id="504" creationId="{7A034DCF-D5A6-0398-AF29-EB4D1B22F761}"/>
          </ac:graphicFrameMkLst>
        </pc:graphicFrameChg>
      </pc:sldChg>
      <pc:sldChg chg="modSp add mod">
        <pc:chgData name="nada alshamsan" userId="f5abeb7a1ab79965" providerId="LiveId" clId="{DF78A89E-645E-4559-8A6B-70E96CAEFE89}" dt="2025-12-29T20:55:29.326" v="4486" actId="313"/>
        <pc:sldMkLst>
          <pc:docMk/>
          <pc:sldMk cId="2023138576" sldId="1359"/>
        </pc:sldMkLst>
        <pc:spChg chg="mod">
          <ac:chgData name="nada alshamsan" userId="f5abeb7a1ab79965" providerId="LiveId" clId="{DF78A89E-645E-4559-8A6B-70E96CAEFE89}" dt="2025-12-29T20:50:46.819" v="4433"/>
          <ac:spMkLst>
            <pc:docMk/>
            <pc:sldMk cId="2023138576" sldId="1359"/>
            <ac:spMk id="7" creationId="{97AD613D-BD99-BC35-7969-7AA941E83131}"/>
          </ac:spMkLst>
        </pc:spChg>
        <pc:spChg chg="mod">
          <ac:chgData name="nada alshamsan" userId="f5abeb7a1ab79965" providerId="LiveId" clId="{DF78A89E-645E-4559-8A6B-70E96CAEFE89}" dt="2025-12-29T20:55:29.326" v="4486" actId="313"/>
          <ac:spMkLst>
            <pc:docMk/>
            <pc:sldMk cId="2023138576" sldId="1359"/>
            <ac:spMk id="501" creationId="{82D982F9-D54B-F31C-F9C3-2E5CAFE3E821}"/>
          </ac:spMkLst>
        </pc:spChg>
      </pc:sldChg>
      <pc:sldChg chg="modSp add mod">
        <pc:chgData name="nada alshamsan" userId="f5abeb7a1ab79965" providerId="LiveId" clId="{DF78A89E-645E-4559-8A6B-70E96CAEFE89}" dt="2025-12-29T20:57:39.554" v="4507" actId="313"/>
        <pc:sldMkLst>
          <pc:docMk/>
          <pc:sldMk cId="1606801349" sldId="1360"/>
        </pc:sldMkLst>
        <pc:spChg chg="mod">
          <ac:chgData name="nada alshamsan" userId="f5abeb7a1ab79965" providerId="LiveId" clId="{DF78A89E-645E-4559-8A6B-70E96CAEFE89}" dt="2025-12-29T20:57:39.554" v="4507" actId="313"/>
          <ac:spMkLst>
            <pc:docMk/>
            <pc:sldMk cId="1606801349" sldId="1360"/>
            <ac:spMk id="5" creationId="{7FFEBED0-7808-81C1-DD54-F849510E8F69}"/>
          </ac:spMkLst>
        </pc:spChg>
      </pc:sldChg>
      <pc:sldChg chg="modSp add mod">
        <pc:chgData name="nada alshamsan" userId="f5abeb7a1ab79965" providerId="LiveId" clId="{DF78A89E-645E-4559-8A6B-70E96CAEFE89}" dt="2025-12-29T21:40:54.227" v="4657" actId="1076"/>
        <pc:sldMkLst>
          <pc:docMk/>
          <pc:sldMk cId="1656107044" sldId="1361"/>
        </pc:sldMkLst>
        <pc:spChg chg="mod">
          <ac:chgData name="nada alshamsan" userId="f5abeb7a1ab79965" providerId="LiveId" clId="{DF78A89E-645E-4559-8A6B-70E96CAEFE89}" dt="2025-12-29T21:39:30.123" v="4643"/>
          <ac:spMkLst>
            <pc:docMk/>
            <pc:sldMk cId="1656107044" sldId="1361"/>
            <ac:spMk id="7" creationId="{F36F0C99-0128-216C-6E26-F0E718826A09}"/>
          </ac:spMkLst>
        </pc:spChg>
        <pc:spChg chg="mod">
          <ac:chgData name="nada alshamsan" userId="f5abeb7a1ab79965" providerId="LiveId" clId="{DF78A89E-645E-4559-8A6B-70E96CAEFE89}" dt="2025-12-29T21:40:19.109" v="4652" actId="20577"/>
          <ac:spMkLst>
            <pc:docMk/>
            <pc:sldMk cId="1656107044" sldId="1361"/>
            <ac:spMk id="501" creationId="{07FEB4BA-7D1A-8154-9BB2-DACE4467F259}"/>
          </ac:spMkLst>
        </pc:spChg>
        <pc:graphicFrameChg chg="mod modGraphic">
          <ac:chgData name="nada alshamsan" userId="f5abeb7a1ab79965" providerId="LiveId" clId="{DF78A89E-645E-4559-8A6B-70E96CAEFE89}" dt="2025-12-29T21:40:54.227" v="4657" actId="1076"/>
          <ac:graphicFrameMkLst>
            <pc:docMk/>
            <pc:sldMk cId="1656107044" sldId="1361"/>
            <ac:graphicFrameMk id="2" creationId="{65A19922-4B50-2113-4A81-5C0ECEEFAE4C}"/>
          </ac:graphicFrameMkLst>
        </pc:graphicFrameChg>
      </pc:sldChg>
      <pc:sldChg chg="modSp add mod">
        <pc:chgData name="nada alshamsan" userId="f5abeb7a1ab79965" providerId="LiveId" clId="{DF78A89E-645E-4559-8A6B-70E96CAEFE89}" dt="2025-12-29T21:44:50.884" v="4682" actId="20577"/>
        <pc:sldMkLst>
          <pc:docMk/>
          <pc:sldMk cId="3783148827" sldId="1362"/>
        </pc:sldMkLst>
        <pc:spChg chg="mod">
          <ac:chgData name="nada alshamsan" userId="f5abeb7a1ab79965" providerId="LiveId" clId="{DF78A89E-645E-4559-8A6B-70E96CAEFE89}" dt="2025-12-29T21:39:39.386" v="4647" actId="403"/>
          <ac:spMkLst>
            <pc:docMk/>
            <pc:sldMk cId="3783148827" sldId="1362"/>
            <ac:spMk id="7" creationId="{B8A9BB38-76DE-7068-17CD-73851C1F59FE}"/>
          </ac:spMkLst>
        </pc:spChg>
        <pc:spChg chg="mod">
          <ac:chgData name="nada alshamsan" userId="f5abeb7a1ab79965" providerId="LiveId" clId="{DF78A89E-645E-4559-8A6B-70E96CAEFE89}" dt="2025-12-29T21:44:50.884" v="4682" actId="20577"/>
          <ac:spMkLst>
            <pc:docMk/>
            <pc:sldMk cId="3783148827" sldId="1362"/>
            <ac:spMk id="501" creationId="{1EE2E551-FFBF-059D-6B6D-98B3890E47EE}"/>
          </ac:spMkLst>
        </pc:spChg>
      </pc:sldChg>
      <pc:sldChg chg="modSp add mod">
        <pc:chgData name="nada alshamsan" userId="f5abeb7a1ab79965" providerId="LiveId" clId="{DF78A89E-645E-4559-8A6B-70E96CAEFE89}" dt="2025-12-29T21:48:32.037" v="4692"/>
        <pc:sldMkLst>
          <pc:docMk/>
          <pc:sldMk cId="4026060299" sldId="1363"/>
        </pc:sldMkLst>
        <pc:spChg chg="mod">
          <ac:chgData name="nada alshamsan" userId="f5abeb7a1ab79965" providerId="LiveId" clId="{DF78A89E-645E-4559-8A6B-70E96CAEFE89}" dt="2025-12-29T21:47:38.904" v="4684"/>
          <ac:spMkLst>
            <pc:docMk/>
            <pc:sldMk cId="4026060299" sldId="1363"/>
            <ac:spMk id="7" creationId="{FF8B59EC-601A-DAAE-10C5-131ED42140CF}"/>
          </ac:spMkLst>
        </pc:spChg>
        <pc:spChg chg="mod">
          <ac:chgData name="nada alshamsan" userId="f5abeb7a1ab79965" providerId="LiveId" clId="{DF78A89E-645E-4559-8A6B-70E96CAEFE89}" dt="2025-12-29T21:48:17.484" v="4690" actId="20577"/>
          <ac:spMkLst>
            <pc:docMk/>
            <pc:sldMk cId="4026060299" sldId="1363"/>
            <ac:spMk id="501" creationId="{9DE93614-9A8A-5B82-A204-D033A12789E6}"/>
          </ac:spMkLst>
        </pc:spChg>
        <pc:graphicFrameChg chg="mod">
          <ac:chgData name="nada alshamsan" userId="f5abeb7a1ab79965" providerId="LiveId" clId="{DF78A89E-645E-4559-8A6B-70E96CAEFE89}" dt="2025-12-29T21:48:32.037" v="4692"/>
          <ac:graphicFrameMkLst>
            <pc:docMk/>
            <pc:sldMk cId="4026060299" sldId="1363"/>
            <ac:graphicFrameMk id="2" creationId="{7FAAE30B-AF6C-83A0-3280-EC4E211953B4}"/>
          </ac:graphicFrameMkLst>
        </pc:graphicFrameChg>
      </pc:sldChg>
      <pc:sldChg chg="modSp add mod">
        <pc:chgData name="nada alshamsan" userId="f5abeb7a1ab79965" providerId="LiveId" clId="{DF78A89E-645E-4559-8A6B-70E96CAEFE89}" dt="2025-12-29T21:50:07.471" v="4716" actId="20577"/>
        <pc:sldMkLst>
          <pc:docMk/>
          <pc:sldMk cId="2618552908" sldId="1364"/>
        </pc:sldMkLst>
        <pc:spChg chg="mod">
          <ac:chgData name="nada alshamsan" userId="f5abeb7a1ab79965" providerId="LiveId" clId="{DF78A89E-645E-4559-8A6B-70E96CAEFE89}" dt="2025-12-29T21:47:52.619" v="4685"/>
          <ac:spMkLst>
            <pc:docMk/>
            <pc:sldMk cId="2618552908" sldId="1364"/>
            <ac:spMk id="7" creationId="{9A110752-5193-E920-19CD-764305AFC44F}"/>
          </ac:spMkLst>
        </pc:spChg>
        <pc:spChg chg="mod">
          <ac:chgData name="nada alshamsan" userId="f5abeb7a1ab79965" providerId="LiveId" clId="{DF78A89E-645E-4559-8A6B-70E96CAEFE89}" dt="2025-12-29T21:50:07.471" v="4716" actId="20577"/>
          <ac:spMkLst>
            <pc:docMk/>
            <pc:sldMk cId="2618552908" sldId="1364"/>
            <ac:spMk id="501" creationId="{0FD62975-758D-DA37-48AD-C37C789C3F3C}"/>
          </ac:spMkLst>
        </pc:spChg>
      </pc:sldChg>
      <pc:sldChg chg="modSp add mod">
        <pc:chgData name="nada alshamsan" userId="f5abeb7a1ab79965" providerId="LiveId" clId="{DF78A89E-645E-4559-8A6B-70E96CAEFE89}" dt="2025-12-29T22:00:13.677" v="4781" actId="20577"/>
        <pc:sldMkLst>
          <pc:docMk/>
          <pc:sldMk cId="3462151180" sldId="1365"/>
        </pc:sldMkLst>
        <pc:spChg chg="mod">
          <ac:chgData name="nada alshamsan" userId="f5abeb7a1ab79965" providerId="LiveId" clId="{DF78A89E-645E-4559-8A6B-70E96CAEFE89}" dt="2025-12-29T21:52:18.396" v="4718"/>
          <ac:spMkLst>
            <pc:docMk/>
            <pc:sldMk cId="3462151180" sldId="1365"/>
            <ac:spMk id="7" creationId="{721890C0-2DC6-B476-C642-EE6892689110}"/>
          </ac:spMkLst>
        </pc:spChg>
        <pc:spChg chg="mod">
          <ac:chgData name="nada alshamsan" userId="f5abeb7a1ab79965" providerId="LiveId" clId="{DF78A89E-645E-4559-8A6B-70E96CAEFE89}" dt="2025-12-29T22:00:13.677" v="4781" actId="20577"/>
          <ac:spMkLst>
            <pc:docMk/>
            <pc:sldMk cId="3462151180" sldId="1365"/>
            <ac:spMk id="501" creationId="{2102CE42-75D9-18FC-03F1-DCEB10874A22}"/>
          </ac:spMkLst>
        </pc:spChg>
        <pc:graphicFrameChg chg="mod">
          <ac:chgData name="nada alshamsan" userId="f5abeb7a1ab79965" providerId="LiveId" clId="{DF78A89E-645E-4559-8A6B-70E96CAEFE89}" dt="2025-12-29T21:53:21.086" v="4725"/>
          <ac:graphicFrameMkLst>
            <pc:docMk/>
            <pc:sldMk cId="3462151180" sldId="1365"/>
            <ac:graphicFrameMk id="2" creationId="{D57653ED-68BB-D488-ECE4-84EE9A2103EB}"/>
          </ac:graphicFrameMkLst>
        </pc:graphicFrameChg>
      </pc:sldChg>
      <pc:sldChg chg="modSp add mod">
        <pc:chgData name="nada alshamsan" userId="f5abeb7a1ab79965" providerId="LiveId" clId="{DF78A89E-645E-4559-8A6B-70E96CAEFE89}" dt="2025-12-29T21:54:57.563" v="4748" actId="20577"/>
        <pc:sldMkLst>
          <pc:docMk/>
          <pc:sldMk cId="695476963" sldId="1366"/>
        </pc:sldMkLst>
        <pc:spChg chg="mod">
          <ac:chgData name="nada alshamsan" userId="f5abeb7a1ab79965" providerId="LiveId" clId="{DF78A89E-645E-4559-8A6B-70E96CAEFE89}" dt="2025-12-29T21:52:42.677" v="4719"/>
          <ac:spMkLst>
            <pc:docMk/>
            <pc:sldMk cId="695476963" sldId="1366"/>
            <ac:spMk id="7" creationId="{F03B77A1-8006-1EB2-057E-5BF3E50885D3}"/>
          </ac:spMkLst>
        </pc:spChg>
        <pc:spChg chg="mod">
          <ac:chgData name="nada alshamsan" userId="f5abeb7a1ab79965" providerId="LiveId" clId="{DF78A89E-645E-4559-8A6B-70E96CAEFE89}" dt="2025-12-29T21:54:57.563" v="4748" actId="20577"/>
          <ac:spMkLst>
            <pc:docMk/>
            <pc:sldMk cId="695476963" sldId="1366"/>
            <ac:spMk id="501" creationId="{79C6909A-876A-7DD0-AAD6-EC2F7F082FF6}"/>
          </ac:spMkLst>
        </pc:spChg>
      </pc:sldChg>
      <pc:sldChg chg="modSp add mod">
        <pc:chgData name="nada alshamsan" userId="f5abeb7a1ab79965" providerId="LiveId" clId="{DF78A89E-645E-4559-8A6B-70E96CAEFE89}" dt="2025-12-29T22:00:04.895" v="4778" actId="20577"/>
        <pc:sldMkLst>
          <pc:docMk/>
          <pc:sldMk cId="3781818979" sldId="1367"/>
        </pc:sldMkLst>
        <pc:spChg chg="mod">
          <ac:chgData name="nada alshamsan" userId="f5abeb7a1ab79965" providerId="LiveId" clId="{DF78A89E-645E-4559-8A6B-70E96CAEFE89}" dt="2025-12-29T21:58:11.790" v="4750"/>
          <ac:spMkLst>
            <pc:docMk/>
            <pc:sldMk cId="3781818979" sldId="1367"/>
            <ac:spMk id="7" creationId="{A87E30AB-63D9-0881-5E5D-D639D2A5885C}"/>
          </ac:spMkLst>
        </pc:spChg>
        <pc:spChg chg="mod">
          <ac:chgData name="nada alshamsan" userId="f5abeb7a1ab79965" providerId="LiveId" clId="{DF78A89E-645E-4559-8A6B-70E96CAEFE89}" dt="2025-12-29T22:00:04.895" v="4778" actId="20577"/>
          <ac:spMkLst>
            <pc:docMk/>
            <pc:sldMk cId="3781818979" sldId="1367"/>
            <ac:spMk id="501" creationId="{065A5734-521F-504D-9DBB-964B0A0AFF38}"/>
          </ac:spMkLst>
        </pc:spChg>
        <pc:graphicFrameChg chg="mod">
          <ac:chgData name="nada alshamsan" userId="f5abeb7a1ab79965" providerId="LiveId" clId="{DF78A89E-645E-4559-8A6B-70E96CAEFE89}" dt="2025-12-29T21:59:47.702" v="4774"/>
          <ac:graphicFrameMkLst>
            <pc:docMk/>
            <pc:sldMk cId="3781818979" sldId="1367"/>
            <ac:graphicFrameMk id="2" creationId="{5776D2AB-32D1-891F-D199-26EA6FFFFBC1}"/>
          </ac:graphicFrameMkLst>
        </pc:graphicFrameChg>
      </pc:sldChg>
      <pc:sldChg chg="modSp add mod">
        <pc:chgData name="nada alshamsan" userId="f5abeb7a1ab79965" providerId="LiveId" clId="{DF78A89E-645E-4559-8A6B-70E96CAEFE89}" dt="2025-12-29T21:59:29.529" v="4772" actId="20577"/>
        <pc:sldMkLst>
          <pc:docMk/>
          <pc:sldMk cId="836967657" sldId="1368"/>
        </pc:sldMkLst>
        <pc:spChg chg="mod">
          <ac:chgData name="nada alshamsan" userId="f5abeb7a1ab79965" providerId="LiveId" clId="{DF78A89E-645E-4559-8A6B-70E96CAEFE89}" dt="2025-12-29T21:58:20.253" v="4753" actId="403"/>
          <ac:spMkLst>
            <pc:docMk/>
            <pc:sldMk cId="836967657" sldId="1368"/>
            <ac:spMk id="7" creationId="{1BF86E9A-A6B7-2A21-58C4-FA5EF047B46D}"/>
          </ac:spMkLst>
        </pc:spChg>
        <pc:spChg chg="mod">
          <ac:chgData name="nada alshamsan" userId="f5abeb7a1ab79965" providerId="LiveId" clId="{DF78A89E-645E-4559-8A6B-70E96CAEFE89}" dt="2025-12-29T21:59:29.529" v="4772" actId="20577"/>
          <ac:spMkLst>
            <pc:docMk/>
            <pc:sldMk cId="836967657" sldId="1368"/>
            <ac:spMk id="501" creationId="{C47BD581-7C27-444B-B1F5-49DC42510235}"/>
          </ac:spMkLst>
        </pc:spChg>
      </pc:sldChg>
      <pc:sldChg chg="modSp add mod">
        <pc:chgData name="nada alshamsan" userId="f5abeb7a1ab79965" providerId="LiveId" clId="{DF78A89E-645E-4559-8A6B-70E96CAEFE89}" dt="2025-12-29T22:02:13.988" v="4822" actId="313"/>
        <pc:sldMkLst>
          <pc:docMk/>
          <pc:sldMk cId="114017961" sldId="1369"/>
        </pc:sldMkLst>
        <pc:spChg chg="mod">
          <ac:chgData name="nada alshamsan" userId="f5abeb7a1ab79965" providerId="LiveId" clId="{DF78A89E-645E-4559-8A6B-70E96CAEFE89}" dt="2025-12-29T22:02:13.988" v="4822" actId="313"/>
          <ac:spMkLst>
            <pc:docMk/>
            <pc:sldMk cId="114017961" sldId="1369"/>
            <ac:spMk id="14" creationId="{69D26360-C203-DAEB-91C7-5FB5FC275EF3}"/>
          </ac:spMkLst>
        </pc:spChg>
      </pc:sldChg>
      <pc:sldChg chg="addSp delSp modSp add mod">
        <pc:chgData name="nada alshamsan" userId="f5abeb7a1ab79965" providerId="LiveId" clId="{DF78A89E-645E-4559-8A6B-70E96CAEFE89}" dt="2025-12-29T22:37:40.333" v="5060" actId="20577"/>
        <pc:sldMkLst>
          <pc:docMk/>
          <pc:sldMk cId="4044479915" sldId="1370"/>
        </pc:sldMkLst>
        <pc:spChg chg="mod">
          <ac:chgData name="nada alshamsan" userId="f5abeb7a1ab79965" providerId="LiveId" clId="{DF78A89E-645E-4559-8A6B-70E96CAEFE89}" dt="2025-12-29T22:03:18.853" v="4826"/>
          <ac:spMkLst>
            <pc:docMk/>
            <pc:sldMk cId="4044479915" sldId="1370"/>
            <ac:spMk id="4" creationId="{83CC0466-3A98-0678-8EB9-E503AE411702}"/>
          </ac:spMkLst>
        </pc:spChg>
        <pc:spChg chg="mod">
          <ac:chgData name="nada alshamsan" userId="f5abeb7a1ab79965" providerId="LiveId" clId="{DF78A89E-645E-4559-8A6B-70E96CAEFE89}" dt="2025-12-29T22:36:42.422" v="5044" actId="1035"/>
          <ac:spMkLst>
            <pc:docMk/>
            <pc:sldMk cId="4044479915" sldId="1370"/>
            <ac:spMk id="5" creationId="{A973B567-8E80-05A7-3460-8017610269C0}"/>
          </ac:spMkLst>
        </pc:spChg>
        <pc:spChg chg="mod">
          <ac:chgData name="nada alshamsan" userId="f5abeb7a1ab79965" providerId="LiveId" clId="{DF78A89E-645E-4559-8A6B-70E96CAEFE89}" dt="2025-12-29T22:37:40.333" v="5060" actId="20577"/>
          <ac:spMkLst>
            <pc:docMk/>
            <pc:sldMk cId="4044479915" sldId="1370"/>
            <ac:spMk id="10" creationId="{5D36574E-AC54-9BAE-3A7A-1251E9EE622B}"/>
          </ac:spMkLst>
        </pc:spChg>
        <pc:spChg chg="mod">
          <ac:chgData name="nada alshamsan" userId="f5abeb7a1ab79965" providerId="LiveId" clId="{DF78A89E-645E-4559-8A6B-70E96CAEFE89}" dt="2025-12-29T22:36:34.431" v="5019"/>
          <ac:spMkLst>
            <pc:docMk/>
            <pc:sldMk cId="4044479915" sldId="1370"/>
            <ac:spMk id="12" creationId="{AFEE3776-2E79-72CC-781B-8685DD0E1747}"/>
          </ac:spMkLst>
        </pc:spChg>
        <pc:spChg chg="mod">
          <ac:chgData name="nada alshamsan" userId="f5abeb7a1ab79965" providerId="LiveId" clId="{DF78A89E-645E-4559-8A6B-70E96CAEFE89}" dt="2025-12-29T22:02:18.262" v="4823"/>
          <ac:spMkLst>
            <pc:docMk/>
            <pc:sldMk cId="4044479915" sldId="1370"/>
            <ac:spMk id="14" creationId="{848F25E4-95F7-4B4A-5F05-12F406E9E25B}"/>
          </ac:spMkLst>
        </pc:spChg>
        <pc:grpChg chg="add mod">
          <ac:chgData name="nada alshamsan" userId="f5abeb7a1ab79965" providerId="LiveId" clId="{DF78A89E-645E-4559-8A6B-70E96CAEFE89}" dt="2025-12-29T22:36:34.431" v="5019"/>
          <ac:grpSpMkLst>
            <pc:docMk/>
            <pc:sldMk cId="4044479915" sldId="1370"/>
            <ac:grpSpMk id="6" creationId="{D2155681-60B9-ECAF-948B-D5A2455C74BA}"/>
          </ac:grpSpMkLst>
        </pc:grpChg>
        <pc:grpChg chg="del mod">
          <ac:chgData name="nada alshamsan" userId="f5abeb7a1ab79965" providerId="LiveId" clId="{DF78A89E-645E-4559-8A6B-70E96CAEFE89}" dt="2025-12-29T22:36:33.385" v="5018" actId="478"/>
          <ac:grpSpMkLst>
            <pc:docMk/>
            <pc:sldMk cId="4044479915" sldId="1370"/>
            <ac:grpSpMk id="7" creationId="{35B41378-F8B7-1C16-6CFF-5305EB9F86D5}"/>
          </ac:grpSpMkLst>
        </pc:grpChg>
      </pc:sldChg>
      <pc:sldChg chg="addSp delSp modSp add mod">
        <pc:chgData name="nada alshamsan" userId="f5abeb7a1ab79965" providerId="LiveId" clId="{DF78A89E-645E-4559-8A6B-70E96CAEFE89}" dt="2025-12-29T22:21:51.564" v="4944" actId="1076"/>
        <pc:sldMkLst>
          <pc:docMk/>
          <pc:sldMk cId="4208743893" sldId="1371"/>
        </pc:sldMkLst>
        <pc:spChg chg="mod">
          <ac:chgData name="nada alshamsan" userId="f5abeb7a1ab79965" providerId="LiveId" clId="{DF78A89E-645E-4559-8A6B-70E96CAEFE89}" dt="2025-12-29T22:04:07.032" v="4830"/>
          <ac:spMkLst>
            <pc:docMk/>
            <pc:sldMk cId="4208743893" sldId="1371"/>
            <ac:spMk id="4" creationId="{E97BEC1E-1946-4712-37F4-EFB2EA45683C}"/>
          </ac:spMkLst>
        </pc:spChg>
        <pc:spChg chg="add mod">
          <ac:chgData name="nada alshamsan" userId="f5abeb7a1ab79965" providerId="LiveId" clId="{DF78A89E-645E-4559-8A6B-70E96CAEFE89}" dt="2025-12-29T22:20:31.352" v="4931"/>
          <ac:spMkLst>
            <pc:docMk/>
            <pc:sldMk cId="4208743893" sldId="1371"/>
            <ac:spMk id="6" creationId="{DB054EEB-5BCA-1FE5-9F98-F702F11ED4FB}"/>
          </ac:spMkLst>
        </pc:spChg>
        <pc:spChg chg="mod">
          <ac:chgData name="nada alshamsan" userId="f5abeb7a1ab79965" providerId="LiveId" clId="{DF78A89E-645E-4559-8A6B-70E96CAEFE89}" dt="2025-12-29T22:02:20.790" v="4824"/>
          <ac:spMkLst>
            <pc:docMk/>
            <pc:sldMk cId="4208743893" sldId="1371"/>
            <ac:spMk id="14" creationId="{EA796033-F698-6120-F625-E1393B1E9930}"/>
          </ac:spMkLst>
        </pc:spChg>
        <pc:spChg chg="del">
          <ac:chgData name="nada alshamsan" userId="f5abeb7a1ab79965" providerId="LiveId" clId="{DF78A89E-645E-4559-8A6B-70E96CAEFE89}" dt="2025-12-29T22:20:30.948" v="4930" actId="478"/>
          <ac:spMkLst>
            <pc:docMk/>
            <pc:sldMk cId="4208743893" sldId="1371"/>
            <ac:spMk id="19" creationId="{320F7302-44D2-B5A7-1DAC-196D4B47B364}"/>
          </ac:spMkLst>
        </pc:spChg>
        <pc:spChg chg="mod">
          <ac:chgData name="nada alshamsan" userId="f5abeb7a1ab79965" providerId="LiveId" clId="{DF78A89E-645E-4559-8A6B-70E96CAEFE89}" dt="2025-12-29T22:21:51.564" v="4944" actId="1076"/>
          <ac:spMkLst>
            <pc:docMk/>
            <pc:sldMk cId="4208743893" sldId="1371"/>
            <ac:spMk id="21" creationId="{10B39F0E-C93A-F6F6-F7BD-862D2613BE5A}"/>
          </ac:spMkLst>
        </pc:spChg>
        <pc:graphicFrameChg chg="mod modGraphic">
          <ac:chgData name="nada alshamsan" userId="f5abeb7a1ab79965" providerId="LiveId" clId="{DF78A89E-645E-4559-8A6B-70E96CAEFE89}" dt="2025-12-29T22:21:44.479" v="4943"/>
          <ac:graphicFrameMkLst>
            <pc:docMk/>
            <pc:sldMk cId="4208743893" sldId="1371"/>
            <ac:graphicFrameMk id="10" creationId="{73828722-84FE-358D-A91B-9C004B7437AC}"/>
          </ac:graphicFrameMkLst>
        </pc:graphicFrameChg>
      </pc:sldChg>
      <pc:sldChg chg="delSp modSp add mod">
        <pc:chgData name="nada alshamsan" userId="f5abeb7a1ab79965" providerId="LiveId" clId="{DF78A89E-645E-4559-8A6B-70E96CAEFE89}" dt="2025-12-29T22:20:35.878" v="4932" actId="478"/>
        <pc:sldMkLst>
          <pc:docMk/>
          <pc:sldMk cId="3234932800" sldId="1372"/>
        </pc:sldMkLst>
        <pc:spChg chg="mod">
          <ac:chgData name="nada alshamsan" userId="f5abeb7a1ab79965" providerId="LiveId" clId="{DF78A89E-645E-4559-8A6B-70E96CAEFE89}" dt="2025-12-29T22:04:09.707" v="4831"/>
          <ac:spMkLst>
            <pc:docMk/>
            <pc:sldMk cId="3234932800" sldId="1372"/>
            <ac:spMk id="4" creationId="{F95DC7A4-4579-13B1-D810-3C5540DC8C9C}"/>
          </ac:spMkLst>
        </pc:spChg>
        <pc:spChg chg="mod">
          <ac:chgData name="nada alshamsan" userId="f5abeb7a1ab79965" providerId="LiveId" clId="{DF78A89E-645E-4559-8A6B-70E96CAEFE89}" dt="2025-12-29T22:14:56.534" v="4909" actId="20577"/>
          <ac:spMkLst>
            <pc:docMk/>
            <pc:sldMk cId="3234932800" sldId="1372"/>
            <ac:spMk id="5" creationId="{6DE6FAC4-BE69-45E4-F296-7E58984B43B8}"/>
          </ac:spMkLst>
        </pc:spChg>
        <pc:spChg chg="mod">
          <ac:chgData name="nada alshamsan" userId="f5abeb7a1ab79965" providerId="LiveId" clId="{DF78A89E-645E-4559-8A6B-70E96CAEFE89}" dt="2025-12-29T22:02:24.065" v="4825"/>
          <ac:spMkLst>
            <pc:docMk/>
            <pc:sldMk cId="3234932800" sldId="1372"/>
            <ac:spMk id="14" creationId="{F8DD9D52-BA1F-F895-9395-857E770F8536}"/>
          </ac:spMkLst>
        </pc:spChg>
        <pc:spChg chg="del">
          <ac:chgData name="nada alshamsan" userId="f5abeb7a1ab79965" providerId="LiveId" clId="{DF78A89E-645E-4559-8A6B-70E96CAEFE89}" dt="2025-12-29T22:20:35.878" v="4932" actId="478"/>
          <ac:spMkLst>
            <pc:docMk/>
            <pc:sldMk cId="3234932800" sldId="1372"/>
            <ac:spMk id="19" creationId="{CDF998D2-FAA3-A001-74A9-E41E3A6A7E2F}"/>
          </ac:spMkLst>
        </pc:spChg>
      </pc:sldChg>
      <pc:sldMasterChg chg="setBg modSldLayout">
        <pc:chgData name="nada alshamsan" userId="f5abeb7a1ab79965" providerId="LiveId" clId="{DF78A89E-645E-4559-8A6B-70E96CAEFE89}" dt="2025-12-29T16:24:25.916" v="2574"/>
        <pc:sldMasterMkLst>
          <pc:docMk/>
          <pc:sldMasterMk cId="757436344" sldId="2147483648"/>
        </pc:sldMasterMkLst>
        <pc:sldLayoutChg chg="setBg">
          <pc:chgData name="nada alshamsan" userId="f5abeb7a1ab79965" providerId="LiveId" clId="{DF78A89E-645E-4559-8A6B-70E96CAEFE89}" dt="2025-12-29T16:24:25.916" v="2574"/>
          <pc:sldLayoutMkLst>
            <pc:docMk/>
            <pc:sldMasterMk cId="757436344" sldId="2147483648"/>
            <pc:sldLayoutMk cId="2900938053" sldId="2147483649"/>
          </pc:sldLayoutMkLst>
        </pc:sldLayoutChg>
        <pc:sldLayoutChg chg="setBg">
          <pc:chgData name="nada alshamsan" userId="f5abeb7a1ab79965" providerId="LiveId" clId="{DF78A89E-645E-4559-8A6B-70E96CAEFE89}" dt="2025-12-29T16:24:25.916" v="2574"/>
          <pc:sldLayoutMkLst>
            <pc:docMk/>
            <pc:sldMasterMk cId="757436344" sldId="2147483648"/>
            <pc:sldLayoutMk cId="2428217408" sldId="2147483650"/>
          </pc:sldLayoutMkLst>
        </pc:sldLayoutChg>
        <pc:sldLayoutChg chg="setBg">
          <pc:chgData name="nada alshamsan" userId="f5abeb7a1ab79965" providerId="LiveId" clId="{DF78A89E-645E-4559-8A6B-70E96CAEFE89}" dt="2025-12-29T16:24:25.916" v="2574"/>
          <pc:sldLayoutMkLst>
            <pc:docMk/>
            <pc:sldMasterMk cId="757436344" sldId="2147483648"/>
            <pc:sldLayoutMk cId="681964794" sldId="2147483651"/>
          </pc:sldLayoutMkLst>
        </pc:sldLayoutChg>
        <pc:sldLayoutChg chg="setBg">
          <pc:chgData name="nada alshamsan" userId="f5abeb7a1ab79965" providerId="LiveId" clId="{DF78A89E-645E-4559-8A6B-70E96CAEFE89}" dt="2025-12-29T16:24:25.916" v="2574"/>
          <pc:sldLayoutMkLst>
            <pc:docMk/>
            <pc:sldMasterMk cId="757436344" sldId="2147483648"/>
            <pc:sldLayoutMk cId="3320905419" sldId="2147483652"/>
          </pc:sldLayoutMkLst>
        </pc:sldLayoutChg>
        <pc:sldLayoutChg chg="setBg">
          <pc:chgData name="nada alshamsan" userId="f5abeb7a1ab79965" providerId="LiveId" clId="{DF78A89E-645E-4559-8A6B-70E96CAEFE89}" dt="2025-12-29T16:24:25.916" v="2574"/>
          <pc:sldLayoutMkLst>
            <pc:docMk/>
            <pc:sldMasterMk cId="757436344" sldId="2147483648"/>
            <pc:sldLayoutMk cId="2494630113" sldId="2147483653"/>
          </pc:sldLayoutMkLst>
        </pc:sldLayoutChg>
        <pc:sldLayoutChg chg="setBg">
          <pc:chgData name="nada alshamsan" userId="f5abeb7a1ab79965" providerId="LiveId" clId="{DF78A89E-645E-4559-8A6B-70E96CAEFE89}" dt="2025-12-29T16:24:25.916" v="2574"/>
          <pc:sldLayoutMkLst>
            <pc:docMk/>
            <pc:sldMasterMk cId="757436344" sldId="2147483648"/>
            <pc:sldLayoutMk cId="3385396403" sldId="2147483654"/>
          </pc:sldLayoutMkLst>
        </pc:sldLayoutChg>
        <pc:sldLayoutChg chg="setBg">
          <pc:chgData name="nada alshamsan" userId="f5abeb7a1ab79965" providerId="LiveId" clId="{DF78A89E-645E-4559-8A6B-70E96CAEFE89}" dt="2025-12-29T16:24:25.916" v="2574"/>
          <pc:sldLayoutMkLst>
            <pc:docMk/>
            <pc:sldMasterMk cId="757436344" sldId="2147483648"/>
            <pc:sldLayoutMk cId="4124059052" sldId="2147483655"/>
          </pc:sldLayoutMkLst>
        </pc:sldLayoutChg>
        <pc:sldLayoutChg chg="setBg">
          <pc:chgData name="nada alshamsan" userId="f5abeb7a1ab79965" providerId="LiveId" clId="{DF78A89E-645E-4559-8A6B-70E96CAEFE89}" dt="2025-12-29T16:24:25.916" v="2574"/>
          <pc:sldLayoutMkLst>
            <pc:docMk/>
            <pc:sldMasterMk cId="757436344" sldId="2147483648"/>
            <pc:sldLayoutMk cId="1198095747" sldId="2147483656"/>
          </pc:sldLayoutMkLst>
        </pc:sldLayoutChg>
        <pc:sldLayoutChg chg="setBg">
          <pc:chgData name="nada alshamsan" userId="f5abeb7a1ab79965" providerId="LiveId" clId="{DF78A89E-645E-4559-8A6B-70E96CAEFE89}" dt="2025-12-29T16:24:25.916" v="2574"/>
          <pc:sldLayoutMkLst>
            <pc:docMk/>
            <pc:sldMasterMk cId="757436344" sldId="2147483648"/>
            <pc:sldLayoutMk cId="2921615809" sldId="2147483657"/>
          </pc:sldLayoutMkLst>
        </pc:sldLayoutChg>
        <pc:sldLayoutChg chg="setBg">
          <pc:chgData name="nada alshamsan" userId="f5abeb7a1ab79965" providerId="LiveId" clId="{DF78A89E-645E-4559-8A6B-70E96CAEFE89}" dt="2025-12-29T16:24:25.916" v="2574"/>
          <pc:sldLayoutMkLst>
            <pc:docMk/>
            <pc:sldMasterMk cId="757436344" sldId="2147483648"/>
            <pc:sldLayoutMk cId="4091530598" sldId="2147483658"/>
          </pc:sldLayoutMkLst>
        </pc:sldLayoutChg>
        <pc:sldLayoutChg chg="setBg">
          <pc:chgData name="nada alshamsan" userId="f5abeb7a1ab79965" providerId="LiveId" clId="{DF78A89E-645E-4559-8A6B-70E96CAEFE89}" dt="2025-12-29T16:24:25.916" v="2574"/>
          <pc:sldLayoutMkLst>
            <pc:docMk/>
            <pc:sldMasterMk cId="757436344" sldId="2147483648"/>
            <pc:sldLayoutMk cId="4238385922" sldId="2147483659"/>
          </pc:sldLayoutMkLst>
        </pc:sldLayoutChg>
      </pc:sldMasterChg>
      <pc:sldMasterChg chg="setBg modSldLayout">
        <pc:chgData name="nada alshamsan" userId="f5abeb7a1ab79965" providerId="LiveId" clId="{DF78A89E-645E-4559-8A6B-70E96CAEFE89}" dt="2025-12-29T16:24:25.916" v="2574"/>
        <pc:sldMasterMkLst>
          <pc:docMk/>
          <pc:sldMasterMk cId="987026567" sldId="2147483660"/>
        </pc:sldMasterMkLst>
        <pc:sldLayoutChg chg="setBg">
          <pc:chgData name="nada alshamsan" userId="f5abeb7a1ab79965" providerId="LiveId" clId="{DF78A89E-645E-4559-8A6B-70E96CAEFE89}" dt="2025-12-29T16:24:25.916" v="2574"/>
          <pc:sldLayoutMkLst>
            <pc:docMk/>
            <pc:sldMasterMk cId="987026567" sldId="2147483660"/>
            <pc:sldLayoutMk cId="792306910" sldId="2147483661"/>
          </pc:sldLayoutMkLst>
        </pc:sldLayoutChg>
        <pc:sldLayoutChg chg="setBg">
          <pc:chgData name="nada alshamsan" userId="f5abeb7a1ab79965" providerId="LiveId" clId="{DF78A89E-645E-4559-8A6B-70E96CAEFE89}" dt="2025-12-29T16:24:25.916" v="2574"/>
          <pc:sldLayoutMkLst>
            <pc:docMk/>
            <pc:sldMasterMk cId="987026567" sldId="2147483660"/>
            <pc:sldLayoutMk cId="1280052887" sldId="2147483662"/>
          </pc:sldLayoutMkLst>
        </pc:sldLayoutChg>
        <pc:sldLayoutChg chg="setBg">
          <pc:chgData name="nada alshamsan" userId="f5abeb7a1ab79965" providerId="LiveId" clId="{DF78A89E-645E-4559-8A6B-70E96CAEFE89}" dt="2025-12-29T16:24:25.916" v="2574"/>
          <pc:sldLayoutMkLst>
            <pc:docMk/>
            <pc:sldMasterMk cId="987026567" sldId="2147483660"/>
            <pc:sldLayoutMk cId="267403973" sldId="2147483663"/>
          </pc:sldLayoutMkLst>
        </pc:sldLayoutChg>
        <pc:sldLayoutChg chg="setBg">
          <pc:chgData name="nada alshamsan" userId="f5abeb7a1ab79965" providerId="LiveId" clId="{DF78A89E-645E-4559-8A6B-70E96CAEFE89}" dt="2025-12-29T16:24:25.916" v="2574"/>
          <pc:sldLayoutMkLst>
            <pc:docMk/>
            <pc:sldMasterMk cId="987026567" sldId="2147483660"/>
            <pc:sldLayoutMk cId="1214490631" sldId="2147483664"/>
          </pc:sldLayoutMkLst>
        </pc:sldLayoutChg>
        <pc:sldLayoutChg chg="setBg">
          <pc:chgData name="nada alshamsan" userId="f5abeb7a1ab79965" providerId="LiveId" clId="{DF78A89E-645E-4559-8A6B-70E96CAEFE89}" dt="2025-12-29T16:24:25.916" v="2574"/>
          <pc:sldLayoutMkLst>
            <pc:docMk/>
            <pc:sldMasterMk cId="987026567" sldId="2147483660"/>
            <pc:sldLayoutMk cId="3460899089" sldId="2147483665"/>
          </pc:sldLayoutMkLst>
        </pc:sldLayoutChg>
        <pc:sldLayoutChg chg="setBg">
          <pc:chgData name="nada alshamsan" userId="f5abeb7a1ab79965" providerId="LiveId" clId="{DF78A89E-645E-4559-8A6B-70E96CAEFE89}" dt="2025-12-29T16:24:25.916" v="2574"/>
          <pc:sldLayoutMkLst>
            <pc:docMk/>
            <pc:sldMasterMk cId="987026567" sldId="2147483660"/>
            <pc:sldLayoutMk cId="899724982" sldId="2147483666"/>
          </pc:sldLayoutMkLst>
        </pc:sldLayoutChg>
        <pc:sldLayoutChg chg="setBg">
          <pc:chgData name="nada alshamsan" userId="f5abeb7a1ab79965" providerId="LiveId" clId="{DF78A89E-645E-4559-8A6B-70E96CAEFE89}" dt="2025-12-29T16:24:25.916" v="2574"/>
          <pc:sldLayoutMkLst>
            <pc:docMk/>
            <pc:sldMasterMk cId="987026567" sldId="2147483660"/>
            <pc:sldLayoutMk cId="4014845278" sldId="2147483667"/>
          </pc:sldLayoutMkLst>
        </pc:sldLayoutChg>
        <pc:sldLayoutChg chg="setBg">
          <pc:chgData name="nada alshamsan" userId="f5abeb7a1ab79965" providerId="LiveId" clId="{DF78A89E-645E-4559-8A6B-70E96CAEFE89}" dt="2025-12-29T16:24:25.916" v="2574"/>
          <pc:sldLayoutMkLst>
            <pc:docMk/>
            <pc:sldMasterMk cId="987026567" sldId="2147483660"/>
            <pc:sldLayoutMk cId="352319675" sldId="2147483668"/>
          </pc:sldLayoutMkLst>
        </pc:sldLayoutChg>
        <pc:sldLayoutChg chg="setBg">
          <pc:chgData name="nada alshamsan" userId="f5abeb7a1ab79965" providerId="LiveId" clId="{DF78A89E-645E-4559-8A6B-70E96CAEFE89}" dt="2025-12-29T16:24:25.916" v="2574"/>
          <pc:sldLayoutMkLst>
            <pc:docMk/>
            <pc:sldMasterMk cId="987026567" sldId="2147483660"/>
            <pc:sldLayoutMk cId="3436338159" sldId="2147483669"/>
          </pc:sldLayoutMkLst>
        </pc:sldLayoutChg>
        <pc:sldLayoutChg chg="setBg">
          <pc:chgData name="nada alshamsan" userId="f5abeb7a1ab79965" providerId="LiveId" clId="{DF78A89E-645E-4559-8A6B-70E96CAEFE89}" dt="2025-12-29T16:24:25.916" v="2574"/>
          <pc:sldLayoutMkLst>
            <pc:docMk/>
            <pc:sldMasterMk cId="987026567" sldId="2147483660"/>
            <pc:sldLayoutMk cId="2984442917" sldId="2147483670"/>
          </pc:sldLayoutMkLst>
        </pc:sldLayoutChg>
        <pc:sldLayoutChg chg="setBg">
          <pc:chgData name="nada alshamsan" userId="f5abeb7a1ab79965" providerId="LiveId" clId="{DF78A89E-645E-4559-8A6B-70E96CAEFE89}" dt="2025-12-29T16:24:25.916" v="2574"/>
          <pc:sldLayoutMkLst>
            <pc:docMk/>
            <pc:sldMasterMk cId="987026567" sldId="2147483660"/>
            <pc:sldLayoutMk cId="1488172493" sldId="2147483671"/>
          </pc:sldLayoutMkLst>
        </pc:sldLayoutChg>
        <pc:sldLayoutChg chg="setBg">
          <pc:chgData name="nada alshamsan" userId="f5abeb7a1ab79965" providerId="LiveId" clId="{DF78A89E-645E-4559-8A6B-70E96CAEFE89}" dt="2025-12-29T16:24:25.916" v="2574"/>
          <pc:sldLayoutMkLst>
            <pc:docMk/>
            <pc:sldMasterMk cId="987026567" sldId="2147483660"/>
            <pc:sldLayoutMk cId="202972728" sldId="2147483672"/>
          </pc:sldLayoutMkLst>
        </pc:sldLayoutChg>
        <pc:sldLayoutChg chg="setBg">
          <pc:chgData name="nada alshamsan" userId="f5abeb7a1ab79965" providerId="LiveId" clId="{DF78A89E-645E-4559-8A6B-70E96CAEFE89}" dt="2025-12-29T16:24:25.916" v="2574"/>
          <pc:sldLayoutMkLst>
            <pc:docMk/>
            <pc:sldMasterMk cId="987026567" sldId="2147483660"/>
            <pc:sldLayoutMk cId="2651531742" sldId="214748367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BAC7F28D-B5B7-4303-8826-66A4A4F88A75}" type="datetimeFigureOut">
              <a:rPr lang="ar-SA" smtClean="0"/>
              <a:t>11/07/1447</a:t>
            </a:fld>
            <a:endParaRPr lang="ar-SA"/>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ar-SA"/>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ar-SA"/>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42069F7C-0FE7-424D-9B18-5214E2656AB9}" type="slidenum">
              <a:rPr lang="ar-SA" smtClean="0"/>
              <a:t>‹#›</a:t>
            </a:fld>
            <a:endParaRPr lang="ar-SA"/>
          </a:p>
        </p:txBody>
      </p:sp>
    </p:spTree>
    <p:extLst>
      <p:ext uri="{BB962C8B-B14F-4D97-AF65-F5344CB8AC3E}">
        <p14:creationId xmlns:p14="http://schemas.microsoft.com/office/powerpoint/2010/main" val="2778756736"/>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txBody>
          <a:bodyPr/>
          <a:lstStyle/>
          <a:p>
            <a:endParaRPr lang="ar-SA"/>
          </a:p>
        </p:txBody>
      </p:sp>
      <p:sp>
        <p:nvSpPr>
          <p:cNvPr id="3" name="عنصر نائب للملاحظات 2"/>
          <p:cNvSpPr>
            <a:spLocks noGrp="1"/>
          </p:cNvSpPr>
          <p:nvPr>
            <p:ph type="body" idx="1"/>
          </p:nvPr>
        </p:nvSpPr>
        <p:spPr/>
        <p:txBody>
          <a:bodyPr/>
          <a:lstStyle/>
          <a:p>
            <a:endParaRPr lang="ar-SA" dirty="0"/>
          </a:p>
        </p:txBody>
      </p:sp>
      <p:sp>
        <p:nvSpPr>
          <p:cNvPr id="4" name="عنصر نائب لرقم الشريحة 3"/>
          <p:cNvSpPr>
            <a:spLocks noGrp="1"/>
          </p:cNvSpPr>
          <p:nvPr>
            <p:ph type="sldNum" sz="quarter" idx="5"/>
          </p:nvPr>
        </p:nvSpPr>
        <p:spPr/>
        <p:txBody>
          <a:bodyPr/>
          <a:lstStyle/>
          <a:p>
            <a:fld id="{42069F7C-0FE7-424D-9B18-5214E2656AB9}" type="slidenum">
              <a:rPr lang="ar-SA" smtClean="0"/>
              <a:t>1</a:t>
            </a:fld>
            <a:endParaRPr lang="ar-SA"/>
          </a:p>
        </p:txBody>
      </p:sp>
    </p:spTree>
    <p:extLst>
      <p:ext uri="{BB962C8B-B14F-4D97-AF65-F5344CB8AC3E}">
        <p14:creationId xmlns:p14="http://schemas.microsoft.com/office/powerpoint/2010/main" val="158110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830D5-74AA-3E70-3350-5ED9C8CF7381}"/>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300794C3-645E-9A25-12C1-F8A579EAA9D5}"/>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218C33C4-1E1C-F748-49BE-2E8135EBE0CB}"/>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1373B110-361A-EAEE-601B-4435D18A468A}"/>
              </a:ext>
            </a:extLst>
          </p:cNvPr>
          <p:cNvSpPr>
            <a:spLocks noGrp="1"/>
          </p:cNvSpPr>
          <p:nvPr>
            <p:ph type="sldNum" sz="quarter" idx="5"/>
          </p:nvPr>
        </p:nvSpPr>
        <p:spPr/>
        <p:txBody>
          <a:bodyPr/>
          <a:lstStyle/>
          <a:p>
            <a:fld id="{42069F7C-0FE7-424D-9B18-5214E2656AB9}" type="slidenum">
              <a:rPr lang="ar-SA" smtClean="0"/>
              <a:t>7</a:t>
            </a:fld>
            <a:endParaRPr lang="ar-SA"/>
          </a:p>
        </p:txBody>
      </p:sp>
    </p:spTree>
    <p:extLst>
      <p:ext uri="{BB962C8B-B14F-4D97-AF65-F5344CB8AC3E}">
        <p14:creationId xmlns:p14="http://schemas.microsoft.com/office/powerpoint/2010/main" val="792427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txBody>
          <a:bodyPr/>
          <a:lstStyle/>
          <a:p>
            <a:endParaRPr lang="ar-SA"/>
          </a:p>
        </p:txBody>
      </p:sp>
      <p:sp>
        <p:nvSpPr>
          <p:cNvPr id="3" name="عنصر نائب للملاحظات 2"/>
          <p:cNvSpPr>
            <a:spLocks noGrp="1"/>
          </p:cNvSpPr>
          <p:nvPr>
            <p:ph type="body" idx="1"/>
          </p:nvPr>
        </p:nvSpPr>
        <p:spPr/>
        <p:txBody>
          <a:bodyPr/>
          <a:lstStyle/>
          <a:p>
            <a:endParaRPr lang="ar-SA" dirty="0"/>
          </a:p>
        </p:txBody>
      </p:sp>
      <p:sp>
        <p:nvSpPr>
          <p:cNvPr id="4" name="عنصر نائب لرقم الشريحة 3"/>
          <p:cNvSpPr>
            <a:spLocks noGrp="1"/>
          </p:cNvSpPr>
          <p:nvPr>
            <p:ph type="sldNum" sz="quarter" idx="5"/>
          </p:nvPr>
        </p:nvSpPr>
        <p:spPr/>
        <p:txBody>
          <a:bodyPr/>
          <a:lstStyle/>
          <a:p>
            <a:fld id="{42069F7C-0FE7-424D-9B18-5214E2656AB9}" type="slidenum">
              <a:rPr lang="ar-SA" smtClean="0"/>
              <a:t>8</a:t>
            </a:fld>
            <a:endParaRPr lang="ar-SA"/>
          </a:p>
        </p:txBody>
      </p:sp>
    </p:spTree>
    <p:extLst>
      <p:ext uri="{BB962C8B-B14F-4D97-AF65-F5344CB8AC3E}">
        <p14:creationId xmlns:p14="http://schemas.microsoft.com/office/powerpoint/2010/main" val="15637403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DD45C-1810-5FF7-42A0-11C779F78C64}"/>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C686F945-9447-36D1-E110-6896E7F6E88F}"/>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4E4FFB08-1628-408D-1263-D52C874C5361}"/>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70E7A5BA-33CF-9082-9436-AB76377D3010}"/>
              </a:ext>
            </a:extLst>
          </p:cNvPr>
          <p:cNvSpPr>
            <a:spLocks noGrp="1"/>
          </p:cNvSpPr>
          <p:nvPr>
            <p:ph type="sldNum" sz="quarter" idx="5"/>
          </p:nvPr>
        </p:nvSpPr>
        <p:spPr/>
        <p:txBody>
          <a:bodyPr/>
          <a:lstStyle/>
          <a:p>
            <a:fld id="{42069F7C-0FE7-424D-9B18-5214E2656AB9}" type="slidenum">
              <a:rPr lang="ar-SA" smtClean="0"/>
              <a:t>9</a:t>
            </a:fld>
            <a:endParaRPr lang="ar-SA"/>
          </a:p>
        </p:txBody>
      </p:sp>
    </p:spTree>
    <p:extLst>
      <p:ext uri="{BB962C8B-B14F-4D97-AF65-F5344CB8AC3E}">
        <p14:creationId xmlns:p14="http://schemas.microsoft.com/office/powerpoint/2010/main" val="20859518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FD7CB-4D85-A621-C062-E1B8AEB686BF}"/>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82D16E0F-2D77-19E5-A45A-D1C2779E3350}"/>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200365F6-76DB-53CC-EA6B-B05822324028}"/>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2625BF69-AABB-B22C-78AA-DC9BDCDC4DF1}"/>
              </a:ext>
            </a:extLst>
          </p:cNvPr>
          <p:cNvSpPr>
            <a:spLocks noGrp="1"/>
          </p:cNvSpPr>
          <p:nvPr>
            <p:ph type="sldNum" sz="quarter" idx="5"/>
          </p:nvPr>
        </p:nvSpPr>
        <p:spPr/>
        <p:txBody>
          <a:bodyPr/>
          <a:lstStyle/>
          <a:p>
            <a:fld id="{42069F7C-0FE7-424D-9B18-5214E2656AB9}" type="slidenum">
              <a:rPr lang="ar-SA" smtClean="0"/>
              <a:t>11</a:t>
            </a:fld>
            <a:endParaRPr lang="ar-SA"/>
          </a:p>
        </p:txBody>
      </p:sp>
    </p:spTree>
    <p:extLst>
      <p:ext uri="{BB962C8B-B14F-4D97-AF65-F5344CB8AC3E}">
        <p14:creationId xmlns:p14="http://schemas.microsoft.com/office/powerpoint/2010/main" val="26712187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5EEC5-13D8-8718-487E-594EAA1AFB6B}"/>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5321E799-B7EA-944D-9907-AF09BCC6F106}"/>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50E21965-6067-DB33-95E3-93F3F472ACC0}"/>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A9C7E085-1110-96B0-4DE4-0572FA016446}"/>
              </a:ext>
            </a:extLst>
          </p:cNvPr>
          <p:cNvSpPr>
            <a:spLocks noGrp="1"/>
          </p:cNvSpPr>
          <p:nvPr>
            <p:ph type="sldNum" sz="quarter" idx="5"/>
          </p:nvPr>
        </p:nvSpPr>
        <p:spPr/>
        <p:txBody>
          <a:bodyPr/>
          <a:lstStyle/>
          <a:p>
            <a:fld id="{42069F7C-0FE7-424D-9B18-5214E2656AB9}" type="slidenum">
              <a:rPr lang="ar-SA" smtClean="0"/>
              <a:t>12</a:t>
            </a:fld>
            <a:endParaRPr lang="ar-SA"/>
          </a:p>
        </p:txBody>
      </p:sp>
    </p:spTree>
    <p:extLst>
      <p:ext uri="{BB962C8B-B14F-4D97-AF65-F5344CB8AC3E}">
        <p14:creationId xmlns:p14="http://schemas.microsoft.com/office/powerpoint/2010/main" val="1317134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9BDAB-5E62-4F8E-16A7-F860DDA697BA}"/>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DFF1DFB2-76C5-E997-2E1D-547273F80DC2}"/>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CD0BEEDC-3EB8-CE84-C853-04E5E9738E8E}"/>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94AC0D0F-0F99-1813-3BC7-4936C3694701}"/>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42069F7C-0FE7-424D-9B18-5214E2656AB9}" type="slidenum">
              <a:rPr kumimoji="0" lang="ar-SA"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13</a:t>
            </a:fld>
            <a:endParaRPr kumimoji="0" lang="ar-SA"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1609005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B9979-5E37-E994-D76B-C5E70BC9C3A2}"/>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9CD39D94-990B-3183-395C-BFC746E88E2D}"/>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5F10CD23-DF2C-1770-26A2-EB8994CE59F2}"/>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ED91A832-AEF0-2BD0-DCFF-4A0C27FE885B}"/>
              </a:ext>
            </a:extLst>
          </p:cNvPr>
          <p:cNvSpPr>
            <a:spLocks noGrp="1"/>
          </p:cNvSpPr>
          <p:nvPr>
            <p:ph type="sldNum" sz="quarter" idx="5"/>
          </p:nvPr>
        </p:nvSpPr>
        <p:spPr/>
        <p:txBody>
          <a:bodyPr/>
          <a:lstStyle/>
          <a:p>
            <a:fld id="{42069F7C-0FE7-424D-9B18-5214E2656AB9}" type="slidenum">
              <a:rPr lang="ar-SA" smtClean="0"/>
              <a:t>14</a:t>
            </a:fld>
            <a:endParaRPr lang="ar-SA"/>
          </a:p>
        </p:txBody>
      </p:sp>
    </p:spTree>
    <p:extLst>
      <p:ext uri="{BB962C8B-B14F-4D97-AF65-F5344CB8AC3E}">
        <p14:creationId xmlns:p14="http://schemas.microsoft.com/office/powerpoint/2010/main" val="3921221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46529-5DC2-BFA7-1BE5-5C56588B6FDC}"/>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56AEA981-A06A-25D2-0224-14A1F12B9CAD}"/>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06CC744C-190F-EACE-91DF-3728E5B3B094}"/>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E2CF51A6-1183-E778-2C84-0996B3008AEC}"/>
              </a:ext>
            </a:extLst>
          </p:cNvPr>
          <p:cNvSpPr>
            <a:spLocks noGrp="1"/>
          </p:cNvSpPr>
          <p:nvPr>
            <p:ph type="sldNum" sz="quarter" idx="5"/>
          </p:nvPr>
        </p:nvSpPr>
        <p:spPr/>
        <p:txBody>
          <a:bodyPr/>
          <a:lstStyle/>
          <a:p>
            <a:fld id="{42069F7C-0FE7-424D-9B18-5214E2656AB9}" type="slidenum">
              <a:rPr lang="ar-SA" smtClean="0"/>
              <a:t>15</a:t>
            </a:fld>
            <a:endParaRPr lang="ar-SA"/>
          </a:p>
        </p:txBody>
      </p:sp>
    </p:spTree>
    <p:extLst>
      <p:ext uri="{BB962C8B-B14F-4D97-AF65-F5344CB8AC3E}">
        <p14:creationId xmlns:p14="http://schemas.microsoft.com/office/powerpoint/2010/main" val="898639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4AF34-CE32-433F-D6C4-DB7047B236B3}"/>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F0B6E162-D96C-9F94-8AFE-7D88E17E64A1}"/>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350EA234-CF95-9252-43D9-CAE6DAE228D6}"/>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B96C0BE2-1CBC-FA02-1D82-8ADD6364166E}"/>
              </a:ext>
            </a:extLst>
          </p:cNvPr>
          <p:cNvSpPr>
            <a:spLocks noGrp="1"/>
          </p:cNvSpPr>
          <p:nvPr>
            <p:ph type="sldNum" sz="quarter" idx="5"/>
          </p:nvPr>
        </p:nvSpPr>
        <p:spPr/>
        <p:txBody>
          <a:bodyPr/>
          <a:lstStyle/>
          <a:p>
            <a:fld id="{42069F7C-0FE7-424D-9B18-5214E2656AB9}" type="slidenum">
              <a:rPr lang="ar-SA" smtClean="0"/>
              <a:t>16</a:t>
            </a:fld>
            <a:endParaRPr lang="ar-SA"/>
          </a:p>
        </p:txBody>
      </p:sp>
    </p:spTree>
    <p:extLst>
      <p:ext uri="{BB962C8B-B14F-4D97-AF65-F5344CB8AC3E}">
        <p14:creationId xmlns:p14="http://schemas.microsoft.com/office/powerpoint/2010/main" val="31015662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9433A-8005-7174-8856-93F03E8CC094}"/>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0BB038FB-A334-84A0-E9F3-770FCD5D35B8}"/>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6AD14106-E8DF-B765-1E62-C6E723C60443}"/>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057584B3-2478-69B1-CF07-592F79E1E50F}"/>
              </a:ext>
            </a:extLst>
          </p:cNvPr>
          <p:cNvSpPr>
            <a:spLocks noGrp="1"/>
          </p:cNvSpPr>
          <p:nvPr>
            <p:ph type="sldNum" sz="quarter" idx="5"/>
          </p:nvPr>
        </p:nvSpPr>
        <p:spPr/>
        <p:txBody>
          <a:bodyPr/>
          <a:lstStyle/>
          <a:p>
            <a:fld id="{42069F7C-0FE7-424D-9B18-5214E2656AB9}" type="slidenum">
              <a:rPr lang="ar-SA" smtClean="0"/>
              <a:t>17</a:t>
            </a:fld>
            <a:endParaRPr lang="ar-SA"/>
          </a:p>
        </p:txBody>
      </p:sp>
    </p:spTree>
    <p:extLst>
      <p:ext uri="{BB962C8B-B14F-4D97-AF65-F5344CB8AC3E}">
        <p14:creationId xmlns:p14="http://schemas.microsoft.com/office/powerpoint/2010/main" val="2129260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E87E4-B4F4-89F0-2A4B-1F802EAD6CED}"/>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03C1B2C7-B28D-4946-42A5-C992D5B4E858}"/>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2D8826B4-CF23-CEF8-115E-37DC68A3BB7C}"/>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5A58341C-6B13-69AA-C7B1-EB6C59F86F5E}"/>
              </a:ext>
            </a:extLst>
          </p:cNvPr>
          <p:cNvSpPr>
            <a:spLocks noGrp="1"/>
          </p:cNvSpPr>
          <p:nvPr>
            <p:ph type="sldNum" sz="quarter" idx="5"/>
          </p:nvPr>
        </p:nvSpPr>
        <p:spPr/>
        <p:txBody>
          <a:bodyPr/>
          <a:lstStyle/>
          <a:p>
            <a:fld id="{42069F7C-0FE7-424D-9B18-5214E2656AB9}" type="slidenum">
              <a:rPr lang="ar-SA" smtClean="0"/>
              <a:t>18</a:t>
            </a:fld>
            <a:endParaRPr lang="ar-SA"/>
          </a:p>
        </p:txBody>
      </p:sp>
    </p:spTree>
    <p:extLst>
      <p:ext uri="{BB962C8B-B14F-4D97-AF65-F5344CB8AC3E}">
        <p14:creationId xmlns:p14="http://schemas.microsoft.com/office/powerpoint/2010/main" val="10610962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2F0AA-FA80-7C42-E118-18F314A5F7B5}"/>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33EF5AE0-A85C-8D59-891E-801ADC3D4359}"/>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E1058CD9-BC52-3A78-A2BA-F36B8AF9F5D9}"/>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52CDCBC1-5942-B5ED-CED5-A2CB90CF15D2}"/>
              </a:ext>
            </a:extLst>
          </p:cNvPr>
          <p:cNvSpPr>
            <a:spLocks noGrp="1"/>
          </p:cNvSpPr>
          <p:nvPr>
            <p:ph type="sldNum" sz="quarter" idx="5"/>
          </p:nvPr>
        </p:nvSpPr>
        <p:spPr/>
        <p:txBody>
          <a:bodyPr/>
          <a:lstStyle/>
          <a:p>
            <a:fld id="{42069F7C-0FE7-424D-9B18-5214E2656AB9}" type="slidenum">
              <a:rPr lang="ar-SA" smtClean="0"/>
              <a:t>19</a:t>
            </a:fld>
            <a:endParaRPr lang="ar-SA"/>
          </a:p>
        </p:txBody>
      </p:sp>
    </p:spTree>
    <p:extLst>
      <p:ext uri="{BB962C8B-B14F-4D97-AF65-F5344CB8AC3E}">
        <p14:creationId xmlns:p14="http://schemas.microsoft.com/office/powerpoint/2010/main" val="19515574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FF113-5D3F-FCD8-3863-49E522B7C415}"/>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35B3BF73-13A5-27B7-2F2B-CAAD566C04C1}"/>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557A3591-C133-B665-F501-C238FA803C4D}"/>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A26623C7-4AE8-2704-E097-39CC3DC4B4AA}"/>
              </a:ext>
            </a:extLst>
          </p:cNvPr>
          <p:cNvSpPr>
            <a:spLocks noGrp="1"/>
          </p:cNvSpPr>
          <p:nvPr>
            <p:ph type="sldNum" sz="quarter" idx="5"/>
          </p:nvPr>
        </p:nvSpPr>
        <p:spPr/>
        <p:txBody>
          <a:bodyPr/>
          <a:lstStyle/>
          <a:p>
            <a:fld id="{42069F7C-0FE7-424D-9B18-5214E2656AB9}" type="slidenum">
              <a:rPr lang="ar-SA" smtClean="0"/>
              <a:t>20</a:t>
            </a:fld>
            <a:endParaRPr lang="ar-SA"/>
          </a:p>
        </p:txBody>
      </p:sp>
    </p:spTree>
    <p:extLst>
      <p:ext uri="{BB962C8B-B14F-4D97-AF65-F5344CB8AC3E}">
        <p14:creationId xmlns:p14="http://schemas.microsoft.com/office/powerpoint/2010/main" val="7722558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8B991-0727-C78E-49ED-E5CA2BFBE2A1}"/>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BDB7D275-A8A7-51B7-8E6A-5BA1217A017C}"/>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61967B07-31FF-97F3-CD23-C24B40895D45}"/>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F50D9548-5254-8322-7C0A-C01C3E1A07AE}"/>
              </a:ext>
            </a:extLst>
          </p:cNvPr>
          <p:cNvSpPr>
            <a:spLocks noGrp="1"/>
          </p:cNvSpPr>
          <p:nvPr>
            <p:ph type="sldNum" sz="quarter" idx="5"/>
          </p:nvPr>
        </p:nvSpPr>
        <p:spPr/>
        <p:txBody>
          <a:bodyPr/>
          <a:lstStyle/>
          <a:p>
            <a:fld id="{42069F7C-0FE7-424D-9B18-5214E2656AB9}" type="slidenum">
              <a:rPr lang="ar-SA" smtClean="0"/>
              <a:t>21</a:t>
            </a:fld>
            <a:endParaRPr lang="ar-SA"/>
          </a:p>
        </p:txBody>
      </p:sp>
    </p:spTree>
    <p:extLst>
      <p:ext uri="{BB962C8B-B14F-4D97-AF65-F5344CB8AC3E}">
        <p14:creationId xmlns:p14="http://schemas.microsoft.com/office/powerpoint/2010/main" val="6407508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000C-8521-3C46-4A08-DAD3842BF778}"/>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AD1A84B8-ACCE-B370-FFC3-53993DD262D7}"/>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87F7F9D8-E6FD-CE67-B6C5-E96F20411B95}"/>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CD5C2E1C-AD0C-90C0-05B3-90914FE35072}"/>
              </a:ext>
            </a:extLst>
          </p:cNvPr>
          <p:cNvSpPr>
            <a:spLocks noGrp="1"/>
          </p:cNvSpPr>
          <p:nvPr>
            <p:ph type="sldNum" sz="quarter" idx="5"/>
          </p:nvPr>
        </p:nvSpPr>
        <p:spPr/>
        <p:txBody>
          <a:bodyPr/>
          <a:lstStyle/>
          <a:p>
            <a:fld id="{42069F7C-0FE7-424D-9B18-5214E2656AB9}" type="slidenum">
              <a:rPr lang="ar-SA" smtClean="0"/>
              <a:t>22</a:t>
            </a:fld>
            <a:endParaRPr lang="ar-SA"/>
          </a:p>
        </p:txBody>
      </p:sp>
    </p:spTree>
    <p:extLst>
      <p:ext uri="{BB962C8B-B14F-4D97-AF65-F5344CB8AC3E}">
        <p14:creationId xmlns:p14="http://schemas.microsoft.com/office/powerpoint/2010/main" val="8663904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53659-0656-E63C-5925-7763BAE8A13E}"/>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FD7D40A8-6046-77C3-DB35-801250A75FF7}"/>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7CDD5D8D-EDA3-0BC1-279F-FECC01E43DC9}"/>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936AA39B-DE39-958A-C3F2-8511A0C863FC}"/>
              </a:ext>
            </a:extLst>
          </p:cNvPr>
          <p:cNvSpPr>
            <a:spLocks noGrp="1"/>
          </p:cNvSpPr>
          <p:nvPr>
            <p:ph type="sldNum" sz="quarter" idx="5"/>
          </p:nvPr>
        </p:nvSpPr>
        <p:spPr/>
        <p:txBody>
          <a:bodyPr/>
          <a:lstStyle/>
          <a:p>
            <a:fld id="{42069F7C-0FE7-424D-9B18-5214E2656AB9}" type="slidenum">
              <a:rPr lang="ar-SA" smtClean="0"/>
              <a:t>26</a:t>
            </a:fld>
            <a:endParaRPr lang="ar-SA"/>
          </a:p>
        </p:txBody>
      </p:sp>
    </p:spTree>
    <p:extLst>
      <p:ext uri="{BB962C8B-B14F-4D97-AF65-F5344CB8AC3E}">
        <p14:creationId xmlns:p14="http://schemas.microsoft.com/office/powerpoint/2010/main" val="6893086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B8DD6-6200-9963-4AF5-55C8EA1FD8C5}"/>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302C3DE2-E734-40CF-8827-553FBD7B7AA8}"/>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EBA4E597-8242-0FAF-5ADA-1F3D5D08386F}"/>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1ECF5215-A8A5-ACDA-B819-86A30FE83046}"/>
              </a:ext>
            </a:extLst>
          </p:cNvPr>
          <p:cNvSpPr>
            <a:spLocks noGrp="1"/>
          </p:cNvSpPr>
          <p:nvPr>
            <p:ph type="sldNum" sz="quarter" idx="5"/>
          </p:nvPr>
        </p:nvSpPr>
        <p:spPr/>
        <p:txBody>
          <a:bodyPr/>
          <a:lstStyle/>
          <a:p>
            <a:fld id="{42069F7C-0FE7-424D-9B18-5214E2656AB9}" type="slidenum">
              <a:rPr lang="ar-SA" smtClean="0"/>
              <a:t>27</a:t>
            </a:fld>
            <a:endParaRPr lang="ar-SA"/>
          </a:p>
        </p:txBody>
      </p:sp>
    </p:spTree>
    <p:extLst>
      <p:ext uri="{BB962C8B-B14F-4D97-AF65-F5344CB8AC3E}">
        <p14:creationId xmlns:p14="http://schemas.microsoft.com/office/powerpoint/2010/main" val="25023272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A503D-2178-F652-1652-93D2C8F557F4}"/>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F310A558-B85C-67D3-6FB4-86286C9EF542}"/>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6BB9E59D-F078-F81E-A9AC-EEF2D062243C}"/>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609A7ADA-1B50-10CC-64CB-FF1C7073DB2B}"/>
              </a:ext>
            </a:extLst>
          </p:cNvPr>
          <p:cNvSpPr>
            <a:spLocks noGrp="1"/>
          </p:cNvSpPr>
          <p:nvPr>
            <p:ph type="sldNum" sz="quarter" idx="5"/>
          </p:nvPr>
        </p:nvSpPr>
        <p:spPr/>
        <p:txBody>
          <a:bodyPr/>
          <a:lstStyle/>
          <a:p>
            <a:fld id="{42069F7C-0FE7-424D-9B18-5214E2656AB9}" type="slidenum">
              <a:rPr lang="ar-SA" smtClean="0"/>
              <a:t>28</a:t>
            </a:fld>
            <a:endParaRPr lang="ar-SA"/>
          </a:p>
        </p:txBody>
      </p:sp>
    </p:spTree>
    <p:extLst>
      <p:ext uri="{BB962C8B-B14F-4D97-AF65-F5344CB8AC3E}">
        <p14:creationId xmlns:p14="http://schemas.microsoft.com/office/powerpoint/2010/main" val="41293859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44FDC-5343-15EB-9E0C-377A0B7AB39B}"/>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9E322465-38F0-84D6-BE7E-F24A77A91CE4}"/>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DBC362AE-A5BB-484C-9839-007F2D188ED4}"/>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BA125F41-C551-79DF-5928-B46F2792DB63}"/>
              </a:ext>
            </a:extLst>
          </p:cNvPr>
          <p:cNvSpPr>
            <a:spLocks noGrp="1"/>
          </p:cNvSpPr>
          <p:nvPr>
            <p:ph type="sldNum" sz="quarter" idx="5"/>
          </p:nvPr>
        </p:nvSpPr>
        <p:spPr/>
        <p:txBody>
          <a:bodyPr/>
          <a:lstStyle/>
          <a:p>
            <a:fld id="{42069F7C-0FE7-424D-9B18-5214E2656AB9}" type="slidenum">
              <a:rPr lang="ar-SA" smtClean="0"/>
              <a:t>29</a:t>
            </a:fld>
            <a:endParaRPr lang="ar-SA"/>
          </a:p>
        </p:txBody>
      </p:sp>
    </p:spTree>
    <p:extLst>
      <p:ext uri="{BB962C8B-B14F-4D97-AF65-F5344CB8AC3E}">
        <p14:creationId xmlns:p14="http://schemas.microsoft.com/office/powerpoint/2010/main" val="16994337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84EF7-3D81-E40C-0002-25244A208100}"/>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2507DCFD-670E-9510-36B2-4D50D77A6913}"/>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8317F353-23A9-D7EC-CA12-6C48B141FDC5}"/>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F046A1AD-A829-F319-F083-9E67E8E41A6E}"/>
              </a:ext>
            </a:extLst>
          </p:cNvPr>
          <p:cNvSpPr>
            <a:spLocks noGrp="1"/>
          </p:cNvSpPr>
          <p:nvPr>
            <p:ph type="sldNum" sz="quarter" idx="5"/>
          </p:nvPr>
        </p:nvSpPr>
        <p:spPr/>
        <p:txBody>
          <a:bodyPr/>
          <a:lstStyle/>
          <a:p>
            <a:fld id="{42069F7C-0FE7-424D-9B18-5214E2656AB9}" type="slidenum">
              <a:rPr lang="ar-SA" smtClean="0"/>
              <a:t>30</a:t>
            </a:fld>
            <a:endParaRPr lang="ar-SA"/>
          </a:p>
        </p:txBody>
      </p:sp>
    </p:spTree>
    <p:extLst>
      <p:ext uri="{BB962C8B-B14F-4D97-AF65-F5344CB8AC3E}">
        <p14:creationId xmlns:p14="http://schemas.microsoft.com/office/powerpoint/2010/main" val="23820312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DCE07-44BF-F6DB-12CD-B2E6AE8949E7}"/>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45206689-1E1E-6534-8FE1-8BDB6468A28E}"/>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DD2F56F9-BB43-E2A3-AD0C-38CB8D10C19F}"/>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7F5E6209-EBE4-7539-07CA-4A7BBD87C8FA}"/>
              </a:ext>
            </a:extLst>
          </p:cNvPr>
          <p:cNvSpPr>
            <a:spLocks noGrp="1"/>
          </p:cNvSpPr>
          <p:nvPr>
            <p:ph type="sldNum" sz="quarter" idx="5"/>
          </p:nvPr>
        </p:nvSpPr>
        <p:spPr/>
        <p:txBody>
          <a:bodyPr/>
          <a:lstStyle/>
          <a:p>
            <a:fld id="{42069F7C-0FE7-424D-9B18-5214E2656AB9}" type="slidenum">
              <a:rPr lang="ar-SA" smtClean="0"/>
              <a:t>31</a:t>
            </a:fld>
            <a:endParaRPr lang="ar-SA"/>
          </a:p>
        </p:txBody>
      </p:sp>
    </p:spTree>
    <p:extLst>
      <p:ext uri="{BB962C8B-B14F-4D97-AF65-F5344CB8AC3E}">
        <p14:creationId xmlns:p14="http://schemas.microsoft.com/office/powerpoint/2010/main" val="29330994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9F047-19B1-4778-7ADD-8334E9E16FA8}"/>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F0259C3B-C75E-4FB7-2626-153F813A4F4B}"/>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44344A8A-E317-5B7F-7CF2-E8F97803E7A5}"/>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32833815-7295-C4F1-4CAD-2DD92CB3791B}"/>
              </a:ext>
            </a:extLst>
          </p:cNvPr>
          <p:cNvSpPr>
            <a:spLocks noGrp="1"/>
          </p:cNvSpPr>
          <p:nvPr>
            <p:ph type="sldNum" sz="quarter" idx="5"/>
          </p:nvPr>
        </p:nvSpPr>
        <p:spPr/>
        <p:txBody>
          <a:bodyPr/>
          <a:lstStyle/>
          <a:p>
            <a:fld id="{42069F7C-0FE7-424D-9B18-5214E2656AB9}" type="slidenum">
              <a:rPr lang="ar-SA" smtClean="0"/>
              <a:t>32</a:t>
            </a:fld>
            <a:endParaRPr lang="ar-SA"/>
          </a:p>
        </p:txBody>
      </p:sp>
    </p:spTree>
    <p:extLst>
      <p:ext uri="{BB962C8B-B14F-4D97-AF65-F5344CB8AC3E}">
        <p14:creationId xmlns:p14="http://schemas.microsoft.com/office/powerpoint/2010/main" val="19225075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99EAB-97ED-BC4F-309C-0E2B53CB262D}"/>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2BBABD51-61E8-BBB0-2CE2-75896B0B4733}"/>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DC0385AF-C762-7817-AC94-8BF9BB8EF030}"/>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C5937535-DA61-8EEA-F3EE-CA321890AC9F}"/>
              </a:ext>
            </a:extLst>
          </p:cNvPr>
          <p:cNvSpPr>
            <a:spLocks noGrp="1"/>
          </p:cNvSpPr>
          <p:nvPr>
            <p:ph type="sldNum" sz="quarter" idx="5"/>
          </p:nvPr>
        </p:nvSpPr>
        <p:spPr/>
        <p:txBody>
          <a:bodyPr/>
          <a:lstStyle/>
          <a:p>
            <a:fld id="{42069F7C-0FE7-424D-9B18-5214E2656AB9}" type="slidenum">
              <a:rPr lang="ar-SA" smtClean="0"/>
              <a:t>33</a:t>
            </a:fld>
            <a:endParaRPr lang="ar-SA"/>
          </a:p>
        </p:txBody>
      </p:sp>
    </p:spTree>
    <p:extLst>
      <p:ext uri="{BB962C8B-B14F-4D97-AF65-F5344CB8AC3E}">
        <p14:creationId xmlns:p14="http://schemas.microsoft.com/office/powerpoint/2010/main" val="37716543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F5840-4363-075B-FA35-576DB9A0B09C}"/>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9EC84760-EDA5-EE67-6A24-D5EC4D1AECF0}"/>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AC936102-749C-BF58-6F7D-10B85F23338E}"/>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827BDDE5-5E65-0EA7-09D9-00ABD8463C39}"/>
              </a:ext>
            </a:extLst>
          </p:cNvPr>
          <p:cNvSpPr>
            <a:spLocks noGrp="1"/>
          </p:cNvSpPr>
          <p:nvPr>
            <p:ph type="sldNum" sz="quarter" idx="5"/>
          </p:nvPr>
        </p:nvSpPr>
        <p:spPr/>
        <p:txBody>
          <a:bodyPr/>
          <a:lstStyle/>
          <a:p>
            <a:fld id="{42069F7C-0FE7-424D-9B18-5214E2656AB9}" type="slidenum">
              <a:rPr lang="ar-SA" smtClean="0"/>
              <a:t>35</a:t>
            </a:fld>
            <a:endParaRPr lang="ar-SA"/>
          </a:p>
        </p:txBody>
      </p:sp>
    </p:spTree>
    <p:extLst>
      <p:ext uri="{BB962C8B-B14F-4D97-AF65-F5344CB8AC3E}">
        <p14:creationId xmlns:p14="http://schemas.microsoft.com/office/powerpoint/2010/main" val="21304167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AC024-6CB0-B8D3-2AF3-4882A1E6722D}"/>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3F7D15E0-12F7-6C79-2AA8-BC747FD68B38}"/>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D4734858-CF7D-7C82-9B74-6F6971D2A1EC}"/>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35E196C2-EE06-3E85-DEA3-A4CA5C302B92}"/>
              </a:ext>
            </a:extLst>
          </p:cNvPr>
          <p:cNvSpPr>
            <a:spLocks noGrp="1"/>
          </p:cNvSpPr>
          <p:nvPr>
            <p:ph type="sldNum" sz="quarter" idx="5"/>
          </p:nvPr>
        </p:nvSpPr>
        <p:spPr/>
        <p:txBody>
          <a:bodyPr/>
          <a:lstStyle/>
          <a:p>
            <a:fld id="{42069F7C-0FE7-424D-9B18-5214E2656AB9}" type="slidenum">
              <a:rPr lang="ar-SA" smtClean="0"/>
              <a:t>36</a:t>
            </a:fld>
            <a:endParaRPr lang="ar-SA"/>
          </a:p>
        </p:txBody>
      </p:sp>
    </p:spTree>
    <p:extLst>
      <p:ext uri="{BB962C8B-B14F-4D97-AF65-F5344CB8AC3E}">
        <p14:creationId xmlns:p14="http://schemas.microsoft.com/office/powerpoint/2010/main" val="24847085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BFBC9-A809-A3B4-C828-96EF1D24ECBC}"/>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9E20E711-3612-8755-A6B5-FCD58A5ED74B}"/>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5929238F-B64F-F465-EED7-971BD437D242}"/>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A092E493-DCBA-87D2-8E90-00A82F262919}"/>
              </a:ext>
            </a:extLst>
          </p:cNvPr>
          <p:cNvSpPr>
            <a:spLocks noGrp="1"/>
          </p:cNvSpPr>
          <p:nvPr>
            <p:ph type="sldNum" sz="quarter" idx="5"/>
          </p:nvPr>
        </p:nvSpPr>
        <p:spPr/>
        <p:txBody>
          <a:bodyPr/>
          <a:lstStyle/>
          <a:p>
            <a:fld id="{42069F7C-0FE7-424D-9B18-5214E2656AB9}" type="slidenum">
              <a:rPr lang="ar-SA" smtClean="0"/>
              <a:t>37</a:t>
            </a:fld>
            <a:endParaRPr lang="ar-SA"/>
          </a:p>
        </p:txBody>
      </p:sp>
    </p:spTree>
    <p:extLst>
      <p:ext uri="{BB962C8B-B14F-4D97-AF65-F5344CB8AC3E}">
        <p14:creationId xmlns:p14="http://schemas.microsoft.com/office/powerpoint/2010/main" val="23212194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BC89D-3F53-A4E5-829F-F5998291DD8E}"/>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041F9D13-89DC-FE32-0F97-9292B44AD595}"/>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B95B5156-6BC5-AB97-CD40-3D3AD745298D}"/>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AD461CE1-9DCE-1FE7-1EC5-83DDC72038BC}"/>
              </a:ext>
            </a:extLst>
          </p:cNvPr>
          <p:cNvSpPr>
            <a:spLocks noGrp="1"/>
          </p:cNvSpPr>
          <p:nvPr>
            <p:ph type="sldNum" sz="quarter" idx="5"/>
          </p:nvPr>
        </p:nvSpPr>
        <p:spPr/>
        <p:txBody>
          <a:bodyPr/>
          <a:lstStyle/>
          <a:p>
            <a:fld id="{42069F7C-0FE7-424D-9B18-5214E2656AB9}" type="slidenum">
              <a:rPr lang="ar-SA" smtClean="0"/>
              <a:t>38</a:t>
            </a:fld>
            <a:endParaRPr lang="ar-SA"/>
          </a:p>
        </p:txBody>
      </p:sp>
    </p:spTree>
    <p:extLst>
      <p:ext uri="{BB962C8B-B14F-4D97-AF65-F5344CB8AC3E}">
        <p14:creationId xmlns:p14="http://schemas.microsoft.com/office/powerpoint/2010/main" val="3840178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52C31-7727-F775-34D2-2D1C02D9C7C0}"/>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3782D0D6-6275-63B9-D8DD-5244B96BE9A9}"/>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8EE734E9-E7B5-5B7F-1FDF-49A01A8657ED}"/>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CE7EA4D0-A08A-5F6F-C426-B9F4DE4C0173}"/>
              </a:ext>
            </a:extLst>
          </p:cNvPr>
          <p:cNvSpPr>
            <a:spLocks noGrp="1"/>
          </p:cNvSpPr>
          <p:nvPr>
            <p:ph type="sldNum" sz="quarter" idx="5"/>
          </p:nvPr>
        </p:nvSpPr>
        <p:spPr/>
        <p:txBody>
          <a:bodyPr/>
          <a:lstStyle/>
          <a:p>
            <a:fld id="{42069F7C-0FE7-424D-9B18-5214E2656AB9}" type="slidenum">
              <a:rPr lang="ar-SA" smtClean="0"/>
              <a:t>39</a:t>
            </a:fld>
            <a:endParaRPr lang="ar-SA"/>
          </a:p>
        </p:txBody>
      </p:sp>
    </p:spTree>
    <p:extLst>
      <p:ext uri="{BB962C8B-B14F-4D97-AF65-F5344CB8AC3E}">
        <p14:creationId xmlns:p14="http://schemas.microsoft.com/office/powerpoint/2010/main" val="37900211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0E7FD-5A8F-514E-0D42-7ECDB2EF35DF}"/>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73EBC257-4529-7F12-72C2-FD63FE476846}"/>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7DB4B2D0-ECB5-BCDF-3216-C5AD0CCD7CA4}"/>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203CBB73-8F7D-2AF2-EFCC-CBACCB10D155}"/>
              </a:ext>
            </a:extLst>
          </p:cNvPr>
          <p:cNvSpPr>
            <a:spLocks noGrp="1"/>
          </p:cNvSpPr>
          <p:nvPr>
            <p:ph type="sldNum" sz="quarter" idx="5"/>
          </p:nvPr>
        </p:nvSpPr>
        <p:spPr/>
        <p:txBody>
          <a:bodyPr/>
          <a:lstStyle/>
          <a:p>
            <a:fld id="{42069F7C-0FE7-424D-9B18-5214E2656AB9}" type="slidenum">
              <a:rPr lang="ar-SA" smtClean="0"/>
              <a:t>40</a:t>
            </a:fld>
            <a:endParaRPr lang="ar-SA"/>
          </a:p>
        </p:txBody>
      </p:sp>
    </p:spTree>
    <p:extLst>
      <p:ext uri="{BB962C8B-B14F-4D97-AF65-F5344CB8AC3E}">
        <p14:creationId xmlns:p14="http://schemas.microsoft.com/office/powerpoint/2010/main" val="32845672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D0E06-3239-C775-1CFD-B01BD02FBEF6}"/>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E45C0742-6E89-C568-56BD-9DFFA51CAE66}"/>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6836364A-7997-4D61-FE17-57FDE3FA067E}"/>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C33E0943-23B0-819C-A817-9CD50C468107}"/>
              </a:ext>
            </a:extLst>
          </p:cNvPr>
          <p:cNvSpPr>
            <a:spLocks noGrp="1"/>
          </p:cNvSpPr>
          <p:nvPr>
            <p:ph type="sldNum" sz="quarter" idx="5"/>
          </p:nvPr>
        </p:nvSpPr>
        <p:spPr/>
        <p:txBody>
          <a:bodyPr/>
          <a:lstStyle/>
          <a:p>
            <a:fld id="{42069F7C-0FE7-424D-9B18-5214E2656AB9}" type="slidenum">
              <a:rPr lang="ar-SA" smtClean="0"/>
              <a:t>41</a:t>
            </a:fld>
            <a:endParaRPr lang="ar-SA"/>
          </a:p>
        </p:txBody>
      </p:sp>
    </p:spTree>
    <p:extLst>
      <p:ext uri="{BB962C8B-B14F-4D97-AF65-F5344CB8AC3E}">
        <p14:creationId xmlns:p14="http://schemas.microsoft.com/office/powerpoint/2010/main" val="3592129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A9A4F-89C4-3E3B-4DB5-93773C4693A5}"/>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1D599581-91E6-BDA2-8DDD-3957FBE2BC7A}"/>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43E13C99-DEF8-D18B-A0EB-0E388814CAE5}"/>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635AEBBA-280E-4322-4865-5B7BFF771C56}"/>
              </a:ext>
            </a:extLst>
          </p:cNvPr>
          <p:cNvSpPr>
            <a:spLocks noGrp="1"/>
          </p:cNvSpPr>
          <p:nvPr>
            <p:ph type="sldNum" sz="quarter" idx="5"/>
          </p:nvPr>
        </p:nvSpPr>
        <p:spPr/>
        <p:txBody>
          <a:bodyPr/>
          <a:lstStyle/>
          <a:p>
            <a:fld id="{42069F7C-0FE7-424D-9B18-5214E2656AB9}" type="slidenum">
              <a:rPr lang="ar-SA" smtClean="0"/>
              <a:t>42</a:t>
            </a:fld>
            <a:endParaRPr lang="ar-SA"/>
          </a:p>
        </p:txBody>
      </p:sp>
    </p:spTree>
    <p:extLst>
      <p:ext uri="{BB962C8B-B14F-4D97-AF65-F5344CB8AC3E}">
        <p14:creationId xmlns:p14="http://schemas.microsoft.com/office/powerpoint/2010/main" val="2809473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CA7D9-6A2B-AB47-818F-E1E28C502B09}"/>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4B8E28B5-05BF-7FCB-27FD-527253F9C42A}"/>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6B5CA0E5-F61E-6DBD-A1EB-7F3768014DDB}"/>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0828A7DE-65C9-702A-575F-AD9FDC071929}"/>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42069F7C-0FE7-424D-9B18-5214E2656AB9}" type="slidenum">
              <a:rPr kumimoji="0" lang="ar-SA"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44</a:t>
            </a:fld>
            <a:endParaRPr kumimoji="0" lang="ar-SA"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9777291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651C1-B03B-18BC-4E44-F30AD90A806E}"/>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5E130C7C-B207-04EB-7AC9-D9035F846795}"/>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9FA123B5-12A3-A385-D8A4-10F682BEFA54}"/>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08BEFFDA-86D6-8A2A-DF14-767715592C69}"/>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42069F7C-0FE7-424D-9B18-5214E2656AB9}" type="slidenum">
              <a:rPr kumimoji="0" lang="ar-SA"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45</a:t>
            </a:fld>
            <a:endParaRPr kumimoji="0" lang="ar-SA"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507272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9B6EB-8536-FBAC-7B25-B93260CDE462}"/>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F7A409E2-44BD-BAF9-7AEA-C6D9355DB390}"/>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1C51ED17-C6DF-4DBF-6C11-F2B2F94663EA}"/>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C455AC0C-7AF2-58FC-FD23-54A92AC97B54}"/>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42069F7C-0FE7-424D-9B18-5214E2656AB9}" type="slidenum">
              <a:rPr kumimoji="0" lang="ar-SA"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46</a:t>
            </a:fld>
            <a:endParaRPr kumimoji="0" lang="ar-SA"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9448798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21C19-0DEA-0862-3615-78EE097478AD}"/>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FC60FBD7-F7C4-2C49-737F-1009E782DCB0}"/>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86F4B2DB-9735-0704-E62D-38DE97A2EA93}"/>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A1F5C249-F38B-23FD-5B14-7B5AE315897D}"/>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42069F7C-0FE7-424D-9B18-5214E2656AB9}" type="slidenum">
              <a:rPr kumimoji="0" lang="ar-SA"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47</a:t>
            </a:fld>
            <a:endParaRPr kumimoji="0" lang="ar-SA"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9142282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83CDC-5546-8223-0DB4-6B680193248C}"/>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2DBD4EB9-0164-EDF1-C592-59518F599E0C}"/>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EA612D05-3CD2-F90E-75C2-D412529D2019}"/>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F2A85654-C305-4C57-0BF0-341760B81725}"/>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42069F7C-0FE7-424D-9B18-5214E2656AB9}" type="slidenum">
              <a:rPr kumimoji="0" lang="ar-SA"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48</a:t>
            </a:fld>
            <a:endParaRPr kumimoji="0" lang="ar-SA"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3113456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8258A-14E9-EADC-3B6F-CA0457F3AA26}"/>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1F2E5931-672A-3550-7672-FCFF831FD6A8}"/>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299A6DC4-5180-5CBE-BFB5-6E92113F027D}"/>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AA226E18-DDBB-EE16-B949-EBEEC3F652DA}"/>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42069F7C-0FE7-424D-9B18-5214E2656AB9}" type="slidenum">
              <a:rPr kumimoji="0" lang="ar-SA"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49</a:t>
            </a:fld>
            <a:endParaRPr kumimoji="0" lang="ar-SA"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9849939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D61AC-929C-2453-21AA-FC9A347A7858}"/>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1022FC78-9068-F921-52C1-20E277FC051A}"/>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8B7811E0-A7F9-C245-7FB0-E8585DBC07FF}"/>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8FA08ADF-66AC-0353-9D89-A0EB46CBD649}"/>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42069F7C-0FE7-424D-9B18-5214E2656AB9}" type="slidenum">
              <a:rPr kumimoji="0" lang="ar-SA"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50</a:t>
            </a:fld>
            <a:endParaRPr kumimoji="0" lang="ar-SA"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6432980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4FC4B-A8FE-39D1-BB71-B07FEB03D781}"/>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21ADE6BD-881D-4D36-F216-4552FABAA8F3}"/>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D60075F3-442C-3DBB-E815-C23106BA3B2F}"/>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29B4744A-BC8A-612C-5DCE-FE801135AC75}"/>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42069F7C-0FE7-424D-9B18-5214E2656AB9}" type="slidenum">
              <a:rPr kumimoji="0" lang="ar-SA"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51</a:t>
            </a:fld>
            <a:endParaRPr kumimoji="0" lang="ar-SA"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444620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C77013E-6623-C374-0D56-2477B78FF91B}"/>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p>
        </p:txBody>
      </p:sp>
      <p:sp>
        <p:nvSpPr>
          <p:cNvPr id="3" name="عنوان فرعي 2">
            <a:extLst>
              <a:ext uri="{FF2B5EF4-FFF2-40B4-BE49-F238E27FC236}">
                <a16:creationId xmlns:a16="http://schemas.microsoft.com/office/drawing/2014/main" id="{0A6F8BA1-9288-04FB-4269-0DEE4324BC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p>
        </p:txBody>
      </p:sp>
      <p:sp>
        <p:nvSpPr>
          <p:cNvPr id="4" name="عنصر نائب للتاريخ 3">
            <a:extLst>
              <a:ext uri="{FF2B5EF4-FFF2-40B4-BE49-F238E27FC236}">
                <a16:creationId xmlns:a16="http://schemas.microsoft.com/office/drawing/2014/main" id="{B37FAA25-C90E-C7F6-6270-EE335780485E}"/>
              </a:ext>
            </a:extLst>
          </p:cNvPr>
          <p:cNvSpPr>
            <a:spLocks noGrp="1"/>
          </p:cNvSpPr>
          <p:nvPr>
            <p:ph type="dt" sz="half" idx="10"/>
          </p:nvPr>
        </p:nvSpPr>
        <p:spPr/>
        <p:txBody>
          <a:bodyPr/>
          <a:lstStyle/>
          <a:p>
            <a:fld id="{3EBCC356-0767-4863-AD8D-3C241EB3CA36}" type="datetimeFigureOut">
              <a:rPr lang="ar-SA" smtClean="0"/>
              <a:t>11/07/1447</a:t>
            </a:fld>
            <a:endParaRPr lang="ar-SA"/>
          </a:p>
        </p:txBody>
      </p:sp>
      <p:sp>
        <p:nvSpPr>
          <p:cNvPr id="5" name="عنصر نائب للتذييل 4">
            <a:extLst>
              <a:ext uri="{FF2B5EF4-FFF2-40B4-BE49-F238E27FC236}">
                <a16:creationId xmlns:a16="http://schemas.microsoft.com/office/drawing/2014/main" id="{637ACFA2-877B-9934-4D0B-435B03DAABA5}"/>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B69B624A-41C2-E9BE-18F0-7873F966248F}"/>
              </a:ext>
            </a:extLst>
          </p:cNvPr>
          <p:cNvSpPr>
            <a:spLocks noGrp="1"/>
          </p:cNvSpPr>
          <p:nvPr>
            <p:ph type="sldNum" sz="quarter" idx="12"/>
          </p:nvPr>
        </p:nvSpPr>
        <p:spPr/>
        <p:txBody>
          <a:bodyPr/>
          <a:lstStyle/>
          <a:p>
            <a:fld id="{94978297-8277-47E6-965F-4A5A8364C1D4}" type="slidenum">
              <a:rPr lang="ar-SA" smtClean="0"/>
              <a:t>‹#›</a:t>
            </a:fld>
            <a:endParaRPr lang="ar-SA"/>
          </a:p>
        </p:txBody>
      </p:sp>
    </p:spTree>
    <p:extLst>
      <p:ext uri="{BB962C8B-B14F-4D97-AF65-F5344CB8AC3E}">
        <p14:creationId xmlns:p14="http://schemas.microsoft.com/office/powerpoint/2010/main" val="2900938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8764617-FE34-B087-53AC-89FBE33029FD}"/>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557EFF6A-9FE6-82D0-DFE8-F53EC6683E34}"/>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E300E361-B6D1-C2A4-4178-2C93CE3FDFF9}"/>
              </a:ext>
            </a:extLst>
          </p:cNvPr>
          <p:cNvSpPr>
            <a:spLocks noGrp="1"/>
          </p:cNvSpPr>
          <p:nvPr>
            <p:ph type="dt" sz="half" idx="10"/>
          </p:nvPr>
        </p:nvSpPr>
        <p:spPr/>
        <p:txBody>
          <a:bodyPr/>
          <a:lstStyle/>
          <a:p>
            <a:fld id="{3EBCC356-0767-4863-AD8D-3C241EB3CA36}" type="datetimeFigureOut">
              <a:rPr lang="ar-SA" smtClean="0"/>
              <a:t>11/07/1447</a:t>
            </a:fld>
            <a:endParaRPr lang="ar-SA"/>
          </a:p>
        </p:txBody>
      </p:sp>
      <p:sp>
        <p:nvSpPr>
          <p:cNvPr id="5" name="عنصر نائب للتذييل 4">
            <a:extLst>
              <a:ext uri="{FF2B5EF4-FFF2-40B4-BE49-F238E27FC236}">
                <a16:creationId xmlns:a16="http://schemas.microsoft.com/office/drawing/2014/main" id="{C83A8B69-9655-F997-CB76-1B6E6044CB71}"/>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CA6AF19F-8406-C874-1F5B-1BB3CD3E9DE7}"/>
              </a:ext>
            </a:extLst>
          </p:cNvPr>
          <p:cNvSpPr>
            <a:spLocks noGrp="1"/>
          </p:cNvSpPr>
          <p:nvPr>
            <p:ph type="sldNum" sz="quarter" idx="12"/>
          </p:nvPr>
        </p:nvSpPr>
        <p:spPr/>
        <p:txBody>
          <a:bodyPr/>
          <a:lstStyle/>
          <a:p>
            <a:fld id="{94978297-8277-47E6-965F-4A5A8364C1D4}" type="slidenum">
              <a:rPr lang="ar-SA" smtClean="0"/>
              <a:t>‹#›</a:t>
            </a:fld>
            <a:endParaRPr lang="ar-SA"/>
          </a:p>
        </p:txBody>
      </p:sp>
    </p:spTree>
    <p:extLst>
      <p:ext uri="{BB962C8B-B14F-4D97-AF65-F5344CB8AC3E}">
        <p14:creationId xmlns:p14="http://schemas.microsoft.com/office/powerpoint/2010/main" val="2428217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A296D84F-7CEC-223F-0DC2-9F53F071F986}"/>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804E7A48-BAC5-4AEB-F566-4B90E42D5C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8E9CCBBA-E9F6-D8B9-CD1F-7994DF3AFDE1}"/>
              </a:ext>
            </a:extLst>
          </p:cNvPr>
          <p:cNvSpPr>
            <a:spLocks noGrp="1"/>
          </p:cNvSpPr>
          <p:nvPr>
            <p:ph type="dt" sz="half" idx="10"/>
          </p:nvPr>
        </p:nvSpPr>
        <p:spPr/>
        <p:txBody>
          <a:bodyPr/>
          <a:lstStyle/>
          <a:p>
            <a:fld id="{3EBCC356-0767-4863-AD8D-3C241EB3CA36}" type="datetimeFigureOut">
              <a:rPr lang="ar-SA" smtClean="0"/>
              <a:t>11/07/1447</a:t>
            </a:fld>
            <a:endParaRPr lang="ar-SA"/>
          </a:p>
        </p:txBody>
      </p:sp>
      <p:sp>
        <p:nvSpPr>
          <p:cNvPr id="5" name="عنصر نائب للتذييل 4">
            <a:extLst>
              <a:ext uri="{FF2B5EF4-FFF2-40B4-BE49-F238E27FC236}">
                <a16:creationId xmlns:a16="http://schemas.microsoft.com/office/drawing/2014/main" id="{35DC1FE2-E097-DCF8-0FFF-76E32A03DDBE}"/>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4F1D6CF6-1344-7602-CB9F-BD0292B6046E}"/>
              </a:ext>
            </a:extLst>
          </p:cNvPr>
          <p:cNvSpPr>
            <a:spLocks noGrp="1"/>
          </p:cNvSpPr>
          <p:nvPr>
            <p:ph type="sldNum" sz="quarter" idx="12"/>
          </p:nvPr>
        </p:nvSpPr>
        <p:spPr/>
        <p:txBody>
          <a:bodyPr/>
          <a:lstStyle/>
          <a:p>
            <a:fld id="{94978297-8277-47E6-965F-4A5A8364C1D4}" type="slidenum">
              <a:rPr lang="ar-SA" smtClean="0"/>
              <a:t>‹#›</a:t>
            </a:fld>
            <a:endParaRPr lang="ar-SA"/>
          </a:p>
        </p:txBody>
      </p:sp>
    </p:spTree>
    <p:extLst>
      <p:ext uri="{BB962C8B-B14F-4D97-AF65-F5344CB8AC3E}">
        <p14:creationId xmlns:p14="http://schemas.microsoft.com/office/powerpoint/2010/main" val="681964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22D43CA-150E-C39A-DF20-A98F1A8619D6}"/>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A2BCE6DF-2B98-BD40-8153-9F28CB043D2A}"/>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a:extLst>
              <a:ext uri="{FF2B5EF4-FFF2-40B4-BE49-F238E27FC236}">
                <a16:creationId xmlns:a16="http://schemas.microsoft.com/office/drawing/2014/main" id="{69BFE54B-10F3-A590-D9D3-8BEA893657EC}"/>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a:extLst>
              <a:ext uri="{FF2B5EF4-FFF2-40B4-BE49-F238E27FC236}">
                <a16:creationId xmlns:a16="http://schemas.microsoft.com/office/drawing/2014/main" id="{60A4F786-6662-9A6B-1619-58EAE16DC116}"/>
              </a:ext>
            </a:extLst>
          </p:cNvPr>
          <p:cNvSpPr>
            <a:spLocks noGrp="1"/>
          </p:cNvSpPr>
          <p:nvPr>
            <p:ph type="dt" sz="half" idx="10"/>
          </p:nvPr>
        </p:nvSpPr>
        <p:spPr/>
        <p:txBody>
          <a:bodyPr/>
          <a:lstStyle/>
          <a:p>
            <a:fld id="{3EBCC356-0767-4863-AD8D-3C241EB3CA36}" type="datetimeFigureOut">
              <a:rPr lang="ar-SA" smtClean="0"/>
              <a:t>11/07/1447</a:t>
            </a:fld>
            <a:endParaRPr lang="ar-SA"/>
          </a:p>
        </p:txBody>
      </p:sp>
      <p:sp>
        <p:nvSpPr>
          <p:cNvPr id="6" name="عنصر نائب للتذييل 5">
            <a:extLst>
              <a:ext uri="{FF2B5EF4-FFF2-40B4-BE49-F238E27FC236}">
                <a16:creationId xmlns:a16="http://schemas.microsoft.com/office/drawing/2014/main" id="{EB08051A-BBF5-ECEA-0D7D-375BE191CCE4}"/>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B77E1218-F0C3-AD1B-05C8-6E7B4FAF6BC7}"/>
              </a:ext>
            </a:extLst>
          </p:cNvPr>
          <p:cNvSpPr>
            <a:spLocks noGrp="1"/>
          </p:cNvSpPr>
          <p:nvPr>
            <p:ph type="sldNum" sz="quarter" idx="12"/>
          </p:nvPr>
        </p:nvSpPr>
        <p:spPr/>
        <p:txBody>
          <a:bodyPr/>
          <a:lstStyle/>
          <a:p>
            <a:fld id="{94978297-8277-47E6-965F-4A5A8364C1D4}" type="slidenum">
              <a:rPr lang="ar-SA" smtClean="0"/>
              <a:t>‹#›</a:t>
            </a:fld>
            <a:endParaRPr lang="ar-SA"/>
          </a:p>
        </p:txBody>
      </p:sp>
    </p:spTree>
    <p:extLst>
      <p:ext uri="{BB962C8B-B14F-4D97-AF65-F5344CB8AC3E}">
        <p14:creationId xmlns:p14="http://schemas.microsoft.com/office/powerpoint/2010/main" val="3320905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CDCA512-7E6F-DFE4-D4D4-221A012D3B4E}"/>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F68FFDBF-EDCB-EF8F-51AF-1EFE68F9A3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76C5B8BB-E61D-3A9C-6D6F-6D91F88DBC78}"/>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a:extLst>
              <a:ext uri="{FF2B5EF4-FFF2-40B4-BE49-F238E27FC236}">
                <a16:creationId xmlns:a16="http://schemas.microsoft.com/office/drawing/2014/main" id="{D4C55C32-30CF-FDC3-8940-2B9551C336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4368CA10-3123-64DA-6671-A8A2C1EDC9E3}"/>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a:extLst>
              <a:ext uri="{FF2B5EF4-FFF2-40B4-BE49-F238E27FC236}">
                <a16:creationId xmlns:a16="http://schemas.microsoft.com/office/drawing/2014/main" id="{7F2F66AA-788E-C3B5-A123-106291C975D7}"/>
              </a:ext>
            </a:extLst>
          </p:cNvPr>
          <p:cNvSpPr>
            <a:spLocks noGrp="1"/>
          </p:cNvSpPr>
          <p:nvPr>
            <p:ph type="dt" sz="half" idx="10"/>
          </p:nvPr>
        </p:nvSpPr>
        <p:spPr/>
        <p:txBody>
          <a:bodyPr/>
          <a:lstStyle/>
          <a:p>
            <a:fld id="{3EBCC356-0767-4863-AD8D-3C241EB3CA36}" type="datetimeFigureOut">
              <a:rPr lang="ar-SA" smtClean="0"/>
              <a:t>11/07/1447</a:t>
            </a:fld>
            <a:endParaRPr lang="ar-SA"/>
          </a:p>
        </p:txBody>
      </p:sp>
      <p:sp>
        <p:nvSpPr>
          <p:cNvPr id="8" name="عنصر نائب للتذييل 7">
            <a:extLst>
              <a:ext uri="{FF2B5EF4-FFF2-40B4-BE49-F238E27FC236}">
                <a16:creationId xmlns:a16="http://schemas.microsoft.com/office/drawing/2014/main" id="{D4B3DA39-64F0-0E04-7E6A-BEC4BB97F2BB}"/>
              </a:ext>
            </a:extLst>
          </p:cNvPr>
          <p:cNvSpPr>
            <a:spLocks noGrp="1"/>
          </p:cNvSpPr>
          <p:nvPr>
            <p:ph type="ftr" sz="quarter" idx="11"/>
          </p:nvPr>
        </p:nvSpPr>
        <p:spPr/>
        <p:txBody>
          <a:bodyPr/>
          <a:lstStyle/>
          <a:p>
            <a:endParaRPr lang="ar-SA"/>
          </a:p>
        </p:txBody>
      </p:sp>
      <p:sp>
        <p:nvSpPr>
          <p:cNvPr id="9" name="عنصر نائب لرقم الشريحة 8">
            <a:extLst>
              <a:ext uri="{FF2B5EF4-FFF2-40B4-BE49-F238E27FC236}">
                <a16:creationId xmlns:a16="http://schemas.microsoft.com/office/drawing/2014/main" id="{F9712563-5F70-D22C-960F-CA66F65C7B49}"/>
              </a:ext>
            </a:extLst>
          </p:cNvPr>
          <p:cNvSpPr>
            <a:spLocks noGrp="1"/>
          </p:cNvSpPr>
          <p:nvPr>
            <p:ph type="sldNum" sz="quarter" idx="12"/>
          </p:nvPr>
        </p:nvSpPr>
        <p:spPr/>
        <p:txBody>
          <a:bodyPr/>
          <a:lstStyle/>
          <a:p>
            <a:fld id="{94978297-8277-47E6-965F-4A5A8364C1D4}" type="slidenum">
              <a:rPr lang="ar-SA" smtClean="0"/>
              <a:t>‹#›</a:t>
            </a:fld>
            <a:endParaRPr lang="ar-SA"/>
          </a:p>
        </p:txBody>
      </p:sp>
    </p:spTree>
    <p:extLst>
      <p:ext uri="{BB962C8B-B14F-4D97-AF65-F5344CB8AC3E}">
        <p14:creationId xmlns:p14="http://schemas.microsoft.com/office/powerpoint/2010/main" val="2494630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707FE94-F16C-F114-FBBF-7D49506DC508}"/>
              </a:ext>
            </a:extLst>
          </p:cNvPr>
          <p:cNvSpPr>
            <a:spLocks noGrp="1"/>
          </p:cNvSpPr>
          <p:nvPr>
            <p:ph type="title"/>
          </p:nvPr>
        </p:nvSpPr>
        <p:spPr/>
        <p:txBody>
          <a:bodyPr/>
          <a:lstStyle/>
          <a:p>
            <a:r>
              <a:rPr lang="ar-SA"/>
              <a:t>انقر لتحرير نمط عنوان الشكل الرئيسي</a:t>
            </a:r>
          </a:p>
        </p:txBody>
      </p:sp>
      <p:sp>
        <p:nvSpPr>
          <p:cNvPr id="3" name="عنصر نائب للتاريخ 2">
            <a:extLst>
              <a:ext uri="{FF2B5EF4-FFF2-40B4-BE49-F238E27FC236}">
                <a16:creationId xmlns:a16="http://schemas.microsoft.com/office/drawing/2014/main" id="{088C9640-BBC9-170A-EA7B-1A3076A75ACA}"/>
              </a:ext>
            </a:extLst>
          </p:cNvPr>
          <p:cNvSpPr>
            <a:spLocks noGrp="1"/>
          </p:cNvSpPr>
          <p:nvPr>
            <p:ph type="dt" sz="half" idx="10"/>
          </p:nvPr>
        </p:nvSpPr>
        <p:spPr/>
        <p:txBody>
          <a:bodyPr/>
          <a:lstStyle/>
          <a:p>
            <a:fld id="{3EBCC356-0767-4863-AD8D-3C241EB3CA36}" type="datetimeFigureOut">
              <a:rPr lang="ar-SA" smtClean="0"/>
              <a:t>11/07/1447</a:t>
            </a:fld>
            <a:endParaRPr lang="ar-SA"/>
          </a:p>
        </p:txBody>
      </p:sp>
      <p:sp>
        <p:nvSpPr>
          <p:cNvPr id="4" name="عنصر نائب للتذييل 3">
            <a:extLst>
              <a:ext uri="{FF2B5EF4-FFF2-40B4-BE49-F238E27FC236}">
                <a16:creationId xmlns:a16="http://schemas.microsoft.com/office/drawing/2014/main" id="{62E0E29C-911A-8286-58C4-A9F51F19E239}"/>
              </a:ext>
            </a:extLst>
          </p:cNvPr>
          <p:cNvSpPr>
            <a:spLocks noGrp="1"/>
          </p:cNvSpPr>
          <p:nvPr>
            <p:ph type="ftr" sz="quarter" idx="11"/>
          </p:nvPr>
        </p:nvSpPr>
        <p:spPr/>
        <p:txBody>
          <a:bodyPr/>
          <a:lstStyle/>
          <a:p>
            <a:endParaRPr lang="ar-SA"/>
          </a:p>
        </p:txBody>
      </p:sp>
      <p:sp>
        <p:nvSpPr>
          <p:cNvPr id="5" name="عنصر نائب لرقم الشريحة 4">
            <a:extLst>
              <a:ext uri="{FF2B5EF4-FFF2-40B4-BE49-F238E27FC236}">
                <a16:creationId xmlns:a16="http://schemas.microsoft.com/office/drawing/2014/main" id="{906EA6BD-2015-902B-2C93-874405EBA6FB}"/>
              </a:ext>
            </a:extLst>
          </p:cNvPr>
          <p:cNvSpPr>
            <a:spLocks noGrp="1"/>
          </p:cNvSpPr>
          <p:nvPr>
            <p:ph type="sldNum" sz="quarter" idx="12"/>
          </p:nvPr>
        </p:nvSpPr>
        <p:spPr/>
        <p:txBody>
          <a:bodyPr/>
          <a:lstStyle/>
          <a:p>
            <a:fld id="{94978297-8277-47E6-965F-4A5A8364C1D4}" type="slidenum">
              <a:rPr lang="ar-SA" smtClean="0"/>
              <a:t>‹#›</a:t>
            </a:fld>
            <a:endParaRPr lang="ar-SA"/>
          </a:p>
        </p:txBody>
      </p:sp>
    </p:spTree>
    <p:extLst>
      <p:ext uri="{BB962C8B-B14F-4D97-AF65-F5344CB8AC3E}">
        <p14:creationId xmlns:p14="http://schemas.microsoft.com/office/powerpoint/2010/main" val="3385396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4F4EFAD5-0DC0-F36F-90FE-29AF524B0C88}"/>
              </a:ext>
            </a:extLst>
          </p:cNvPr>
          <p:cNvSpPr>
            <a:spLocks noGrp="1"/>
          </p:cNvSpPr>
          <p:nvPr>
            <p:ph type="dt" sz="half" idx="10"/>
          </p:nvPr>
        </p:nvSpPr>
        <p:spPr/>
        <p:txBody>
          <a:bodyPr/>
          <a:lstStyle/>
          <a:p>
            <a:fld id="{3EBCC356-0767-4863-AD8D-3C241EB3CA36}" type="datetimeFigureOut">
              <a:rPr lang="ar-SA" smtClean="0"/>
              <a:t>11/07/1447</a:t>
            </a:fld>
            <a:endParaRPr lang="ar-SA"/>
          </a:p>
        </p:txBody>
      </p:sp>
      <p:sp>
        <p:nvSpPr>
          <p:cNvPr id="3" name="عنصر نائب للتذييل 2">
            <a:extLst>
              <a:ext uri="{FF2B5EF4-FFF2-40B4-BE49-F238E27FC236}">
                <a16:creationId xmlns:a16="http://schemas.microsoft.com/office/drawing/2014/main" id="{747603FC-7D53-5C38-3B30-3AE918301655}"/>
              </a:ext>
            </a:extLst>
          </p:cNvPr>
          <p:cNvSpPr>
            <a:spLocks noGrp="1"/>
          </p:cNvSpPr>
          <p:nvPr>
            <p:ph type="ftr" sz="quarter" idx="11"/>
          </p:nvPr>
        </p:nvSpPr>
        <p:spPr/>
        <p:txBody>
          <a:bodyPr/>
          <a:lstStyle/>
          <a:p>
            <a:endParaRPr lang="ar-SA"/>
          </a:p>
        </p:txBody>
      </p:sp>
      <p:sp>
        <p:nvSpPr>
          <p:cNvPr id="4" name="عنصر نائب لرقم الشريحة 3">
            <a:extLst>
              <a:ext uri="{FF2B5EF4-FFF2-40B4-BE49-F238E27FC236}">
                <a16:creationId xmlns:a16="http://schemas.microsoft.com/office/drawing/2014/main" id="{823EBF04-1F92-CCDF-AD27-740239CEB12E}"/>
              </a:ext>
            </a:extLst>
          </p:cNvPr>
          <p:cNvSpPr>
            <a:spLocks noGrp="1"/>
          </p:cNvSpPr>
          <p:nvPr>
            <p:ph type="sldNum" sz="quarter" idx="12"/>
          </p:nvPr>
        </p:nvSpPr>
        <p:spPr/>
        <p:txBody>
          <a:bodyPr/>
          <a:lstStyle/>
          <a:p>
            <a:fld id="{94978297-8277-47E6-965F-4A5A8364C1D4}" type="slidenum">
              <a:rPr lang="ar-SA" smtClean="0"/>
              <a:t>‹#›</a:t>
            </a:fld>
            <a:endParaRPr lang="ar-SA"/>
          </a:p>
        </p:txBody>
      </p:sp>
    </p:spTree>
    <p:extLst>
      <p:ext uri="{BB962C8B-B14F-4D97-AF65-F5344CB8AC3E}">
        <p14:creationId xmlns:p14="http://schemas.microsoft.com/office/powerpoint/2010/main" val="4124059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59886EF-2B9C-2AB6-9C6A-4F32A2661812}"/>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167CC095-3CE5-B1F9-7EE4-A1BA7E0F07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a:extLst>
              <a:ext uri="{FF2B5EF4-FFF2-40B4-BE49-F238E27FC236}">
                <a16:creationId xmlns:a16="http://schemas.microsoft.com/office/drawing/2014/main" id="{41BF47E7-0BFC-8368-F5F8-535987843F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1911EE54-F0B9-582C-B160-CC5CC20BA713}"/>
              </a:ext>
            </a:extLst>
          </p:cNvPr>
          <p:cNvSpPr>
            <a:spLocks noGrp="1"/>
          </p:cNvSpPr>
          <p:nvPr>
            <p:ph type="dt" sz="half" idx="10"/>
          </p:nvPr>
        </p:nvSpPr>
        <p:spPr/>
        <p:txBody>
          <a:bodyPr/>
          <a:lstStyle/>
          <a:p>
            <a:fld id="{3EBCC356-0767-4863-AD8D-3C241EB3CA36}" type="datetimeFigureOut">
              <a:rPr lang="ar-SA" smtClean="0"/>
              <a:t>11/07/1447</a:t>
            </a:fld>
            <a:endParaRPr lang="ar-SA"/>
          </a:p>
        </p:txBody>
      </p:sp>
      <p:sp>
        <p:nvSpPr>
          <p:cNvPr id="6" name="عنصر نائب للتذييل 5">
            <a:extLst>
              <a:ext uri="{FF2B5EF4-FFF2-40B4-BE49-F238E27FC236}">
                <a16:creationId xmlns:a16="http://schemas.microsoft.com/office/drawing/2014/main" id="{9594EBE9-8DEF-2C51-1CD0-D8309E67DCB2}"/>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4038C7B2-D656-38AF-01C2-3F7310DE94E0}"/>
              </a:ext>
            </a:extLst>
          </p:cNvPr>
          <p:cNvSpPr>
            <a:spLocks noGrp="1"/>
          </p:cNvSpPr>
          <p:nvPr>
            <p:ph type="sldNum" sz="quarter" idx="12"/>
          </p:nvPr>
        </p:nvSpPr>
        <p:spPr/>
        <p:txBody>
          <a:bodyPr/>
          <a:lstStyle/>
          <a:p>
            <a:fld id="{94978297-8277-47E6-965F-4A5A8364C1D4}" type="slidenum">
              <a:rPr lang="ar-SA" smtClean="0"/>
              <a:t>‹#›</a:t>
            </a:fld>
            <a:endParaRPr lang="ar-SA"/>
          </a:p>
        </p:txBody>
      </p:sp>
    </p:spTree>
    <p:extLst>
      <p:ext uri="{BB962C8B-B14F-4D97-AF65-F5344CB8AC3E}">
        <p14:creationId xmlns:p14="http://schemas.microsoft.com/office/powerpoint/2010/main" val="1198095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62F0F2A-B3AF-DEAB-3AAC-86E54DE78169}"/>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صورة 2">
            <a:extLst>
              <a:ext uri="{FF2B5EF4-FFF2-40B4-BE49-F238E27FC236}">
                <a16:creationId xmlns:a16="http://schemas.microsoft.com/office/drawing/2014/main" id="{0666FB0D-6BEA-CD59-D0DD-E9357A73BE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a:extLst>
              <a:ext uri="{FF2B5EF4-FFF2-40B4-BE49-F238E27FC236}">
                <a16:creationId xmlns:a16="http://schemas.microsoft.com/office/drawing/2014/main" id="{70D68D3B-FE31-F0E6-BEB6-65939D00EE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683AFE11-1FA1-DE1C-6C76-9CC58009E068}"/>
              </a:ext>
            </a:extLst>
          </p:cNvPr>
          <p:cNvSpPr>
            <a:spLocks noGrp="1"/>
          </p:cNvSpPr>
          <p:nvPr>
            <p:ph type="dt" sz="half" idx="10"/>
          </p:nvPr>
        </p:nvSpPr>
        <p:spPr/>
        <p:txBody>
          <a:bodyPr/>
          <a:lstStyle/>
          <a:p>
            <a:fld id="{3EBCC356-0767-4863-AD8D-3C241EB3CA36}" type="datetimeFigureOut">
              <a:rPr lang="ar-SA" smtClean="0"/>
              <a:t>11/07/1447</a:t>
            </a:fld>
            <a:endParaRPr lang="ar-SA"/>
          </a:p>
        </p:txBody>
      </p:sp>
      <p:sp>
        <p:nvSpPr>
          <p:cNvPr id="6" name="عنصر نائب للتذييل 5">
            <a:extLst>
              <a:ext uri="{FF2B5EF4-FFF2-40B4-BE49-F238E27FC236}">
                <a16:creationId xmlns:a16="http://schemas.microsoft.com/office/drawing/2014/main" id="{0CA2DED5-E8C6-60AD-26DA-852B27E2791D}"/>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4F31900D-43D4-02AA-1543-64EC0712F41E}"/>
              </a:ext>
            </a:extLst>
          </p:cNvPr>
          <p:cNvSpPr>
            <a:spLocks noGrp="1"/>
          </p:cNvSpPr>
          <p:nvPr>
            <p:ph type="sldNum" sz="quarter" idx="12"/>
          </p:nvPr>
        </p:nvSpPr>
        <p:spPr/>
        <p:txBody>
          <a:bodyPr/>
          <a:lstStyle/>
          <a:p>
            <a:fld id="{94978297-8277-47E6-965F-4A5A8364C1D4}" type="slidenum">
              <a:rPr lang="ar-SA" smtClean="0"/>
              <a:t>‹#›</a:t>
            </a:fld>
            <a:endParaRPr lang="ar-SA"/>
          </a:p>
        </p:txBody>
      </p:sp>
    </p:spTree>
    <p:extLst>
      <p:ext uri="{BB962C8B-B14F-4D97-AF65-F5344CB8AC3E}">
        <p14:creationId xmlns:p14="http://schemas.microsoft.com/office/powerpoint/2010/main" val="2921615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C3784F3-DDEC-D32B-5613-E3CD3E48055A}"/>
              </a:ext>
            </a:extLst>
          </p:cNvPr>
          <p:cNvSpPr>
            <a:spLocks noGrp="1"/>
          </p:cNvSpPr>
          <p:nvPr>
            <p:ph type="title"/>
          </p:nvPr>
        </p:nvSpPr>
        <p:spPr/>
        <p:txBody>
          <a:bodyPr/>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164350AF-2C6C-1004-59E6-3A771897D5AB}"/>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F433C715-ADC1-355C-2C08-40764B788380}"/>
              </a:ext>
            </a:extLst>
          </p:cNvPr>
          <p:cNvSpPr>
            <a:spLocks noGrp="1"/>
          </p:cNvSpPr>
          <p:nvPr>
            <p:ph type="dt" sz="half" idx="10"/>
          </p:nvPr>
        </p:nvSpPr>
        <p:spPr/>
        <p:txBody>
          <a:bodyPr/>
          <a:lstStyle/>
          <a:p>
            <a:fld id="{3EBCC356-0767-4863-AD8D-3C241EB3CA36}" type="datetimeFigureOut">
              <a:rPr lang="ar-SA" smtClean="0"/>
              <a:t>11/07/1447</a:t>
            </a:fld>
            <a:endParaRPr lang="ar-SA"/>
          </a:p>
        </p:txBody>
      </p:sp>
      <p:sp>
        <p:nvSpPr>
          <p:cNvPr id="5" name="عنصر نائب للتذييل 4">
            <a:extLst>
              <a:ext uri="{FF2B5EF4-FFF2-40B4-BE49-F238E27FC236}">
                <a16:creationId xmlns:a16="http://schemas.microsoft.com/office/drawing/2014/main" id="{B77FE0F8-48E8-F56A-C74A-42D1D176B9C7}"/>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262E466A-6422-8BB7-F125-3205B29D8AD0}"/>
              </a:ext>
            </a:extLst>
          </p:cNvPr>
          <p:cNvSpPr>
            <a:spLocks noGrp="1"/>
          </p:cNvSpPr>
          <p:nvPr>
            <p:ph type="sldNum" sz="quarter" idx="12"/>
          </p:nvPr>
        </p:nvSpPr>
        <p:spPr/>
        <p:txBody>
          <a:bodyPr/>
          <a:lstStyle/>
          <a:p>
            <a:fld id="{94978297-8277-47E6-965F-4A5A8364C1D4}" type="slidenum">
              <a:rPr lang="ar-SA" smtClean="0"/>
              <a:t>‹#›</a:t>
            </a:fld>
            <a:endParaRPr lang="ar-SA"/>
          </a:p>
        </p:txBody>
      </p:sp>
    </p:spTree>
    <p:extLst>
      <p:ext uri="{BB962C8B-B14F-4D97-AF65-F5344CB8AC3E}">
        <p14:creationId xmlns:p14="http://schemas.microsoft.com/office/powerpoint/2010/main" val="4091530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86E1ABC4-CE07-88A2-73BA-8D30FE6ED4DB}"/>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E2B2D601-938D-3EA1-523D-8E56D22E91A0}"/>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1226BCA7-8E9C-4ACD-EDE2-DDFB2F415BE1}"/>
              </a:ext>
            </a:extLst>
          </p:cNvPr>
          <p:cNvSpPr>
            <a:spLocks noGrp="1"/>
          </p:cNvSpPr>
          <p:nvPr>
            <p:ph type="dt" sz="half" idx="10"/>
          </p:nvPr>
        </p:nvSpPr>
        <p:spPr/>
        <p:txBody>
          <a:bodyPr/>
          <a:lstStyle/>
          <a:p>
            <a:fld id="{3EBCC356-0767-4863-AD8D-3C241EB3CA36}" type="datetimeFigureOut">
              <a:rPr lang="ar-SA" smtClean="0"/>
              <a:t>11/07/1447</a:t>
            </a:fld>
            <a:endParaRPr lang="ar-SA"/>
          </a:p>
        </p:txBody>
      </p:sp>
      <p:sp>
        <p:nvSpPr>
          <p:cNvPr id="5" name="عنصر نائب للتذييل 4">
            <a:extLst>
              <a:ext uri="{FF2B5EF4-FFF2-40B4-BE49-F238E27FC236}">
                <a16:creationId xmlns:a16="http://schemas.microsoft.com/office/drawing/2014/main" id="{6D5ADC33-6CBD-998C-2711-EF636EB15CF3}"/>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5854491B-51ED-9DED-C4D4-67DA080A92C0}"/>
              </a:ext>
            </a:extLst>
          </p:cNvPr>
          <p:cNvSpPr>
            <a:spLocks noGrp="1"/>
          </p:cNvSpPr>
          <p:nvPr>
            <p:ph type="sldNum" sz="quarter" idx="12"/>
          </p:nvPr>
        </p:nvSpPr>
        <p:spPr/>
        <p:txBody>
          <a:bodyPr/>
          <a:lstStyle/>
          <a:p>
            <a:fld id="{94978297-8277-47E6-965F-4A5A8364C1D4}" type="slidenum">
              <a:rPr lang="ar-SA" smtClean="0"/>
              <a:t>‹#›</a:t>
            </a:fld>
            <a:endParaRPr lang="ar-SA"/>
          </a:p>
        </p:txBody>
      </p:sp>
    </p:spTree>
    <p:extLst>
      <p:ext uri="{BB962C8B-B14F-4D97-AF65-F5344CB8AC3E}">
        <p14:creationId xmlns:p14="http://schemas.microsoft.com/office/powerpoint/2010/main" val="42383859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DE0D4-CD79-4942-BF47-2006F5707C2C}"/>
              </a:ext>
            </a:extLst>
          </p:cNvPr>
          <p:cNvSpPr>
            <a:spLocks noGrp="1"/>
          </p:cNvSpPr>
          <p:nvPr>
            <p:ph type="ctrTitle" hasCustomPrompt="1"/>
          </p:nvPr>
        </p:nvSpPr>
        <p:spPr>
          <a:xfrm>
            <a:off x="3475122" y="2734180"/>
            <a:ext cx="8286888" cy="861209"/>
          </a:xfrm>
        </p:spPr>
        <p:txBody>
          <a:bodyPr anchor="t">
            <a:normAutofit/>
          </a:bodyPr>
          <a:lstStyle>
            <a:lvl1pPr algn="r">
              <a:defRPr sz="4400">
                <a:solidFill>
                  <a:schemeClr val="accent1"/>
                </a:solidFill>
                <a:latin typeface="HRSD Gov Title Bold" pitchFamily="2" charset="-78"/>
                <a:ea typeface="HRSD Gov Title Bold" pitchFamily="2" charset="-78"/>
                <a:cs typeface="HRSD Gov Title Bold" pitchFamily="2" charset="-78"/>
              </a:defRPr>
            </a:lvl1pPr>
          </a:lstStyle>
          <a:p>
            <a:r>
              <a:rPr lang="ar-SA" dirty="0"/>
              <a:t>مثال للعنوان الرئيسي للعرض التقديمي</a:t>
            </a:r>
            <a:endParaRPr lang="en-SA" dirty="0"/>
          </a:p>
        </p:txBody>
      </p:sp>
      <p:sp>
        <p:nvSpPr>
          <p:cNvPr id="11" name="شكل حر 159">
            <a:extLst>
              <a:ext uri="{FF2B5EF4-FFF2-40B4-BE49-F238E27FC236}">
                <a16:creationId xmlns:a16="http://schemas.microsoft.com/office/drawing/2014/main" id="{0B0DB853-14B8-5354-72FE-E32B363AD75E}"/>
              </a:ext>
            </a:extLst>
          </p:cNvPr>
          <p:cNvSpPr/>
          <p:nvPr userDrawn="1"/>
        </p:nvSpPr>
        <p:spPr>
          <a:xfrm>
            <a:off x="2279586" y="0"/>
            <a:ext cx="5539803" cy="1647507"/>
          </a:xfrm>
          <a:custGeom>
            <a:avLst/>
            <a:gdLst>
              <a:gd name="connsiteX0" fmla="*/ 0 w 5539803"/>
              <a:gd name="connsiteY0" fmla="*/ 0 h 1647507"/>
              <a:gd name="connsiteX1" fmla="*/ 0 w 5539803"/>
              <a:gd name="connsiteY1" fmla="*/ 1647508 h 1647507"/>
              <a:gd name="connsiteX2" fmla="*/ 5539804 w 5539803"/>
              <a:gd name="connsiteY2" fmla="*/ 0 h 1647507"/>
              <a:gd name="connsiteX3" fmla="*/ 0 w 5539803"/>
              <a:gd name="connsiteY3" fmla="*/ 0 h 1647507"/>
            </a:gdLst>
            <a:ahLst/>
            <a:cxnLst>
              <a:cxn ang="0">
                <a:pos x="connsiteX0" y="connsiteY0"/>
              </a:cxn>
              <a:cxn ang="0">
                <a:pos x="connsiteX1" y="connsiteY1"/>
              </a:cxn>
              <a:cxn ang="0">
                <a:pos x="connsiteX2" y="connsiteY2"/>
              </a:cxn>
              <a:cxn ang="0">
                <a:pos x="connsiteX3" y="connsiteY3"/>
              </a:cxn>
            </a:cxnLst>
            <a:rect l="l" t="t" r="r" b="b"/>
            <a:pathLst>
              <a:path w="5539803" h="1647507">
                <a:moveTo>
                  <a:pt x="0" y="0"/>
                </a:moveTo>
                <a:lnTo>
                  <a:pt x="0" y="1647508"/>
                </a:lnTo>
                <a:cubicBezTo>
                  <a:pt x="1969579" y="1411859"/>
                  <a:pt x="3851402" y="870331"/>
                  <a:pt x="5539804" y="0"/>
                </a:cubicBezTo>
                <a:lnTo>
                  <a:pt x="0" y="0"/>
                </a:lnTo>
                <a:close/>
              </a:path>
            </a:pathLst>
          </a:custGeom>
          <a:solidFill>
            <a:srgbClr val="002D44"/>
          </a:solidFill>
          <a:ln w="0" cap="flat">
            <a:noFill/>
            <a:prstDash val="solid"/>
            <a:miter/>
          </a:ln>
        </p:spPr>
        <p:txBody>
          <a:bodyPr rtlCol="1" anchor="ctr"/>
          <a:lstStyle/>
          <a:p>
            <a:pPr marL="0" algn="l" defTabSz="914400" rtl="0" eaLnBrk="1" latinLnBrk="0" hangingPunct="1"/>
            <a:endParaRPr lang="ar-SA">
              <a:highlight>
                <a:srgbClr val="002D44"/>
              </a:highlight>
            </a:endParaRPr>
          </a:p>
        </p:txBody>
      </p:sp>
      <p:sp>
        <p:nvSpPr>
          <p:cNvPr id="12" name="شكل حر 160">
            <a:extLst>
              <a:ext uri="{FF2B5EF4-FFF2-40B4-BE49-F238E27FC236}">
                <a16:creationId xmlns:a16="http://schemas.microsoft.com/office/drawing/2014/main" id="{6E8398BA-5518-0906-C39A-1594D627B605}"/>
              </a:ext>
            </a:extLst>
          </p:cNvPr>
          <p:cNvSpPr/>
          <p:nvPr userDrawn="1"/>
        </p:nvSpPr>
        <p:spPr>
          <a:xfrm>
            <a:off x="0" y="1647507"/>
            <a:ext cx="2279586" cy="1305178"/>
          </a:xfrm>
          <a:custGeom>
            <a:avLst/>
            <a:gdLst>
              <a:gd name="connsiteX0" fmla="*/ 0 w 2279586"/>
              <a:gd name="connsiteY0" fmla="*/ 914336 h 1305178"/>
              <a:gd name="connsiteX1" fmla="*/ 2279587 w 2279586"/>
              <a:gd name="connsiteY1" fmla="*/ 1305179 h 1305178"/>
              <a:gd name="connsiteX2" fmla="*/ 2279587 w 2279586"/>
              <a:gd name="connsiteY2" fmla="*/ 0 h 1305178"/>
              <a:gd name="connsiteX3" fmla="*/ 0 w 2279586"/>
              <a:gd name="connsiteY3" fmla="*/ 136716 h 1305178"/>
              <a:gd name="connsiteX4" fmla="*/ 0 w 2279586"/>
              <a:gd name="connsiteY4" fmla="*/ 914400 h 1305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586" h="1305178">
                <a:moveTo>
                  <a:pt x="0" y="914336"/>
                </a:moveTo>
                <a:cubicBezTo>
                  <a:pt x="0" y="914336"/>
                  <a:pt x="1139190" y="911352"/>
                  <a:pt x="2279587" y="1305179"/>
                </a:cubicBezTo>
                <a:lnTo>
                  <a:pt x="2279587" y="0"/>
                </a:lnTo>
                <a:cubicBezTo>
                  <a:pt x="1529779" y="89408"/>
                  <a:pt x="769049" y="135255"/>
                  <a:pt x="0" y="136716"/>
                </a:cubicBezTo>
                <a:lnTo>
                  <a:pt x="0" y="914400"/>
                </a:lnTo>
                <a:close/>
              </a:path>
            </a:pathLst>
          </a:custGeom>
          <a:solidFill>
            <a:schemeClr val="accent2"/>
          </a:solidFill>
          <a:ln w="0" cap="flat">
            <a:noFill/>
            <a:prstDash val="solid"/>
            <a:miter/>
          </a:ln>
        </p:spPr>
        <p:txBody>
          <a:bodyPr rtlCol="1" anchor="ctr"/>
          <a:lstStyle/>
          <a:p>
            <a:pPr marL="0" algn="r" defTabSz="914400" rtl="1" eaLnBrk="1" latinLnBrk="0" hangingPunct="1"/>
            <a:endParaRPr lang="ar-SA">
              <a:solidFill>
                <a:schemeClr val="accent2"/>
              </a:solidFill>
            </a:endParaRPr>
          </a:p>
        </p:txBody>
      </p:sp>
      <p:sp>
        <p:nvSpPr>
          <p:cNvPr id="13" name="شكل حر 161">
            <a:extLst>
              <a:ext uri="{FF2B5EF4-FFF2-40B4-BE49-F238E27FC236}">
                <a16:creationId xmlns:a16="http://schemas.microsoft.com/office/drawing/2014/main" id="{4D9A76EE-A2DB-FA89-CEE4-FDD3C50D08FC}"/>
              </a:ext>
            </a:extLst>
          </p:cNvPr>
          <p:cNvSpPr/>
          <p:nvPr userDrawn="1"/>
        </p:nvSpPr>
        <p:spPr>
          <a:xfrm>
            <a:off x="0" y="0"/>
            <a:ext cx="2279586" cy="1784223"/>
          </a:xfrm>
          <a:custGeom>
            <a:avLst/>
            <a:gdLst>
              <a:gd name="connsiteX0" fmla="*/ 0 w 2279586"/>
              <a:gd name="connsiteY0" fmla="*/ 0 h 1784223"/>
              <a:gd name="connsiteX1" fmla="*/ 0 w 2279586"/>
              <a:gd name="connsiteY1" fmla="*/ 1784223 h 1784223"/>
              <a:gd name="connsiteX2" fmla="*/ 2279587 w 2279586"/>
              <a:gd name="connsiteY2" fmla="*/ 1647571 h 1784223"/>
              <a:gd name="connsiteX3" fmla="*/ 2279587 w 2279586"/>
              <a:gd name="connsiteY3" fmla="*/ 0 h 1784223"/>
              <a:gd name="connsiteX4" fmla="*/ 0 w 2279586"/>
              <a:gd name="connsiteY4" fmla="*/ 0 h 1784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586" h="1784223">
                <a:moveTo>
                  <a:pt x="0" y="0"/>
                </a:moveTo>
                <a:lnTo>
                  <a:pt x="0" y="1784223"/>
                </a:lnTo>
                <a:cubicBezTo>
                  <a:pt x="769049" y="1782763"/>
                  <a:pt x="1529779" y="1736916"/>
                  <a:pt x="2279587" y="1647571"/>
                </a:cubicBezTo>
                <a:lnTo>
                  <a:pt x="2279587" y="0"/>
                </a:lnTo>
                <a:lnTo>
                  <a:pt x="0" y="0"/>
                </a:lnTo>
                <a:close/>
              </a:path>
            </a:pathLst>
          </a:custGeom>
          <a:solidFill>
            <a:srgbClr val="002D44"/>
          </a:solidFill>
          <a:ln w="0" cap="flat">
            <a:noFill/>
            <a:prstDash val="solid"/>
            <a:miter/>
          </a:ln>
        </p:spPr>
        <p:txBody>
          <a:bodyPr rtlCol="1" anchor="ctr"/>
          <a:lstStyle/>
          <a:p>
            <a:pPr marL="0" algn="r" defTabSz="914400" rtl="1" eaLnBrk="1" latinLnBrk="0" hangingPunct="1"/>
            <a:endParaRPr lang="ar-SA">
              <a:highlight>
                <a:srgbClr val="002D44"/>
              </a:highlight>
            </a:endParaRPr>
          </a:p>
        </p:txBody>
      </p:sp>
      <p:sp>
        <p:nvSpPr>
          <p:cNvPr id="14" name="شكل حر 206">
            <a:extLst>
              <a:ext uri="{FF2B5EF4-FFF2-40B4-BE49-F238E27FC236}">
                <a16:creationId xmlns:a16="http://schemas.microsoft.com/office/drawing/2014/main" id="{D87107D1-57D6-BC75-09AE-46E22E0F6D69}"/>
              </a:ext>
            </a:extLst>
          </p:cNvPr>
          <p:cNvSpPr/>
          <p:nvPr userDrawn="1"/>
        </p:nvSpPr>
        <p:spPr>
          <a:xfrm>
            <a:off x="5069522" y="5142420"/>
            <a:ext cx="7122477" cy="1708721"/>
          </a:xfrm>
          <a:custGeom>
            <a:avLst/>
            <a:gdLst>
              <a:gd name="connsiteX0" fmla="*/ 7122478 w 7122477"/>
              <a:gd name="connsiteY0" fmla="*/ 0 h 1708721"/>
              <a:gd name="connsiteX1" fmla="*/ 0 w 7122477"/>
              <a:gd name="connsiteY1" fmla="*/ 1708722 h 1708721"/>
            </a:gdLst>
            <a:ahLst/>
            <a:cxnLst>
              <a:cxn ang="0">
                <a:pos x="connsiteX0" y="connsiteY0"/>
              </a:cxn>
              <a:cxn ang="0">
                <a:pos x="connsiteX1" y="connsiteY1"/>
              </a:cxn>
            </a:cxnLst>
            <a:rect l="l" t="t" r="r" b="b"/>
            <a:pathLst>
              <a:path w="7122477" h="1708721">
                <a:moveTo>
                  <a:pt x="7122478" y="0"/>
                </a:moveTo>
                <a:cubicBezTo>
                  <a:pt x="7122478" y="0"/>
                  <a:pt x="3634931" y="205930"/>
                  <a:pt x="0" y="1708722"/>
                </a:cubicBezTo>
              </a:path>
            </a:pathLst>
          </a:custGeom>
          <a:noFill/>
          <a:ln w="14542" cap="flat">
            <a:solidFill>
              <a:srgbClr val="009B9B"/>
            </a:solidFill>
            <a:prstDash val="solid"/>
            <a:miter/>
          </a:ln>
        </p:spPr>
        <p:txBody>
          <a:bodyPr rtlCol="1" anchor="ctr"/>
          <a:lstStyle/>
          <a:p>
            <a:endParaRPr lang="ar-SA"/>
          </a:p>
        </p:txBody>
      </p:sp>
      <p:pic>
        <p:nvPicPr>
          <p:cNvPr id="16" name="صورة 7">
            <a:extLst>
              <a:ext uri="{FF2B5EF4-FFF2-40B4-BE49-F238E27FC236}">
                <a16:creationId xmlns:a16="http://schemas.microsoft.com/office/drawing/2014/main" id="{6B5D0048-3378-CA67-730B-AE0DCBADB8A2}"/>
              </a:ext>
            </a:extLst>
          </p:cNvPr>
          <p:cNvPicPr>
            <a:picLocks noChangeAspect="1"/>
          </p:cNvPicPr>
          <p:nvPr userDrawn="1"/>
        </p:nvPicPr>
        <p:blipFill>
          <a:blip r:embed="rId2"/>
          <a:stretch>
            <a:fillRect/>
          </a:stretch>
        </p:blipFill>
        <p:spPr>
          <a:xfrm>
            <a:off x="9755592" y="393370"/>
            <a:ext cx="2045525" cy="613658"/>
          </a:xfrm>
          <a:prstGeom prst="rect">
            <a:avLst/>
          </a:prstGeom>
        </p:spPr>
      </p:pic>
      <p:sp>
        <p:nvSpPr>
          <p:cNvPr id="7" name="Rectangle 6">
            <a:extLst>
              <a:ext uri="{FF2B5EF4-FFF2-40B4-BE49-F238E27FC236}">
                <a16:creationId xmlns:a16="http://schemas.microsoft.com/office/drawing/2014/main" id="{0838AF18-070C-A216-E467-42AC255768B4}"/>
              </a:ext>
            </a:extLst>
          </p:cNvPr>
          <p:cNvSpPr/>
          <p:nvPr userDrawn="1"/>
        </p:nvSpPr>
        <p:spPr>
          <a:xfrm>
            <a:off x="10936705" y="5787189"/>
            <a:ext cx="998621" cy="9504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3" name="Text Placeholder 22">
            <a:extLst>
              <a:ext uri="{FF2B5EF4-FFF2-40B4-BE49-F238E27FC236}">
                <a16:creationId xmlns:a16="http://schemas.microsoft.com/office/drawing/2014/main" id="{DD85D804-87AB-12F0-FB86-8F77E33527DE}"/>
              </a:ext>
            </a:extLst>
          </p:cNvPr>
          <p:cNvSpPr>
            <a:spLocks noGrp="1"/>
          </p:cNvSpPr>
          <p:nvPr>
            <p:ph type="body" sz="quarter" idx="12" hasCustomPrompt="1"/>
          </p:nvPr>
        </p:nvSpPr>
        <p:spPr>
          <a:xfrm>
            <a:off x="291274" y="2209985"/>
            <a:ext cx="1697037" cy="252413"/>
          </a:xfrm>
        </p:spPr>
        <p:txBody>
          <a:bodyPr anchor="ctr"/>
          <a:lstStyle>
            <a:lvl1pPr marL="0" indent="0" algn="ctr">
              <a:buNone/>
              <a:defRPr lang="en-SA" sz="2800" b="1" i="0" kern="1200" dirty="0">
                <a:solidFill>
                  <a:schemeClr val="bg1"/>
                </a:solidFill>
                <a:latin typeface="HRSD Gov SemiBold" pitchFamily="2" charset="-78"/>
                <a:ea typeface="HRSD Gov SemiBold" pitchFamily="2" charset="-78"/>
                <a:cs typeface="HRSD Gov SemiBold" pitchFamily="2" charset="-78"/>
              </a:defRPr>
            </a:lvl1pPr>
          </a:lstStyle>
          <a:p>
            <a:pPr lvl="0"/>
            <a:r>
              <a:rPr lang="en-US" dirty="0"/>
              <a:t>0.1</a:t>
            </a:r>
            <a:endParaRPr lang="en-SA" dirty="0"/>
          </a:p>
        </p:txBody>
      </p:sp>
      <p:sp>
        <p:nvSpPr>
          <p:cNvPr id="29" name="Text Placeholder 28">
            <a:extLst>
              <a:ext uri="{FF2B5EF4-FFF2-40B4-BE49-F238E27FC236}">
                <a16:creationId xmlns:a16="http://schemas.microsoft.com/office/drawing/2014/main" id="{FE5AF13D-F53E-8E58-1AF6-A1F4BF5D3017}"/>
              </a:ext>
            </a:extLst>
          </p:cNvPr>
          <p:cNvSpPr>
            <a:spLocks noGrp="1"/>
          </p:cNvSpPr>
          <p:nvPr>
            <p:ph type="body" sz="quarter" idx="15" hasCustomPrompt="1"/>
          </p:nvPr>
        </p:nvSpPr>
        <p:spPr>
          <a:xfrm>
            <a:off x="10526700" y="5917599"/>
            <a:ext cx="1235310" cy="287438"/>
          </a:xfrm>
        </p:spPr>
        <p:txBody>
          <a:bodyPr anchor="ctr">
            <a:normAutofit/>
          </a:bodyPr>
          <a:lstStyle>
            <a:lvl1pPr marL="0" indent="0" algn="r">
              <a:buNone/>
              <a:defRPr lang="ar-SA" sz="1200" b="0" i="0" kern="1200" dirty="0">
                <a:solidFill>
                  <a:schemeClr val="tx1"/>
                </a:solidFill>
                <a:latin typeface="HRSD Gov" pitchFamily="2" charset="-78"/>
                <a:ea typeface="HRSD Gov" pitchFamily="2" charset="-78"/>
                <a:cs typeface="HRSD Gov" pitchFamily="2" charset="-78"/>
              </a:defRPr>
            </a:lvl1pPr>
          </a:lstStyle>
          <a:p>
            <a:r>
              <a:rPr lang="en-US" dirty="0"/>
              <a:t>Date 2023/00/00</a:t>
            </a:r>
            <a:endParaRPr lang="ar-SA" dirty="0"/>
          </a:p>
        </p:txBody>
      </p:sp>
      <p:sp>
        <p:nvSpPr>
          <p:cNvPr id="31" name="Text Placeholder 30">
            <a:extLst>
              <a:ext uri="{FF2B5EF4-FFF2-40B4-BE49-F238E27FC236}">
                <a16:creationId xmlns:a16="http://schemas.microsoft.com/office/drawing/2014/main" id="{DF59395E-1DD8-EF49-C67A-F2C4528E0EB6}"/>
              </a:ext>
            </a:extLst>
          </p:cNvPr>
          <p:cNvSpPr>
            <a:spLocks noGrp="1"/>
          </p:cNvSpPr>
          <p:nvPr>
            <p:ph type="body" sz="quarter" idx="16" hasCustomPrompt="1"/>
          </p:nvPr>
        </p:nvSpPr>
        <p:spPr>
          <a:xfrm>
            <a:off x="291274" y="1859297"/>
            <a:ext cx="1697037" cy="275614"/>
          </a:xfrm>
        </p:spPr>
        <p:txBody>
          <a:bodyPr>
            <a:noAutofit/>
          </a:bodyPr>
          <a:lstStyle>
            <a:lvl1pPr marL="0" indent="0" algn="ctr">
              <a:buNone/>
              <a:defRPr sz="1800" b="0" i="0">
                <a:solidFill>
                  <a:schemeClr val="bg1"/>
                </a:solidFill>
                <a:latin typeface="HRSD Gov Medium" pitchFamily="2" charset="-78"/>
                <a:ea typeface="HRSD Gov Medium" pitchFamily="2" charset="-78"/>
                <a:cs typeface="HRSD Gov Medium" pitchFamily="2" charset="-78"/>
              </a:defRPr>
            </a:lvl1pPr>
          </a:lstStyle>
          <a:p>
            <a:pPr lvl="0"/>
            <a:r>
              <a:rPr lang="ar-SA" dirty="0"/>
              <a:t>نسخة</a:t>
            </a:r>
            <a:endParaRPr lang="en-SA" dirty="0"/>
          </a:p>
        </p:txBody>
      </p:sp>
      <p:sp>
        <p:nvSpPr>
          <p:cNvPr id="33" name="Subtitle 2">
            <a:extLst>
              <a:ext uri="{FF2B5EF4-FFF2-40B4-BE49-F238E27FC236}">
                <a16:creationId xmlns:a16="http://schemas.microsoft.com/office/drawing/2014/main" id="{67F033FC-A54C-5B53-7FA9-64AD4B858ADF}"/>
              </a:ext>
            </a:extLst>
          </p:cNvPr>
          <p:cNvSpPr>
            <a:spLocks noGrp="1"/>
          </p:cNvSpPr>
          <p:nvPr>
            <p:ph type="subTitle" idx="1" hasCustomPrompt="1"/>
          </p:nvPr>
        </p:nvSpPr>
        <p:spPr>
          <a:xfrm>
            <a:off x="3475123" y="3655659"/>
            <a:ext cx="8286888" cy="896443"/>
          </a:xfrm>
        </p:spPr>
        <p:txBody>
          <a:bodyPr>
            <a:normAutofit/>
          </a:bodyPr>
          <a:lstStyle>
            <a:lvl1pPr marL="0" indent="0" algn="r">
              <a:buNone/>
              <a:defRPr sz="2000" b="0" i="0">
                <a:solidFill>
                  <a:schemeClr val="tx1"/>
                </a:solidFill>
                <a:latin typeface="HRSD Gov" pitchFamily="2" charset="-78"/>
                <a:ea typeface="HRSD Gov" pitchFamily="2" charset="-78"/>
                <a:cs typeface="HRSD Gov"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انقر لتحرير النص</a:t>
            </a:r>
          </a:p>
        </p:txBody>
      </p:sp>
      <p:sp>
        <p:nvSpPr>
          <p:cNvPr id="3" name="TextBox 2">
            <a:extLst>
              <a:ext uri="{FF2B5EF4-FFF2-40B4-BE49-F238E27FC236}">
                <a16:creationId xmlns:a16="http://schemas.microsoft.com/office/drawing/2014/main" id="{ACAF59D9-62F0-6B77-ABCD-57CAA3AC8BE1}"/>
              </a:ext>
            </a:extLst>
          </p:cNvPr>
          <p:cNvSpPr txBox="1"/>
          <p:nvPr userDrawn="1"/>
        </p:nvSpPr>
        <p:spPr>
          <a:xfrm>
            <a:off x="284119" y="6309268"/>
            <a:ext cx="2804598" cy="230832"/>
          </a:xfrm>
          <a:prstGeom prst="rect">
            <a:avLst/>
          </a:prstGeom>
          <a:noFill/>
        </p:spPr>
        <p:txBody>
          <a:bodyPr wrap="square" rtlCol="0">
            <a:spAutoFit/>
          </a:bodyPr>
          <a:lstStyle/>
          <a:p>
            <a:pPr marL="0" algn="l" defTabSz="914400" rtl="1" eaLnBrk="1" latinLnBrk="0" hangingPunct="1"/>
            <a:r>
              <a:rPr lang="ar-SA" sz="900" b="0" i="0" kern="1200" dirty="0">
                <a:solidFill>
                  <a:schemeClr val="tx1"/>
                </a:solidFill>
                <a:latin typeface="HRSD Gov" pitchFamily="2" charset="-78"/>
                <a:ea typeface="HRSD Gov" pitchFamily="2" charset="-78"/>
                <a:cs typeface="HRSD Gov" pitchFamily="2" charset="-78"/>
              </a:rPr>
              <a:t>جميع الحقوق محفوظه لوزارة الموارد والتنمية الاجتماعية © 2023</a:t>
            </a:r>
          </a:p>
        </p:txBody>
      </p:sp>
      <p:sp>
        <p:nvSpPr>
          <p:cNvPr id="4" name="TextBox 3">
            <a:extLst>
              <a:ext uri="{FF2B5EF4-FFF2-40B4-BE49-F238E27FC236}">
                <a16:creationId xmlns:a16="http://schemas.microsoft.com/office/drawing/2014/main" id="{DEAF030A-107D-4770-540D-8D76F5C0D101}"/>
              </a:ext>
            </a:extLst>
          </p:cNvPr>
          <p:cNvSpPr txBox="1"/>
          <p:nvPr userDrawn="1"/>
        </p:nvSpPr>
        <p:spPr>
          <a:xfrm>
            <a:off x="10680032" y="6309268"/>
            <a:ext cx="1081978" cy="230832"/>
          </a:xfrm>
          <a:prstGeom prst="rect">
            <a:avLst/>
          </a:prstGeom>
          <a:noFill/>
        </p:spPr>
        <p:txBody>
          <a:bodyPr wrap="square" rtlCol="0">
            <a:spAutoFit/>
          </a:bodyPr>
          <a:lstStyle/>
          <a:p>
            <a:pPr marL="0" algn="r" defTabSz="914400" rtl="1" eaLnBrk="1" latinLnBrk="0" hangingPunct="1"/>
            <a:r>
              <a:rPr lang="en-US" sz="900" b="0" i="0" kern="1200" dirty="0" err="1">
                <a:solidFill>
                  <a:schemeClr val="tx1"/>
                </a:solidFill>
                <a:latin typeface="HRSD Gov" pitchFamily="2" charset="-78"/>
                <a:ea typeface="HRSD Gov" pitchFamily="2" charset="-78"/>
                <a:cs typeface="HRSD Gov" pitchFamily="2" charset="-78"/>
              </a:rPr>
              <a:t>www.hrsd.gov.sa</a:t>
            </a:r>
            <a:endParaRPr lang="en-US" sz="900" b="0" i="0" kern="1200" dirty="0">
              <a:solidFill>
                <a:schemeClr val="tx1"/>
              </a:solidFill>
              <a:latin typeface="HRSD Gov" pitchFamily="2" charset="-78"/>
              <a:ea typeface="HRSD Gov" pitchFamily="2" charset="-78"/>
              <a:cs typeface="HRSD Gov" pitchFamily="2" charset="-78"/>
            </a:endParaRPr>
          </a:p>
        </p:txBody>
      </p:sp>
    </p:spTree>
    <p:extLst>
      <p:ext uri="{BB962C8B-B14F-4D97-AF65-F5344CB8AC3E}">
        <p14:creationId xmlns:p14="http://schemas.microsoft.com/office/powerpoint/2010/main" val="7923069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2" name="شكل حر 160">
            <a:extLst>
              <a:ext uri="{FF2B5EF4-FFF2-40B4-BE49-F238E27FC236}">
                <a16:creationId xmlns:a16="http://schemas.microsoft.com/office/drawing/2014/main" id="{6E8398BA-5518-0906-C39A-1594D627B605}"/>
              </a:ext>
            </a:extLst>
          </p:cNvPr>
          <p:cNvSpPr/>
          <p:nvPr userDrawn="1"/>
        </p:nvSpPr>
        <p:spPr>
          <a:xfrm>
            <a:off x="0" y="1627628"/>
            <a:ext cx="2279586" cy="1305178"/>
          </a:xfrm>
          <a:custGeom>
            <a:avLst/>
            <a:gdLst>
              <a:gd name="connsiteX0" fmla="*/ 0 w 2279586"/>
              <a:gd name="connsiteY0" fmla="*/ 914336 h 1305178"/>
              <a:gd name="connsiteX1" fmla="*/ 2279587 w 2279586"/>
              <a:gd name="connsiteY1" fmla="*/ 1305179 h 1305178"/>
              <a:gd name="connsiteX2" fmla="*/ 2279587 w 2279586"/>
              <a:gd name="connsiteY2" fmla="*/ 0 h 1305178"/>
              <a:gd name="connsiteX3" fmla="*/ 0 w 2279586"/>
              <a:gd name="connsiteY3" fmla="*/ 136716 h 1305178"/>
              <a:gd name="connsiteX4" fmla="*/ 0 w 2279586"/>
              <a:gd name="connsiteY4" fmla="*/ 914400 h 1305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586" h="1305178">
                <a:moveTo>
                  <a:pt x="0" y="914336"/>
                </a:moveTo>
                <a:cubicBezTo>
                  <a:pt x="0" y="914336"/>
                  <a:pt x="1139190" y="911352"/>
                  <a:pt x="2279587" y="1305179"/>
                </a:cubicBezTo>
                <a:lnTo>
                  <a:pt x="2279587" y="0"/>
                </a:lnTo>
                <a:cubicBezTo>
                  <a:pt x="1529779" y="89408"/>
                  <a:pt x="769049" y="135255"/>
                  <a:pt x="0" y="136716"/>
                </a:cubicBezTo>
                <a:lnTo>
                  <a:pt x="0" y="914400"/>
                </a:lnTo>
                <a:close/>
              </a:path>
            </a:pathLst>
          </a:custGeom>
          <a:solidFill>
            <a:srgbClr val="C00000"/>
          </a:solidFill>
          <a:ln w="0" cap="flat">
            <a:noFill/>
            <a:prstDash val="solid"/>
            <a:miter/>
          </a:ln>
        </p:spPr>
        <p:txBody>
          <a:bodyPr rtlCol="1" anchor="ctr"/>
          <a:lstStyle/>
          <a:p>
            <a:pPr marL="0" algn="l" defTabSz="914400" rtl="0" eaLnBrk="1" latinLnBrk="0" hangingPunct="1"/>
            <a:endParaRPr lang="ar-SA">
              <a:solidFill>
                <a:schemeClr val="accent2"/>
              </a:solidFill>
            </a:endParaRPr>
          </a:p>
        </p:txBody>
      </p:sp>
      <p:sp>
        <p:nvSpPr>
          <p:cNvPr id="13" name="شكل حر 161">
            <a:extLst>
              <a:ext uri="{FF2B5EF4-FFF2-40B4-BE49-F238E27FC236}">
                <a16:creationId xmlns:a16="http://schemas.microsoft.com/office/drawing/2014/main" id="{4D9A76EE-A2DB-FA89-CEE4-FDD3C50D08FC}"/>
              </a:ext>
            </a:extLst>
          </p:cNvPr>
          <p:cNvSpPr/>
          <p:nvPr userDrawn="1"/>
        </p:nvSpPr>
        <p:spPr>
          <a:xfrm>
            <a:off x="0" y="0"/>
            <a:ext cx="2279586" cy="1784223"/>
          </a:xfrm>
          <a:custGeom>
            <a:avLst/>
            <a:gdLst>
              <a:gd name="connsiteX0" fmla="*/ 0 w 2279586"/>
              <a:gd name="connsiteY0" fmla="*/ 0 h 1784223"/>
              <a:gd name="connsiteX1" fmla="*/ 0 w 2279586"/>
              <a:gd name="connsiteY1" fmla="*/ 1784223 h 1784223"/>
              <a:gd name="connsiteX2" fmla="*/ 2279587 w 2279586"/>
              <a:gd name="connsiteY2" fmla="*/ 1647571 h 1784223"/>
              <a:gd name="connsiteX3" fmla="*/ 2279587 w 2279586"/>
              <a:gd name="connsiteY3" fmla="*/ 0 h 1784223"/>
              <a:gd name="connsiteX4" fmla="*/ 0 w 2279586"/>
              <a:gd name="connsiteY4" fmla="*/ 0 h 1784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586" h="1784223">
                <a:moveTo>
                  <a:pt x="0" y="0"/>
                </a:moveTo>
                <a:lnTo>
                  <a:pt x="0" y="1784223"/>
                </a:lnTo>
                <a:cubicBezTo>
                  <a:pt x="769049" y="1782763"/>
                  <a:pt x="1529779" y="1736916"/>
                  <a:pt x="2279587" y="1647571"/>
                </a:cubicBezTo>
                <a:lnTo>
                  <a:pt x="2279587" y="0"/>
                </a:lnTo>
                <a:lnTo>
                  <a:pt x="0" y="0"/>
                </a:lnTo>
                <a:close/>
              </a:path>
            </a:pathLst>
          </a:custGeom>
          <a:solidFill>
            <a:srgbClr val="C00000"/>
          </a:solidFill>
          <a:ln w="0" cap="flat">
            <a:noFill/>
            <a:prstDash val="solid"/>
            <a:miter/>
          </a:ln>
        </p:spPr>
        <p:txBody>
          <a:bodyPr rtlCol="1" anchor="ctr"/>
          <a:lstStyle/>
          <a:p>
            <a:pPr marL="0" algn="l" defTabSz="914400" rtl="0" eaLnBrk="1" latinLnBrk="0" hangingPunct="1"/>
            <a:endParaRPr lang="ar-SA">
              <a:highlight>
                <a:srgbClr val="002D44"/>
              </a:highlight>
            </a:endParaRPr>
          </a:p>
        </p:txBody>
      </p:sp>
      <p:sp>
        <p:nvSpPr>
          <p:cNvPr id="14" name="شكل حر 206">
            <a:extLst>
              <a:ext uri="{FF2B5EF4-FFF2-40B4-BE49-F238E27FC236}">
                <a16:creationId xmlns:a16="http://schemas.microsoft.com/office/drawing/2014/main" id="{D87107D1-57D6-BC75-09AE-46E22E0F6D69}"/>
              </a:ext>
            </a:extLst>
          </p:cNvPr>
          <p:cNvSpPr/>
          <p:nvPr userDrawn="1"/>
        </p:nvSpPr>
        <p:spPr>
          <a:xfrm>
            <a:off x="5069522" y="5142420"/>
            <a:ext cx="7122477" cy="1708721"/>
          </a:xfrm>
          <a:custGeom>
            <a:avLst/>
            <a:gdLst>
              <a:gd name="connsiteX0" fmla="*/ 7122478 w 7122477"/>
              <a:gd name="connsiteY0" fmla="*/ 0 h 1708721"/>
              <a:gd name="connsiteX1" fmla="*/ 0 w 7122477"/>
              <a:gd name="connsiteY1" fmla="*/ 1708722 h 1708721"/>
            </a:gdLst>
            <a:ahLst/>
            <a:cxnLst>
              <a:cxn ang="0">
                <a:pos x="connsiteX0" y="connsiteY0"/>
              </a:cxn>
              <a:cxn ang="0">
                <a:pos x="connsiteX1" y="connsiteY1"/>
              </a:cxn>
            </a:cxnLst>
            <a:rect l="l" t="t" r="r" b="b"/>
            <a:pathLst>
              <a:path w="7122477" h="1708721">
                <a:moveTo>
                  <a:pt x="7122478" y="0"/>
                </a:moveTo>
                <a:cubicBezTo>
                  <a:pt x="7122478" y="0"/>
                  <a:pt x="3634931" y="205930"/>
                  <a:pt x="0" y="1708722"/>
                </a:cubicBezTo>
              </a:path>
            </a:pathLst>
          </a:custGeom>
          <a:noFill/>
          <a:ln w="14542" cap="flat">
            <a:solidFill>
              <a:srgbClr val="009B9B"/>
            </a:solidFill>
            <a:prstDash val="solid"/>
            <a:miter/>
          </a:ln>
        </p:spPr>
        <p:txBody>
          <a:bodyPr rtlCol="1" anchor="ctr"/>
          <a:lstStyle/>
          <a:p>
            <a:endParaRPr lang="ar-SA"/>
          </a:p>
        </p:txBody>
      </p:sp>
      <p:pic>
        <p:nvPicPr>
          <p:cNvPr id="16" name="صورة 7">
            <a:extLst>
              <a:ext uri="{FF2B5EF4-FFF2-40B4-BE49-F238E27FC236}">
                <a16:creationId xmlns:a16="http://schemas.microsoft.com/office/drawing/2014/main" id="{6B5D0048-3378-CA67-730B-AE0DCBADB8A2}"/>
              </a:ext>
            </a:extLst>
          </p:cNvPr>
          <p:cNvPicPr>
            <a:picLocks noChangeAspect="1"/>
          </p:cNvPicPr>
          <p:nvPr userDrawn="1"/>
        </p:nvPicPr>
        <p:blipFill>
          <a:blip r:embed="rId2"/>
          <a:stretch>
            <a:fillRect/>
          </a:stretch>
        </p:blipFill>
        <p:spPr>
          <a:xfrm>
            <a:off x="9755592" y="393370"/>
            <a:ext cx="2045525" cy="613658"/>
          </a:xfrm>
          <a:prstGeom prst="rect">
            <a:avLst/>
          </a:prstGeom>
        </p:spPr>
      </p:pic>
      <p:cxnSp>
        <p:nvCxnSpPr>
          <p:cNvPr id="10" name="Straight Connector 9">
            <a:extLst>
              <a:ext uri="{FF2B5EF4-FFF2-40B4-BE49-F238E27FC236}">
                <a16:creationId xmlns:a16="http://schemas.microsoft.com/office/drawing/2014/main" id="{C7207D88-6DE3-3E3E-6154-D57F59E5D64F}"/>
              </a:ext>
            </a:extLst>
          </p:cNvPr>
          <p:cNvCxnSpPr/>
          <p:nvPr userDrawn="1"/>
        </p:nvCxnSpPr>
        <p:spPr>
          <a:xfrm>
            <a:off x="359571" y="1206573"/>
            <a:ext cx="156044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 Placeholder 22">
            <a:extLst>
              <a:ext uri="{FF2B5EF4-FFF2-40B4-BE49-F238E27FC236}">
                <a16:creationId xmlns:a16="http://schemas.microsoft.com/office/drawing/2014/main" id="{77350C38-C17D-9F8B-2750-0EC012C5C1B3}"/>
              </a:ext>
            </a:extLst>
          </p:cNvPr>
          <p:cNvSpPr>
            <a:spLocks noGrp="1"/>
          </p:cNvSpPr>
          <p:nvPr>
            <p:ph type="body" sz="quarter" idx="12" hasCustomPrompt="1"/>
          </p:nvPr>
        </p:nvSpPr>
        <p:spPr>
          <a:xfrm>
            <a:off x="291274" y="712533"/>
            <a:ext cx="1697037" cy="252413"/>
          </a:xfrm>
        </p:spPr>
        <p:txBody>
          <a:bodyPr anchor="ctr"/>
          <a:lstStyle>
            <a:lvl1pPr marL="0" indent="0" algn="ctr">
              <a:buNone/>
              <a:defRPr lang="en-SA" sz="2800" b="1" i="0" kern="1200" dirty="0">
                <a:solidFill>
                  <a:schemeClr val="bg1"/>
                </a:solidFill>
                <a:latin typeface="HRSD Gov SemiBold" pitchFamily="2" charset="-78"/>
                <a:ea typeface="HRSD Gov SemiBold" pitchFamily="2" charset="-78"/>
                <a:cs typeface="HRSD Gov SemiBold" pitchFamily="2" charset="-78"/>
              </a:defRPr>
            </a:lvl1pPr>
          </a:lstStyle>
          <a:p>
            <a:pPr lvl="0"/>
            <a:r>
              <a:rPr lang="en-US" dirty="0"/>
              <a:t>0.1</a:t>
            </a:r>
            <a:endParaRPr lang="en-SA" dirty="0"/>
          </a:p>
        </p:txBody>
      </p:sp>
      <p:sp>
        <p:nvSpPr>
          <p:cNvPr id="27" name="Text Placeholder 30">
            <a:extLst>
              <a:ext uri="{FF2B5EF4-FFF2-40B4-BE49-F238E27FC236}">
                <a16:creationId xmlns:a16="http://schemas.microsoft.com/office/drawing/2014/main" id="{350810C5-6FE3-72B2-606D-DB9056C032F6}"/>
              </a:ext>
            </a:extLst>
          </p:cNvPr>
          <p:cNvSpPr>
            <a:spLocks noGrp="1"/>
          </p:cNvSpPr>
          <p:nvPr>
            <p:ph type="body" sz="quarter" idx="17" hasCustomPrompt="1"/>
          </p:nvPr>
        </p:nvSpPr>
        <p:spPr>
          <a:xfrm>
            <a:off x="291274" y="358773"/>
            <a:ext cx="1697037" cy="275614"/>
          </a:xfrm>
        </p:spPr>
        <p:txBody>
          <a:bodyPr>
            <a:noAutofit/>
          </a:bodyPr>
          <a:lstStyle>
            <a:lvl1pPr marL="0" indent="0" algn="ctr">
              <a:buNone/>
              <a:defRPr sz="1800" b="0" i="0">
                <a:solidFill>
                  <a:schemeClr val="bg1"/>
                </a:solidFill>
                <a:latin typeface="HRSD Gov Medium" pitchFamily="2" charset="-78"/>
                <a:ea typeface="HRSD Gov Medium" pitchFamily="2" charset="-78"/>
                <a:cs typeface="HRSD Gov Medium" pitchFamily="2" charset="-78"/>
              </a:defRPr>
            </a:lvl1pPr>
          </a:lstStyle>
          <a:p>
            <a:pPr lvl="0"/>
            <a:r>
              <a:rPr lang="ar-SA" dirty="0"/>
              <a:t>نسخة</a:t>
            </a:r>
            <a:endParaRPr lang="en-SA" dirty="0"/>
          </a:p>
        </p:txBody>
      </p:sp>
      <p:sp>
        <p:nvSpPr>
          <p:cNvPr id="28" name="Title 1">
            <a:extLst>
              <a:ext uri="{FF2B5EF4-FFF2-40B4-BE49-F238E27FC236}">
                <a16:creationId xmlns:a16="http://schemas.microsoft.com/office/drawing/2014/main" id="{392AB5AF-C456-CF7F-F980-DE10CE59B705}"/>
              </a:ext>
            </a:extLst>
          </p:cNvPr>
          <p:cNvSpPr>
            <a:spLocks noGrp="1"/>
          </p:cNvSpPr>
          <p:nvPr>
            <p:ph type="ctrTitle" hasCustomPrompt="1"/>
          </p:nvPr>
        </p:nvSpPr>
        <p:spPr>
          <a:xfrm>
            <a:off x="3475122" y="2734180"/>
            <a:ext cx="8286888" cy="861209"/>
          </a:xfrm>
        </p:spPr>
        <p:txBody>
          <a:bodyPr anchor="t">
            <a:normAutofit/>
          </a:bodyPr>
          <a:lstStyle>
            <a:lvl1pPr algn="r">
              <a:defRPr sz="4400">
                <a:solidFill>
                  <a:schemeClr val="accent1"/>
                </a:solidFill>
                <a:latin typeface="HRSD Gov Title Bold" pitchFamily="2" charset="-78"/>
                <a:ea typeface="HRSD Gov Title Bold" pitchFamily="2" charset="-78"/>
                <a:cs typeface="HRSD Gov Title Bold" pitchFamily="2" charset="-78"/>
              </a:defRPr>
            </a:lvl1pPr>
          </a:lstStyle>
          <a:p>
            <a:r>
              <a:rPr lang="ar-SA" dirty="0"/>
              <a:t>مثال للعنوان الرئيسي للعرض التقديمي</a:t>
            </a:r>
            <a:endParaRPr lang="en-SA" dirty="0"/>
          </a:p>
        </p:txBody>
      </p:sp>
      <p:sp>
        <p:nvSpPr>
          <p:cNvPr id="29" name="Subtitle 2">
            <a:extLst>
              <a:ext uri="{FF2B5EF4-FFF2-40B4-BE49-F238E27FC236}">
                <a16:creationId xmlns:a16="http://schemas.microsoft.com/office/drawing/2014/main" id="{963DF76F-7FD1-D3A4-470F-46CC78EE71BA}"/>
              </a:ext>
            </a:extLst>
          </p:cNvPr>
          <p:cNvSpPr>
            <a:spLocks noGrp="1"/>
          </p:cNvSpPr>
          <p:nvPr>
            <p:ph type="subTitle" idx="1" hasCustomPrompt="1"/>
          </p:nvPr>
        </p:nvSpPr>
        <p:spPr>
          <a:xfrm>
            <a:off x="3475123" y="3655659"/>
            <a:ext cx="8286888" cy="896443"/>
          </a:xfrm>
        </p:spPr>
        <p:txBody>
          <a:bodyPr>
            <a:normAutofit/>
          </a:bodyPr>
          <a:lstStyle>
            <a:lvl1pPr marL="0" indent="0" algn="r">
              <a:buNone/>
              <a:defRPr sz="2000" b="0" i="0">
                <a:solidFill>
                  <a:schemeClr val="tx1"/>
                </a:solidFill>
                <a:latin typeface="HRSD Gov" pitchFamily="2" charset="-78"/>
                <a:ea typeface="HRSD Gov" pitchFamily="2" charset="-78"/>
                <a:cs typeface="HRSD Gov"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انقر لتحرير النص</a:t>
            </a:r>
          </a:p>
        </p:txBody>
      </p:sp>
      <p:sp>
        <p:nvSpPr>
          <p:cNvPr id="30" name="Text Placeholder 28">
            <a:extLst>
              <a:ext uri="{FF2B5EF4-FFF2-40B4-BE49-F238E27FC236}">
                <a16:creationId xmlns:a16="http://schemas.microsoft.com/office/drawing/2014/main" id="{161C4203-32A4-10D2-E3D6-B0A33F1D2717}"/>
              </a:ext>
            </a:extLst>
          </p:cNvPr>
          <p:cNvSpPr>
            <a:spLocks noGrp="1"/>
          </p:cNvSpPr>
          <p:nvPr>
            <p:ph type="body" sz="quarter" idx="18" hasCustomPrompt="1"/>
          </p:nvPr>
        </p:nvSpPr>
        <p:spPr>
          <a:xfrm>
            <a:off x="10526700" y="5917599"/>
            <a:ext cx="1235310" cy="287438"/>
          </a:xfrm>
        </p:spPr>
        <p:txBody>
          <a:bodyPr anchor="ctr">
            <a:normAutofit/>
          </a:bodyPr>
          <a:lstStyle>
            <a:lvl1pPr marL="0" indent="0" algn="r">
              <a:buNone/>
              <a:defRPr lang="ar-SA" sz="1200" b="0" i="0" kern="1200" dirty="0">
                <a:solidFill>
                  <a:schemeClr val="tx1"/>
                </a:solidFill>
                <a:latin typeface="HRSD Gov" pitchFamily="2" charset="-78"/>
                <a:ea typeface="HRSD Gov" pitchFamily="2" charset="-78"/>
                <a:cs typeface="HRSD Gov" pitchFamily="2" charset="-78"/>
              </a:defRPr>
            </a:lvl1pPr>
          </a:lstStyle>
          <a:p>
            <a:r>
              <a:rPr lang="en-US" dirty="0"/>
              <a:t>Date 2023/00/00</a:t>
            </a:r>
            <a:endParaRPr lang="ar-SA" dirty="0"/>
          </a:p>
        </p:txBody>
      </p:sp>
      <p:sp>
        <p:nvSpPr>
          <p:cNvPr id="2" name="TextBox 1">
            <a:extLst>
              <a:ext uri="{FF2B5EF4-FFF2-40B4-BE49-F238E27FC236}">
                <a16:creationId xmlns:a16="http://schemas.microsoft.com/office/drawing/2014/main" id="{C58E6B79-8E2F-35E0-016D-A998332E21EC}"/>
              </a:ext>
            </a:extLst>
          </p:cNvPr>
          <p:cNvSpPr txBox="1"/>
          <p:nvPr userDrawn="1"/>
        </p:nvSpPr>
        <p:spPr>
          <a:xfrm>
            <a:off x="284119" y="6309268"/>
            <a:ext cx="2804598" cy="230832"/>
          </a:xfrm>
          <a:prstGeom prst="rect">
            <a:avLst/>
          </a:prstGeom>
          <a:noFill/>
        </p:spPr>
        <p:txBody>
          <a:bodyPr wrap="square" rtlCol="0">
            <a:spAutoFit/>
          </a:bodyPr>
          <a:lstStyle/>
          <a:p>
            <a:pPr marL="0" algn="l" defTabSz="914400" rtl="1" eaLnBrk="1" latinLnBrk="0" hangingPunct="1"/>
            <a:r>
              <a:rPr lang="ar-SA" sz="900" b="0" i="0" kern="1200" dirty="0">
                <a:solidFill>
                  <a:schemeClr val="tx1"/>
                </a:solidFill>
                <a:latin typeface="HRSD Gov" pitchFamily="2" charset="-78"/>
                <a:ea typeface="HRSD Gov" pitchFamily="2" charset="-78"/>
                <a:cs typeface="HRSD Gov" pitchFamily="2" charset="-78"/>
              </a:rPr>
              <a:t>جميع الحقوق محفوظه لوزارة الموارد والتنمية الاجتماعية © 2023</a:t>
            </a:r>
          </a:p>
        </p:txBody>
      </p:sp>
      <p:sp>
        <p:nvSpPr>
          <p:cNvPr id="4" name="TextBox 3">
            <a:extLst>
              <a:ext uri="{FF2B5EF4-FFF2-40B4-BE49-F238E27FC236}">
                <a16:creationId xmlns:a16="http://schemas.microsoft.com/office/drawing/2014/main" id="{5C527352-B745-CF12-2481-8CB86178C71E}"/>
              </a:ext>
            </a:extLst>
          </p:cNvPr>
          <p:cNvSpPr txBox="1"/>
          <p:nvPr userDrawn="1"/>
        </p:nvSpPr>
        <p:spPr>
          <a:xfrm>
            <a:off x="10680032" y="6309268"/>
            <a:ext cx="1081978" cy="230832"/>
          </a:xfrm>
          <a:prstGeom prst="rect">
            <a:avLst/>
          </a:prstGeom>
          <a:noFill/>
        </p:spPr>
        <p:txBody>
          <a:bodyPr wrap="square" rtlCol="0">
            <a:spAutoFit/>
          </a:bodyPr>
          <a:lstStyle/>
          <a:p>
            <a:pPr marL="0" algn="r" defTabSz="914400" rtl="1" eaLnBrk="1" latinLnBrk="0" hangingPunct="1"/>
            <a:r>
              <a:rPr lang="en-US" sz="900" b="0" i="0" kern="1200" dirty="0" err="1">
                <a:solidFill>
                  <a:schemeClr val="tx1"/>
                </a:solidFill>
                <a:latin typeface="HRSD Gov" pitchFamily="2" charset="-78"/>
                <a:ea typeface="HRSD Gov" pitchFamily="2" charset="-78"/>
                <a:cs typeface="HRSD Gov" pitchFamily="2" charset="-78"/>
              </a:rPr>
              <a:t>www.hrsd.gov.sa</a:t>
            </a:r>
            <a:endParaRPr lang="en-US" sz="900" b="0" i="0" kern="1200" dirty="0">
              <a:solidFill>
                <a:schemeClr val="tx1"/>
              </a:solidFill>
              <a:latin typeface="HRSD Gov" pitchFamily="2" charset="-78"/>
              <a:ea typeface="HRSD Gov" pitchFamily="2" charset="-78"/>
              <a:cs typeface="HRSD Gov" pitchFamily="2" charset="-78"/>
            </a:endParaRPr>
          </a:p>
        </p:txBody>
      </p:sp>
      <p:sp>
        <p:nvSpPr>
          <p:cNvPr id="11" name="TextBox 10">
            <a:extLst>
              <a:ext uri="{FF2B5EF4-FFF2-40B4-BE49-F238E27FC236}">
                <a16:creationId xmlns:a16="http://schemas.microsoft.com/office/drawing/2014/main" id="{5F9ADB1B-3F5D-2E6A-4AC8-CD6C7C5D9F73}"/>
              </a:ext>
            </a:extLst>
          </p:cNvPr>
          <p:cNvSpPr txBox="1"/>
          <p:nvPr userDrawn="1"/>
        </p:nvSpPr>
        <p:spPr>
          <a:xfrm>
            <a:off x="291274" y="1755697"/>
            <a:ext cx="1697038" cy="523220"/>
          </a:xfrm>
          <a:prstGeom prst="rect">
            <a:avLst/>
          </a:prstGeom>
          <a:noFill/>
        </p:spPr>
        <p:txBody>
          <a:bodyPr wrap="square">
            <a:spAutoFit/>
          </a:bodyPr>
          <a:lstStyle/>
          <a:p>
            <a:pPr algn="ctr"/>
            <a:r>
              <a:rPr lang="ar-SA" sz="2800" b="1" i="0" kern="1200" dirty="0">
                <a:solidFill>
                  <a:schemeClr val="bg1"/>
                </a:solidFill>
                <a:latin typeface="HRSD Gov SemiBold" pitchFamily="2" charset="-78"/>
                <a:ea typeface="HRSD Gov SemiBold" pitchFamily="2" charset="-78"/>
                <a:cs typeface="HRSD Gov SemiBold" pitchFamily="2" charset="-78"/>
              </a:rPr>
              <a:t>عالية</a:t>
            </a:r>
            <a:endParaRPr lang="en-SA" sz="2800" b="1" i="0" kern="1200" dirty="0">
              <a:solidFill>
                <a:schemeClr val="bg1"/>
              </a:solidFill>
              <a:latin typeface="HRSD Gov SemiBold" pitchFamily="2" charset="-78"/>
              <a:ea typeface="HRSD Gov SemiBold" pitchFamily="2" charset="-78"/>
              <a:cs typeface="HRSD Gov SemiBold" pitchFamily="2" charset="-78"/>
            </a:endParaRPr>
          </a:p>
        </p:txBody>
      </p:sp>
      <p:sp>
        <p:nvSpPr>
          <p:cNvPr id="17" name="TextBox 16">
            <a:extLst>
              <a:ext uri="{FF2B5EF4-FFF2-40B4-BE49-F238E27FC236}">
                <a16:creationId xmlns:a16="http://schemas.microsoft.com/office/drawing/2014/main" id="{CF8E7723-674F-59DD-9F24-CB776F0DA53C}"/>
              </a:ext>
            </a:extLst>
          </p:cNvPr>
          <p:cNvSpPr txBox="1"/>
          <p:nvPr userDrawn="1"/>
        </p:nvSpPr>
        <p:spPr>
          <a:xfrm>
            <a:off x="291274" y="1447653"/>
            <a:ext cx="1697038" cy="348557"/>
          </a:xfrm>
          <a:prstGeom prst="rect">
            <a:avLst/>
          </a:prstGeom>
          <a:noFill/>
        </p:spPr>
        <p:txBody>
          <a:bodyPr wrap="square">
            <a:spAutoFit/>
          </a:bodyPr>
          <a:lstStyle/>
          <a:p>
            <a:pPr marL="0" lvl="0" indent="0" algn="ctr" defTabSz="914400" rtl="1" eaLnBrk="1" latinLnBrk="0" hangingPunct="1">
              <a:lnSpc>
                <a:spcPct val="90000"/>
              </a:lnSpc>
              <a:spcBef>
                <a:spcPts val="1000"/>
              </a:spcBef>
              <a:buFont typeface="Arial" panose="020B0604020202020204" pitchFamily="34" charset="0"/>
              <a:buNone/>
            </a:pPr>
            <a:r>
              <a:rPr lang="ar-SA" sz="1800" b="0" i="0" kern="1200" dirty="0">
                <a:solidFill>
                  <a:schemeClr val="bg1"/>
                </a:solidFill>
                <a:latin typeface="HRSD Gov Medium" pitchFamily="2" charset="-78"/>
                <a:ea typeface="HRSD Gov Medium" pitchFamily="2" charset="-78"/>
                <a:cs typeface="HRSD Gov Medium" pitchFamily="2" charset="-78"/>
              </a:rPr>
              <a:t>درجة سرية العرض</a:t>
            </a:r>
            <a:endParaRPr lang="en-SA" sz="1800" b="0" i="0" kern="1200" dirty="0">
              <a:solidFill>
                <a:schemeClr val="bg1"/>
              </a:solidFill>
              <a:latin typeface="HRSD Gov Medium" pitchFamily="2" charset="-78"/>
              <a:ea typeface="HRSD Gov Medium" pitchFamily="2" charset="-78"/>
              <a:cs typeface="HRSD Gov Medium" pitchFamily="2" charset="-78"/>
            </a:endParaRPr>
          </a:p>
        </p:txBody>
      </p:sp>
    </p:spTree>
    <p:extLst>
      <p:ext uri="{BB962C8B-B14F-4D97-AF65-F5344CB8AC3E}">
        <p14:creationId xmlns:p14="http://schemas.microsoft.com/office/powerpoint/2010/main" val="12800528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12" name="شكل حر 160">
            <a:extLst>
              <a:ext uri="{FF2B5EF4-FFF2-40B4-BE49-F238E27FC236}">
                <a16:creationId xmlns:a16="http://schemas.microsoft.com/office/drawing/2014/main" id="{6E8398BA-5518-0906-C39A-1594D627B605}"/>
              </a:ext>
            </a:extLst>
          </p:cNvPr>
          <p:cNvSpPr/>
          <p:nvPr userDrawn="1"/>
        </p:nvSpPr>
        <p:spPr>
          <a:xfrm>
            <a:off x="0" y="1627628"/>
            <a:ext cx="2279586" cy="1305178"/>
          </a:xfrm>
          <a:custGeom>
            <a:avLst/>
            <a:gdLst>
              <a:gd name="connsiteX0" fmla="*/ 0 w 2279586"/>
              <a:gd name="connsiteY0" fmla="*/ 914336 h 1305178"/>
              <a:gd name="connsiteX1" fmla="*/ 2279587 w 2279586"/>
              <a:gd name="connsiteY1" fmla="*/ 1305179 h 1305178"/>
              <a:gd name="connsiteX2" fmla="*/ 2279587 w 2279586"/>
              <a:gd name="connsiteY2" fmla="*/ 0 h 1305178"/>
              <a:gd name="connsiteX3" fmla="*/ 0 w 2279586"/>
              <a:gd name="connsiteY3" fmla="*/ 136716 h 1305178"/>
              <a:gd name="connsiteX4" fmla="*/ 0 w 2279586"/>
              <a:gd name="connsiteY4" fmla="*/ 914400 h 1305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586" h="1305178">
                <a:moveTo>
                  <a:pt x="0" y="914336"/>
                </a:moveTo>
                <a:cubicBezTo>
                  <a:pt x="0" y="914336"/>
                  <a:pt x="1139190" y="911352"/>
                  <a:pt x="2279587" y="1305179"/>
                </a:cubicBezTo>
                <a:lnTo>
                  <a:pt x="2279587" y="0"/>
                </a:lnTo>
                <a:cubicBezTo>
                  <a:pt x="1529779" y="89408"/>
                  <a:pt x="769049" y="135255"/>
                  <a:pt x="0" y="136716"/>
                </a:cubicBezTo>
                <a:lnTo>
                  <a:pt x="0" y="914400"/>
                </a:lnTo>
                <a:close/>
              </a:path>
            </a:pathLst>
          </a:custGeom>
          <a:solidFill>
            <a:schemeClr val="accent5"/>
          </a:solidFill>
          <a:ln w="0" cap="flat">
            <a:noFill/>
            <a:prstDash val="solid"/>
            <a:miter/>
          </a:ln>
        </p:spPr>
        <p:txBody>
          <a:bodyPr rtlCol="1" anchor="ctr"/>
          <a:lstStyle/>
          <a:p>
            <a:pPr marL="0" algn="l" defTabSz="914400" rtl="0" eaLnBrk="1" latinLnBrk="0" hangingPunct="1"/>
            <a:endParaRPr lang="ar-SA">
              <a:solidFill>
                <a:schemeClr val="accent2"/>
              </a:solidFill>
            </a:endParaRPr>
          </a:p>
        </p:txBody>
      </p:sp>
      <p:sp>
        <p:nvSpPr>
          <p:cNvPr id="13" name="شكل حر 161">
            <a:extLst>
              <a:ext uri="{FF2B5EF4-FFF2-40B4-BE49-F238E27FC236}">
                <a16:creationId xmlns:a16="http://schemas.microsoft.com/office/drawing/2014/main" id="{4D9A76EE-A2DB-FA89-CEE4-FDD3C50D08FC}"/>
              </a:ext>
            </a:extLst>
          </p:cNvPr>
          <p:cNvSpPr/>
          <p:nvPr userDrawn="1"/>
        </p:nvSpPr>
        <p:spPr>
          <a:xfrm>
            <a:off x="0" y="0"/>
            <a:ext cx="2279586" cy="1784223"/>
          </a:xfrm>
          <a:custGeom>
            <a:avLst/>
            <a:gdLst>
              <a:gd name="connsiteX0" fmla="*/ 0 w 2279586"/>
              <a:gd name="connsiteY0" fmla="*/ 0 h 1784223"/>
              <a:gd name="connsiteX1" fmla="*/ 0 w 2279586"/>
              <a:gd name="connsiteY1" fmla="*/ 1784223 h 1784223"/>
              <a:gd name="connsiteX2" fmla="*/ 2279587 w 2279586"/>
              <a:gd name="connsiteY2" fmla="*/ 1647571 h 1784223"/>
              <a:gd name="connsiteX3" fmla="*/ 2279587 w 2279586"/>
              <a:gd name="connsiteY3" fmla="*/ 0 h 1784223"/>
              <a:gd name="connsiteX4" fmla="*/ 0 w 2279586"/>
              <a:gd name="connsiteY4" fmla="*/ 0 h 1784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586" h="1784223">
                <a:moveTo>
                  <a:pt x="0" y="0"/>
                </a:moveTo>
                <a:lnTo>
                  <a:pt x="0" y="1784223"/>
                </a:lnTo>
                <a:cubicBezTo>
                  <a:pt x="769049" y="1782763"/>
                  <a:pt x="1529779" y="1736916"/>
                  <a:pt x="2279587" y="1647571"/>
                </a:cubicBezTo>
                <a:lnTo>
                  <a:pt x="2279587" y="0"/>
                </a:lnTo>
                <a:lnTo>
                  <a:pt x="0" y="0"/>
                </a:lnTo>
                <a:close/>
              </a:path>
            </a:pathLst>
          </a:custGeom>
          <a:solidFill>
            <a:schemeClr val="accent5"/>
          </a:solidFill>
          <a:ln w="0" cap="flat">
            <a:noFill/>
            <a:prstDash val="solid"/>
            <a:miter/>
          </a:ln>
        </p:spPr>
        <p:txBody>
          <a:bodyPr rtlCol="1" anchor="ctr"/>
          <a:lstStyle/>
          <a:p>
            <a:pPr marL="0" algn="r" defTabSz="914400" rtl="1" eaLnBrk="1" latinLnBrk="0" hangingPunct="1"/>
            <a:endParaRPr lang="ar-SA">
              <a:highlight>
                <a:srgbClr val="002D44"/>
              </a:highlight>
            </a:endParaRPr>
          </a:p>
        </p:txBody>
      </p:sp>
      <p:sp>
        <p:nvSpPr>
          <p:cNvPr id="14" name="شكل حر 206">
            <a:extLst>
              <a:ext uri="{FF2B5EF4-FFF2-40B4-BE49-F238E27FC236}">
                <a16:creationId xmlns:a16="http://schemas.microsoft.com/office/drawing/2014/main" id="{D87107D1-57D6-BC75-09AE-46E22E0F6D69}"/>
              </a:ext>
            </a:extLst>
          </p:cNvPr>
          <p:cNvSpPr/>
          <p:nvPr userDrawn="1"/>
        </p:nvSpPr>
        <p:spPr>
          <a:xfrm>
            <a:off x="5069522" y="5142420"/>
            <a:ext cx="7122477" cy="1708721"/>
          </a:xfrm>
          <a:custGeom>
            <a:avLst/>
            <a:gdLst>
              <a:gd name="connsiteX0" fmla="*/ 7122478 w 7122477"/>
              <a:gd name="connsiteY0" fmla="*/ 0 h 1708721"/>
              <a:gd name="connsiteX1" fmla="*/ 0 w 7122477"/>
              <a:gd name="connsiteY1" fmla="*/ 1708722 h 1708721"/>
            </a:gdLst>
            <a:ahLst/>
            <a:cxnLst>
              <a:cxn ang="0">
                <a:pos x="connsiteX0" y="connsiteY0"/>
              </a:cxn>
              <a:cxn ang="0">
                <a:pos x="connsiteX1" y="connsiteY1"/>
              </a:cxn>
            </a:cxnLst>
            <a:rect l="l" t="t" r="r" b="b"/>
            <a:pathLst>
              <a:path w="7122477" h="1708721">
                <a:moveTo>
                  <a:pt x="7122478" y="0"/>
                </a:moveTo>
                <a:cubicBezTo>
                  <a:pt x="7122478" y="0"/>
                  <a:pt x="3634931" y="205930"/>
                  <a:pt x="0" y="1708722"/>
                </a:cubicBezTo>
              </a:path>
            </a:pathLst>
          </a:custGeom>
          <a:noFill/>
          <a:ln w="14542" cap="flat">
            <a:solidFill>
              <a:srgbClr val="009B9B"/>
            </a:solidFill>
            <a:prstDash val="solid"/>
            <a:miter/>
          </a:ln>
        </p:spPr>
        <p:txBody>
          <a:bodyPr rtlCol="1" anchor="ctr"/>
          <a:lstStyle/>
          <a:p>
            <a:endParaRPr lang="ar-SA"/>
          </a:p>
        </p:txBody>
      </p:sp>
      <p:pic>
        <p:nvPicPr>
          <p:cNvPr id="16" name="صورة 7">
            <a:extLst>
              <a:ext uri="{FF2B5EF4-FFF2-40B4-BE49-F238E27FC236}">
                <a16:creationId xmlns:a16="http://schemas.microsoft.com/office/drawing/2014/main" id="{6B5D0048-3378-CA67-730B-AE0DCBADB8A2}"/>
              </a:ext>
            </a:extLst>
          </p:cNvPr>
          <p:cNvPicPr>
            <a:picLocks noChangeAspect="1"/>
          </p:cNvPicPr>
          <p:nvPr userDrawn="1"/>
        </p:nvPicPr>
        <p:blipFill>
          <a:blip r:embed="rId2"/>
          <a:stretch>
            <a:fillRect/>
          </a:stretch>
        </p:blipFill>
        <p:spPr>
          <a:xfrm>
            <a:off x="9755592" y="393370"/>
            <a:ext cx="2045525" cy="613658"/>
          </a:xfrm>
          <a:prstGeom prst="rect">
            <a:avLst/>
          </a:prstGeom>
        </p:spPr>
      </p:pic>
      <p:cxnSp>
        <p:nvCxnSpPr>
          <p:cNvPr id="10" name="Straight Connector 9">
            <a:extLst>
              <a:ext uri="{FF2B5EF4-FFF2-40B4-BE49-F238E27FC236}">
                <a16:creationId xmlns:a16="http://schemas.microsoft.com/office/drawing/2014/main" id="{C7207D88-6DE3-3E3E-6154-D57F59E5D64F}"/>
              </a:ext>
            </a:extLst>
          </p:cNvPr>
          <p:cNvCxnSpPr/>
          <p:nvPr userDrawn="1"/>
        </p:nvCxnSpPr>
        <p:spPr>
          <a:xfrm>
            <a:off x="359571" y="1206573"/>
            <a:ext cx="156044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22">
            <a:extLst>
              <a:ext uri="{FF2B5EF4-FFF2-40B4-BE49-F238E27FC236}">
                <a16:creationId xmlns:a16="http://schemas.microsoft.com/office/drawing/2014/main" id="{1F791082-9624-80F4-EE0A-272FCFB54FE8}"/>
              </a:ext>
            </a:extLst>
          </p:cNvPr>
          <p:cNvSpPr>
            <a:spLocks noGrp="1"/>
          </p:cNvSpPr>
          <p:nvPr>
            <p:ph type="body" sz="quarter" idx="12" hasCustomPrompt="1"/>
          </p:nvPr>
        </p:nvSpPr>
        <p:spPr>
          <a:xfrm>
            <a:off x="291274" y="712533"/>
            <a:ext cx="1697037" cy="252413"/>
          </a:xfrm>
        </p:spPr>
        <p:txBody>
          <a:bodyPr anchor="ctr"/>
          <a:lstStyle>
            <a:lvl1pPr marL="0" indent="0" algn="ctr">
              <a:buNone/>
              <a:defRPr lang="en-SA" sz="2800" b="1" i="0" kern="1200" dirty="0">
                <a:solidFill>
                  <a:schemeClr val="bg1"/>
                </a:solidFill>
                <a:latin typeface="HRSD Gov SemiBold" pitchFamily="2" charset="-78"/>
                <a:ea typeface="HRSD Gov SemiBold" pitchFamily="2" charset="-78"/>
                <a:cs typeface="HRSD Gov SemiBold" pitchFamily="2" charset="-78"/>
              </a:defRPr>
            </a:lvl1pPr>
          </a:lstStyle>
          <a:p>
            <a:pPr lvl="0"/>
            <a:r>
              <a:rPr lang="en-US" dirty="0"/>
              <a:t>0.1</a:t>
            </a:r>
            <a:endParaRPr lang="en-SA" dirty="0"/>
          </a:p>
        </p:txBody>
      </p:sp>
      <p:sp>
        <p:nvSpPr>
          <p:cNvPr id="21" name="Text Placeholder 30">
            <a:extLst>
              <a:ext uri="{FF2B5EF4-FFF2-40B4-BE49-F238E27FC236}">
                <a16:creationId xmlns:a16="http://schemas.microsoft.com/office/drawing/2014/main" id="{59342AC3-2A68-06DA-5F77-00EC27CEBB0A}"/>
              </a:ext>
            </a:extLst>
          </p:cNvPr>
          <p:cNvSpPr>
            <a:spLocks noGrp="1"/>
          </p:cNvSpPr>
          <p:nvPr>
            <p:ph type="body" sz="quarter" idx="17" hasCustomPrompt="1"/>
          </p:nvPr>
        </p:nvSpPr>
        <p:spPr>
          <a:xfrm>
            <a:off x="291274" y="358773"/>
            <a:ext cx="1697037" cy="275614"/>
          </a:xfrm>
        </p:spPr>
        <p:txBody>
          <a:bodyPr>
            <a:noAutofit/>
          </a:bodyPr>
          <a:lstStyle>
            <a:lvl1pPr marL="0" indent="0" algn="ctr">
              <a:buNone/>
              <a:defRPr sz="1800" b="0" i="0">
                <a:solidFill>
                  <a:schemeClr val="bg1"/>
                </a:solidFill>
                <a:latin typeface="HRSD Gov Medium" pitchFamily="2" charset="-78"/>
                <a:ea typeface="HRSD Gov Medium" pitchFamily="2" charset="-78"/>
                <a:cs typeface="HRSD Gov Medium" pitchFamily="2" charset="-78"/>
              </a:defRPr>
            </a:lvl1pPr>
          </a:lstStyle>
          <a:p>
            <a:pPr lvl="0"/>
            <a:r>
              <a:rPr lang="ar-SA" dirty="0"/>
              <a:t>نسخة</a:t>
            </a:r>
            <a:endParaRPr lang="en-SA" dirty="0"/>
          </a:p>
        </p:txBody>
      </p:sp>
      <p:sp>
        <p:nvSpPr>
          <p:cNvPr id="22" name="Title 1">
            <a:extLst>
              <a:ext uri="{FF2B5EF4-FFF2-40B4-BE49-F238E27FC236}">
                <a16:creationId xmlns:a16="http://schemas.microsoft.com/office/drawing/2014/main" id="{C021E6B3-A8E3-2835-A0C4-0DB1B192A5BC}"/>
              </a:ext>
            </a:extLst>
          </p:cNvPr>
          <p:cNvSpPr>
            <a:spLocks noGrp="1"/>
          </p:cNvSpPr>
          <p:nvPr>
            <p:ph type="ctrTitle" hasCustomPrompt="1"/>
          </p:nvPr>
        </p:nvSpPr>
        <p:spPr>
          <a:xfrm>
            <a:off x="3475122" y="2734180"/>
            <a:ext cx="8286888" cy="861209"/>
          </a:xfrm>
        </p:spPr>
        <p:txBody>
          <a:bodyPr anchor="t">
            <a:normAutofit/>
          </a:bodyPr>
          <a:lstStyle>
            <a:lvl1pPr algn="r">
              <a:defRPr sz="4400">
                <a:solidFill>
                  <a:schemeClr val="accent1"/>
                </a:solidFill>
                <a:latin typeface="HRSD Gov Title Bold" pitchFamily="2" charset="-78"/>
                <a:ea typeface="HRSD Gov Title Bold" pitchFamily="2" charset="-78"/>
                <a:cs typeface="HRSD Gov Title Bold" pitchFamily="2" charset="-78"/>
              </a:defRPr>
            </a:lvl1pPr>
          </a:lstStyle>
          <a:p>
            <a:r>
              <a:rPr lang="ar-SA" dirty="0"/>
              <a:t>مثال للعنوان الرئيسي للعرض التقديمي</a:t>
            </a:r>
            <a:endParaRPr lang="en-SA" dirty="0"/>
          </a:p>
        </p:txBody>
      </p:sp>
      <p:sp>
        <p:nvSpPr>
          <p:cNvPr id="24" name="Subtitle 2">
            <a:extLst>
              <a:ext uri="{FF2B5EF4-FFF2-40B4-BE49-F238E27FC236}">
                <a16:creationId xmlns:a16="http://schemas.microsoft.com/office/drawing/2014/main" id="{EBC7131A-D355-4B19-F2B3-184EB85A7AF4}"/>
              </a:ext>
            </a:extLst>
          </p:cNvPr>
          <p:cNvSpPr>
            <a:spLocks noGrp="1"/>
          </p:cNvSpPr>
          <p:nvPr>
            <p:ph type="subTitle" idx="1" hasCustomPrompt="1"/>
          </p:nvPr>
        </p:nvSpPr>
        <p:spPr>
          <a:xfrm>
            <a:off x="3475123" y="3655659"/>
            <a:ext cx="8286888" cy="896443"/>
          </a:xfrm>
        </p:spPr>
        <p:txBody>
          <a:bodyPr>
            <a:normAutofit/>
          </a:bodyPr>
          <a:lstStyle>
            <a:lvl1pPr marL="0" indent="0" algn="r">
              <a:buNone/>
              <a:defRPr sz="2000" b="0" i="0">
                <a:solidFill>
                  <a:schemeClr val="tx1"/>
                </a:solidFill>
                <a:latin typeface="HRSD Gov" pitchFamily="2" charset="-78"/>
                <a:ea typeface="HRSD Gov" pitchFamily="2" charset="-78"/>
                <a:cs typeface="HRSD Gov"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انقر لتحرير النص</a:t>
            </a:r>
          </a:p>
        </p:txBody>
      </p:sp>
      <p:sp>
        <p:nvSpPr>
          <p:cNvPr id="25" name="Text Placeholder 28">
            <a:extLst>
              <a:ext uri="{FF2B5EF4-FFF2-40B4-BE49-F238E27FC236}">
                <a16:creationId xmlns:a16="http://schemas.microsoft.com/office/drawing/2014/main" id="{BD64C152-D0FB-69E2-A970-0E86A5446E56}"/>
              </a:ext>
            </a:extLst>
          </p:cNvPr>
          <p:cNvSpPr>
            <a:spLocks noGrp="1"/>
          </p:cNvSpPr>
          <p:nvPr>
            <p:ph type="body" sz="quarter" idx="18" hasCustomPrompt="1"/>
          </p:nvPr>
        </p:nvSpPr>
        <p:spPr>
          <a:xfrm>
            <a:off x="10526700" y="5917599"/>
            <a:ext cx="1235310" cy="287438"/>
          </a:xfrm>
        </p:spPr>
        <p:txBody>
          <a:bodyPr anchor="ctr">
            <a:normAutofit/>
          </a:bodyPr>
          <a:lstStyle>
            <a:lvl1pPr marL="0" indent="0" algn="r">
              <a:buNone/>
              <a:defRPr lang="ar-SA" sz="1200" b="0" i="0" kern="1200" dirty="0">
                <a:solidFill>
                  <a:schemeClr val="tx1"/>
                </a:solidFill>
                <a:latin typeface="HRSD Gov" pitchFamily="2" charset="-78"/>
                <a:ea typeface="HRSD Gov" pitchFamily="2" charset="-78"/>
                <a:cs typeface="HRSD Gov" pitchFamily="2" charset="-78"/>
              </a:defRPr>
            </a:lvl1pPr>
          </a:lstStyle>
          <a:p>
            <a:r>
              <a:rPr lang="en-US" dirty="0"/>
              <a:t>Date 2023/00/00</a:t>
            </a:r>
            <a:endParaRPr lang="ar-SA" dirty="0"/>
          </a:p>
        </p:txBody>
      </p:sp>
      <p:sp>
        <p:nvSpPr>
          <p:cNvPr id="2" name="TextBox 1">
            <a:extLst>
              <a:ext uri="{FF2B5EF4-FFF2-40B4-BE49-F238E27FC236}">
                <a16:creationId xmlns:a16="http://schemas.microsoft.com/office/drawing/2014/main" id="{B3ABFE2C-AD9A-9140-FB32-F23E63280EC6}"/>
              </a:ext>
            </a:extLst>
          </p:cNvPr>
          <p:cNvSpPr txBox="1"/>
          <p:nvPr userDrawn="1"/>
        </p:nvSpPr>
        <p:spPr>
          <a:xfrm>
            <a:off x="284119" y="6309268"/>
            <a:ext cx="2804598" cy="230832"/>
          </a:xfrm>
          <a:prstGeom prst="rect">
            <a:avLst/>
          </a:prstGeom>
          <a:noFill/>
        </p:spPr>
        <p:txBody>
          <a:bodyPr wrap="square" rtlCol="0">
            <a:spAutoFit/>
          </a:bodyPr>
          <a:lstStyle/>
          <a:p>
            <a:pPr marL="0" algn="l" defTabSz="914400" rtl="1" eaLnBrk="1" latinLnBrk="0" hangingPunct="1"/>
            <a:r>
              <a:rPr lang="ar-SA" sz="900" b="0" i="0" kern="1200" dirty="0">
                <a:solidFill>
                  <a:schemeClr val="tx1"/>
                </a:solidFill>
                <a:latin typeface="HRSD Gov" pitchFamily="2" charset="-78"/>
                <a:ea typeface="HRSD Gov" pitchFamily="2" charset="-78"/>
                <a:cs typeface="HRSD Gov" pitchFamily="2" charset="-78"/>
              </a:rPr>
              <a:t>جميع الحقوق محفوظه لوزارة الموارد والتنمية الاجتماعية © 2023</a:t>
            </a:r>
          </a:p>
        </p:txBody>
      </p:sp>
      <p:sp>
        <p:nvSpPr>
          <p:cNvPr id="3" name="TextBox 2">
            <a:extLst>
              <a:ext uri="{FF2B5EF4-FFF2-40B4-BE49-F238E27FC236}">
                <a16:creationId xmlns:a16="http://schemas.microsoft.com/office/drawing/2014/main" id="{0F677E54-1259-D3A1-5B20-29988FC01563}"/>
              </a:ext>
            </a:extLst>
          </p:cNvPr>
          <p:cNvSpPr txBox="1"/>
          <p:nvPr userDrawn="1"/>
        </p:nvSpPr>
        <p:spPr>
          <a:xfrm>
            <a:off x="10680032" y="6309268"/>
            <a:ext cx="1081978" cy="230832"/>
          </a:xfrm>
          <a:prstGeom prst="rect">
            <a:avLst/>
          </a:prstGeom>
          <a:noFill/>
        </p:spPr>
        <p:txBody>
          <a:bodyPr wrap="square" rtlCol="0">
            <a:spAutoFit/>
          </a:bodyPr>
          <a:lstStyle/>
          <a:p>
            <a:pPr marL="0" algn="r" defTabSz="914400" rtl="1" eaLnBrk="1" latinLnBrk="0" hangingPunct="1"/>
            <a:r>
              <a:rPr lang="en-US" sz="900" b="0" i="0" kern="1200" dirty="0" err="1">
                <a:solidFill>
                  <a:schemeClr val="tx1"/>
                </a:solidFill>
                <a:latin typeface="HRSD Gov" pitchFamily="2" charset="-78"/>
                <a:ea typeface="HRSD Gov" pitchFamily="2" charset="-78"/>
                <a:cs typeface="HRSD Gov" pitchFamily="2" charset="-78"/>
              </a:rPr>
              <a:t>www.hrsd.gov.sa</a:t>
            </a:r>
            <a:endParaRPr lang="en-US" sz="900" b="0" i="0" kern="1200" dirty="0">
              <a:solidFill>
                <a:schemeClr val="tx1"/>
              </a:solidFill>
              <a:latin typeface="HRSD Gov" pitchFamily="2" charset="-78"/>
              <a:ea typeface="HRSD Gov" pitchFamily="2" charset="-78"/>
              <a:cs typeface="HRSD Gov" pitchFamily="2" charset="-78"/>
            </a:endParaRPr>
          </a:p>
        </p:txBody>
      </p:sp>
      <p:sp>
        <p:nvSpPr>
          <p:cNvPr id="4" name="TextBox 3">
            <a:extLst>
              <a:ext uri="{FF2B5EF4-FFF2-40B4-BE49-F238E27FC236}">
                <a16:creationId xmlns:a16="http://schemas.microsoft.com/office/drawing/2014/main" id="{9A809383-D9F1-2A38-C7FE-824B684A3062}"/>
              </a:ext>
            </a:extLst>
          </p:cNvPr>
          <p:cNvSpPr txBox="1"/>
          <p:nvPr userDrawn="1"/>
        </p:nvSpPr>
        <p:spPr>
          <a:xfrm>
            <a:off x="291274" y="1755697"/>
            <a:ext cx="1697038" cy="523220"/>
          </a:xfrm>
          <a:prstGeom prst="rect">
            <a:avLst/>
          </a:prstGeom>
          <a:noFill/>
        </p:spPr>
        <p:txBody>
          <a:bodyPr wrap="square">
            <a:spAutoFit/>
          </a:bodyPr>
          <a:lstStyle/>
          <a:p>
            <a:pPr algn="ctr"/>
            <a:r>
              <a:rPr lang="ar-SA" sz="2800" b="1" i="0" kern="1200" dirty="0">
                <a:solidFill>
                  <a:schemeClr val="bg1"/>
                </a:solidFill>
                <a:latin typeface="HRSD Gov SemiBold" pitchFamily="2" charset="-78"/>
                <a:ea typeface="HRSD Gov SemiBold" pitchFamily="2" charset="-78"/>
                <a:cs typeface="HRSD Gov SemiBold" pitchFamily="2" charset="-78"/>
              </a:rPr>
              <a:t>متوسطة</a:t>
            </a:r>
          </a:p>
        </p:txBody>
      </p:sp>
      <p:sp>
        <p:nvSpPr>
          <p:cNvPr id="5" name="TextBox 4">
            <a:extLst>
              <a:ext uri="{FF2B5EF4-FFF2-40B4-BE49-F238E27FC236}">
                <a16:creationId xmlns:a16="http://schemas.microsoft.com/office/drawing/2014/main" id="{41A292A1-B189-17B9-9037-A1FE9748FF64}"/>
              </a:ext>
            </a:extLst>
          </p:cNvPr>
          <p:cNvSpPr txBox="1"/>
          <p:nvPr userDrawn="1"/>
        </p:nvSpPr>
        <p:spPr>
          <a:xfrm>
            <a:off x="291274" y="1447653"/>
            <a:ext cx="1697038" cy="348557"/>
          </a:xfrm>
          <a:prstGeom prst="rect">
            <a:avLst/>
          </a:prstGeom>
          <a:noFill/>
        </p:spPr>
        <p:txBody>
          <a:bodyPr wrap="square">
            <a:spAutoFit/>
          </a:bodyPr>
          <a:lstStyle/>
          <a:p>
            <a:pPr marL="0" lvl="0" indent="0" algn="ctr" defTabSz="914400" rtl="1" eaLnBrk="1" latinLnBrk="0" hangingPunct="1">
              <a:lnSpc>
                <a:spcPct val="90000"/>
              </a:lnSpc>
              <a:spcBef>
                <a:spcPts val="1000"/>
              </a:spcBef>
              <a:buFont typeface="Arial" panose="020B0604020202020204" pitchFamily="34" charset="0"/>
              <a:buNone/>
            </a:pPr>
            <a:r>
              <a:rPr lang="ar-SA" sz="1800" b="0" i="0" kern="1200" dirty="0">
                <a:solidFill>
                  <a:schemeClr val="bg1"/>
                </a:solidFill>
                <a:latin typeface="HRSD Gov Medium" pitchFamily="2" charset="-78"/>
                <a:ea typeface="HRSD Gov Medium" pitchFamily="2" charset="-78"/>
                <a:cs typeface="HRSD Gov Medium" pitchFamily="2" charset="-78"/>
              </a:rPr>
              <a:t>درجة سرية العرض</a:t>
            </a:r>
            <a:endParaRPr lang="en-SA" sz="1800" b="0" i="0" kern="1200" dirty="0">
              <a:solidFill>
                <a:schemeClr val="bg1"/>
              </a:solidFill>
              <a:latin typeface="HRSD Gov Medium" pitchFamily="2" charset="-78"/>
              <a:ea typeface="HRSD Gov Medium" pitchFamily="2" charset="-78"/>
              <a:cs typeface="HRSD Gov Medium" pitchFamily="2" charset="-78"/>
            </a:endParaRPr>
          </a:p>
        </p:txBody>
      </p:sp>
    </p:spTree>
    <p:extLst>
      <p:ext uri="{BB962C8B-B14F-4D97-AF65-F5344CB8AC3E}">
        <p14:creationId xmlns:p14="http://schemas.microsoft.com/office/powerpoint/2010/main" val="2674039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12" name="شكل حر 160">
            <a:extLst>
              <a:ext uri="{FF2B5EF4-FFF2-40B4-BE49-F238E27FC236}">
                <a16:creationId xmlns:a16="http://schemas.microsoft.com/office/drawing/2014/main" id="{6E8398BA-5518-0906-C39A-1594D627B605}"/>
              </a:ext>
            </a:extLst>
          </p:cNvPr>
          <p:cNvSpPr/>
          <p:nvPr userDrawn="1"/>
        </p:nvSpPr>
        <p:spPr>
          <a:xfrm>
            <a:off x="0" y="1627628"/>
            <a:ext cx="2279586" cy="1305178"/>
          </a:xfrm>
          <a:custGeom>
            <a:avLst/>
            <a:gdLst>
              <a:gd name="connsiteX0" fmla="*/ 0 w 2279586"/>
              <a:gd name="connsiteY0" fmla="*/ 914336 h 1305178"/>
              <a:gd name="connsiteX1" fmla="*/ 2279587 w 2279586"/>
              <a:gd name="connsiteY1" fmla="*/ 1305179 h 1305178"/>
              <a:gd name="connsiteX2" fmla="*/ 2279587 w 2279586"/>
              <a:gd name="connsiteY2" fmla="*/ 0 h 1305178"/>
              <a:gd name="connsiteX3" fmla="*/ 0 w 2279586"/>
              <a:gd name="connsiteY3" fmla="*/ 136716 h 1305178"/>
              <a:gd name="connsiteX4" fmla="*/ 0 w 2279586"/>
              <a:gd name="connsiteY4" fmla="*/ 914400 h 1305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586" h="1305178">
                <a:moveTo>
                  <a:pt x="0" y="914336"/>
                </a:moveTo>
                <a:cubicBezTo>
                  <a:pt x="0" y="914336"/>
                  <a:pt x="1139190" y="911352"/>
                  <a:pt x="2279587" y="1305179"/>
                </a:cubicBezTo>
                <a:lnTo>
                  <a:pt x="2279587" y="0"/>
                </a:lnTo>
                <a:cubicBezTo>
                  <a:pt x="1529779" y="89408"/>
                  <a:pt x="769049" y="135255"/>
                  <a:pt x="0" y="136716"/>
                </a:cubicBezTo>
                <a:lnTo>
                  <a:pt x="0" y="914400"/>
                </a:lnTo>
                <a:close/>
              </a:path>
            </a:pathLst>
          </a:custGeom>
          <a:solidFill>
            <a:schemeClr val="accent4"/>
          </a:solidFill>
          <a:ln w="0" cap="flat">
            <a:noFill/>
            <a:prstDash val="solid"/>
            <a:miter/>
          </a:ln>
        </p:spPr>
        <p:txBody>
          <a:bodyPr rtlCol="1" anchor="ctr"/>
          <a:lstStyle/>
          <a:p>
            <a:pPr marL="0" algn="r" defTabSz="914400" rtl="1" eaLnBrk="1" latinLnBrk="0" hangingPunct="1"/>
            <a:endParaRPr lang="ar-SA">
              <a:solidFill>
                <a:schemeClr val="accent2"/>
              </a:solidFill>
            </a:endParaRPr>
          </a:p>
        </p:txBody>
      </p:sp>
      <p:sp>
        <p:nvSpPr>
          <p:cNvPr id="13" name="شكل حر 161">
            <a:extLst>
              <a:ext uri="{FF2B5EF4-FFF2-40B4-BE49-F238E27FC236}">
                <a16:creationId xmlns:a16="http://schemas.microsoft.com/office/drawing/2014/main" id="{4D9A76EE-A2DB-FA89-CEE4-FDD3C50D08FC}"/>
              </a:ext>
            </a:extLst>
          </p:cNvPr>
          <p:cNvSpPr/>
          <p:nvPr userDrawn="1"/>
        </p:nvSpPr>
        <p:spPr>
          <a:xfrm>
            <a:off x="0" y="0"/>
            <a:ext cx="2279586" cy="1784223"/>
          </a:xfrm>
          <a:custGeom>
            <a:avLst/>
            <a:gdLst>
              <a:gd name="connsiteX0" fmla="*/ 0 w 2279586"/>
              <a:gd name="connsiteY0" fmla="*/ 0 h 1784223"/>
              <a:gd name="connsiteX1" fmla="*/ 0 w 2279586"/>
              <a:gd name="connsiteY1" fmla="*/ 1784223 h 1784223"/>
              <a:gd name="connsiteX2" fmla="*/ 2279587 w 2279586"/>
              <a:gd name="connsiteY2" fmla="*/ 1647571 h 1784223"/>
              <a:gd name="connsiteX3" fmla="*/ 2279587 w 2279586"/>
              <a:gd name="connsiteY3" fmla="*/ 0 h 1784223"/>
              <a:gd name="connsiteX4" fmla="*/ 0 w 2279586"/>
              <a:gd name="connsiteY4" fmla="*/ 0 h 1784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586" h="1784223">
                <a:moveTo>
                  <a:pt x="0" y="0"/>
                </a:moveTo>
                <a:lnTo>
                  <a:pt x="0" y="1784223"/>
                </a:lnTo>
                <a:cubicBezTo>
                  <a:pt x="769049" y="1782763"/>
                  <a:pt x="1529779" y="1736916"/>
                  <a:pt x="2279587" y="1647571"/>
                </a:cubicBezTo>
                <a:lnTo>
                  <a:pt x="2279587" y="0"/>
                </a:lnTo>
                <a:lnTo>
                  <a:pt x="0" y="0"/>
                </a:lnTo>
                <a:close/>
              </a:path>
            </a:pathLst>
          </a:custGeom>
          <a:solidFill>
            <a:schemeClr val="accent4"/>
          </a:solidFill>
          <a:ln w="0" cap="flat">
            <a:noFill/>
            <a:prstDash val="solid"/>
            <a:miter/>
          </a:ln>
        </p:spPr>
        <p:txBody>
          <a:bodyPr rtlCol="1" anchor="ctr"/>
          <a:lstStyle/>
          <a:p>
            <a:pPr marL="0" algn="r" defTabSz="914400" rtl="1" eaLnBrk="1" latinLnBrk="0" hangingPunct="1"/>
            <a:endParaRPr lang="ar-SA">
              <a:highlight>
                <a:srgbClr val="002D44"/>
              </a:highlight>
            </a:endParaRPr>
          </a:p>
        </p:txBody>
      </p:sp>
      <p:sp>
        <p:nvSpPr>
          <p:cNvPr id="14" name="شكل حر 206">
            <a:extLst>
              <a:ext uri="{FF2B5EF4-FFF2-40B4-BE49-F238E27FC236}">
                <a16:creationId xmlns:a16="http://schemas.microsoft.com/office/drawing/2014/main" id="{D87107D1-57D6-BC75-09AE-46E22E0F6D69}"/>
              </a:ext>
            </a:extLst>
          </p:cNvPr>
          <p:cNvSpPr/>
          <p:nvPr userDrawn="1"/>
        </p:nvSpPr>
        <p:spPr>
          <a:xfrm>
            <a:off x="5069522" y="5142420"/>
            <a:ext cx="7122477" cy="1708721"/>
          </a:xfrm>
          <a:custGeom>
            <a:avLst/>
            <a:gdLst>
              <a:gd name="connsiteX0" fmla="*/ 7122478 w 7122477"/>
              <a:gd name="connsiteY0" fmla="*/ 0 h 1708721"/>
              <a:gd name="connsiteX1" fmla="*/ 0 w 7122477"/>
              <a:gd name="connsiteY1" fmla="*/ 1708722 h 1708721"/>
            </a:gdLst>
            <a:ahLst/>
            <a:cxnLst>
              <a:cxn ang="0">
                <a:pos x="connsiteX0" y="connsiteY0"/>
              </a:cxn>
              <a:cxn ang="0">
                <a:pos x="connsiteX1" y="connsiteY1"/>
              </a:cxn>
            </a:cxnLst>
            <a:rect l="l" t="t" r="r" b="b"/>
            <a:pathLst>
              <a:path w="7122477" h="1708721">
                <a:moveTo>
                  <a:pt x="7122478" y="0"/>
                </a:moveTo>
                <a:cubicBezTo>
                  <a:pt x="7122478" y="0"/>
                  <a:pt x="3634931" y="205930"/>
                  <a:pt x="0" y="1708722"/>
                </a:cubicBezTo>
              </a:path>
            </a:pathLst>
          </a:custGeom>
          <a:noFill/>
          <a:ln w="14542" cap="flat">
            <a:solidFill>
              <a:srgbClr val="009B9B"/>
            </a:solidFill>
            <a:prstDash val="solid"/>
            <a:miter/>
          </a:ln>
        </p:spPr>
        <p:txBody>
          <a:bodyPr rtlCol="1" anchor="ctr"/>
          <a:lstStyle/>
          <a:p>
            <a:endParaRPr lang="ar-SA"/>
          </a:p>
        </p:txBody>
      </p:sp>
      <p:pic>
        <p:nvPicPr>
          <p:cNvPr id="16" name="صورة 7">
            <a:extLst>
              <a:ext uri="{FF2B5EF4-FFF2-40B4-BE49-F238E27FC236}">
                <a16:creationId xmlns:a16="http://schemas.microsoft.com/office/drawing/2014/main" id="{6B5D0048-3378-CA67-730B-AE0DCBADB8A2}"/>
              </a:ext>
            </a:extLst>
          </p:cNvPr>
          <p:cNvPicPr>
            <a:picLocks noChangeAspect="1"/>
          </p:cNvPicPr>
          <p:nvPr userDrawn="1"/>
        </p:nvPicPr>
        <p:blipFill>
          <a:blip r:embed="rId2"/>
          <a:stretch>
            <a:fillRect/>
          </a:stretch>
        </p:blipFill>
        <p:spPr>
          <a:xfrm>
            <a:off x="9755592" y="393370"/>
            <a:ext cx="2045525" cy="613658"/>
          </a:xfrm>
          <a:prstGeom prst="rect">
            <a:avLst/>
          </a:prstGeom>
        </p:spPr>
      </p:pic>
      <p:cxnSp>
        <p:nvCxnSpPr>
          <p:cNvPr id="10" name="Straight Connector 9">
            <a:extLst>
              <a:ext uri="{FF2B5EF4-FFF2-40B4-BE49-F238E27FC236}">
                <a16:creationId xmlns:a16="http://schemas.microsoft.com/office/drawing/2014/main" id="{C7207D88-6DE3-3E3E-6154-D57F59E5D64F}"/>
              </a:ext>
            </a:extLst>
          </p:cNvPr>
          <p:cNvCxnSpPr/>
          <p:nvPr userDrawn="1"/>
        </p:nvCxnSpPr>
        <p:spPr>
          <a:xfrm>
            <a:off x="359571" y="1206573"/>
            <a:ext cx="156044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 Placeholder 22">
            <a:extLst>
              <a:ext uri="{FF2B5EF4-FFF2-40B4-BE49-F238E27FC236}">
                <a16:creationId xmlns:a16="http://schemas.microsoft.com/office/drawing/2014/main" id="{BBB56328-AFB7-6021-BF5C-C53AC1F322C3}"/>
              </a:ext>
            </a:extLst>
          </p:cNvPr>
          <p:cNvSpPr>
            <a:spLocks noGrp="1"/>
          </p:cNvSpPr>
          <p:nvPr>
            <p:ph type="body" sz="quarter" idx="12" hasCustomPrompt="1"/>
          </p:nvPr>
        </p:nvSpPr>
        <p:spPr>
          <a:xfrm>
            <a:off x="291274" y="712533"/>
            <a:ext cx="1697037" cy="252413"/>
          </a:xfrm>
        </p:spPr>
        <p:txBody>
          <a:bodyPr anchor="ctr"/>
          <a:lstStyle>
            <a:lvl1pPr marL="0" indent="0" algn="ctr">
              <a:buNone/>
              <a:defRPr lang="en-SA" sz="2800" b="1" i="0" kern="1200" dirty="0">
                <a:solidFill>
                  <a:schemeClr val="bg1"/>
                </a:solidFill>
                <a:latin typeface="HRSD Gov SemiBold" pitchFamily="2" charset="-78"/>
                <a:ea typeface="HRSD Gov SemiBold" pitchFamily="2" charset="-78"/>
                <a:cs typeface="HRSD Gov SemiBold" pitchFamily="2" charset="-78"/>
              </a:defRPr>
            </a:lvl1pPr>
          </a:lstStyle>
          <a:p>
            <a:pPr lvl="0"/>
            <a:r>
              <a:rPr lang="en-US" dirty="0"/>
              <a:t>0.1</a:t>
            </a:r>
            <a:endParaRPr lang="en-SA" dirty="0"/>
          </a:p>
        </p:txBody>
      </p:sp>
      <p:sp>
        <p:nvSpPr>
          <p:cNvPr id="19" name="Text Placeholder 30">
            <a:extLst>
              <a:ext uri="{FF2B5EF4-FFF2-40B4-BE49-F238E27FC236}">
                <a16:creationId xmlns:a16="http://schemas.microsoft.com/office/drawing/2014/main" id="{3D426353-D302-9301-0AC9-6DF8CB6B0DC6}"/>
              </a:ext>
            </a:extLst>
          </p:cNvPr>
          <p:cNvSpPr>
            <a:spLocks noGrp="1"/>
          </p:cNvSpPr>
          <p:nvPr>
            <p:ph type="body" sz="quarter" idx="17" hasCustomPrompt="1"/>
          </p:nvPr>
        </p:nvSpPr>
        <p:spPr>
          <a:xfrm>
            <a:off x="291274" y="358773"/>
            <a:ext cx="1697037" cy="275614"/>
          </a:xfrm>
        </p:spPr>
        <p:txBody>
          <a:bodyPr>
            <a:noAutofit/>
          </a:bodyPr>
          <a:lstStyle>
            <a:lvl1pPr marL="0" indent="0" algn="ctr">
              <a:buNone/>
              <a:defRPr sz="1800" b="0" i="0">
                <a:solidFill>
                  <a:schemeClr val="bg1"/>
                </a:solidFill>
                <a:latin typeface="HRSD Gov Medium" pitchFamily="2" charset="-78"/>
                <a:ea typeface="HRSD Gov Medium" pitchFamily="2" charset="-78"/>
                <a:cs typeface="HRSD Gov Medium" pitchFamily="2" charset="-78"/>
              </a:defRPr>
            </a:lvl1pPr>
          </a:lstStyle>
          <a:p>
            <a:pPr lvl="0"/>
            <a:r>
              <a:rPr lang="ar-SA" dirty="0"/>
              <a:t>نسخة</a:t>
            </a:r>
            <a:endParaRPr lang="en-SA" dirty="0"/>
          </a:p>
        </p:txBody>
      </p:sp>
      <p:sp>
        <p:nvSpPr>
          <p:cNvPr id="20" name="Title 1">
            <a:extLst>
              <a:ext uri="{FF2B5EF4-FFF2-40B4-BE49-F238E27FC236}">
                <a16:creationId xmlns:a16="http://schemas.microsoft.com/office/drawing/2014/main" id="{F0F227F2-A22B-AE81-5785-48BFC58BD0B9}"/>
              </a:ext>
            </a:extLst>
          </p:cNvPr>
          <p:cNvSpPr>
            <a:spLocks noGrp="1"/>
          </p:cNvSpPr>
          <p:nvPr>
            <p:ph type="ctrTitle" hasCustomPrompt="1"/>
          </p:nvPr>
        </p:nvSpPr>
        <p:spPr>
          <a:xfrm>
            <a:off x="3475122" y="2734180"/>
            <a:ext cx="8286888" cy="861209"/>
          </a:xfrm>
        </p:spPr>
        <p:txBody>
          <a:bodyPr anchor="t">
            <a:normAutofit/>
          </a:bodyPr>
          <a:lstStyle>
            <a:lvl1pPr algn="r">
              <a:defRPr sz="4400">
                <a:solidFill>
                  <a:schemeClr val="accent1"/>
                </a:solidFill>
                <a:latin typeface="HRSD Gov Title Bold" pitchFamily="2" charset="-78"/>
                <a:ea typeface="HRSD Gov Title Bold" pitchFamily="2" charset="-78"/>
                <a:cs typeface="HRSD Gov Title Bold" pitchFamily="2" charset="-78"/>
              </a:defRPr>
            </a:lvl1pPr>
          </a:lstStyle>
          <a:p>
            <a:r>
              <a:rPr lang="ar-SA" dirty="0"/>
              <a:t>مثال للعنوان الرئيسي للعرض التقديمي</a:t>
            </a:r>
            <a:endParaRPr lang="en-SA" dirty="0"/>
          </a:p>
        </p:txBody>
      </p:sp>
      <p:sp>
        <p:nvSpPr>
          <p:cNvPr id="22" name="Subtitle 2">
            <a:extLst>
              <a:ext uri="{FF2B5EF4-FFF2-40B4-BE49-F238E27FC236}">
                <a16:creationId xmlns:a16="http://schemas.microsoft.com/office/drawing/2014/main" id="{0E1E348C-458F-DA6D-5AD9-2C43C53FB276}"/>
              </a:ext>
            </a:extLst>
          </p:cNvPr>
          <p:cNvSpPr>
            <a:spLocks noGrp="1"/>
          </p:cNvSpPr>
          <p:nvPr>
            <p:ph type="subTitle" idx="1" hasCustomPrompt="1"/>
          </p:nvPr>
        </p:nvSpPr>
        <p:spPr>
          <a:xfrm>
            <a:off x="3475123" y="3655659"/>
            <a:ext cx="8286888" cy="896443"/>
          </a:xfrm>
        </p:spPr>
        <p:txBody>
          <a:bodyPr>
            <a:normAutofit/>
          </a:bodyPr>
          <a:lstStyle>
            <a:lvl1pPr marL="0" indent="0" algn="r">
              <a:buNone/>
              <a:defRPr sz="2000" b="0" i="0">
                <a:solidFill>
                  <a:schemeClr val="tx1"/>
                </a:solidFill>
                <a:latin typeface="HRSD Gov" pitchFamily="2" charset="-78"/>
                <a:ea typeface="HRSD Gov" pitchFamily="2" charset="-78"/>
                <a:cs typeface="HRSD Gov"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انقر لتحرير النص</a:t>
            </a:r>
          </a:p>
        </p:txBody>
      </p:sp>
      <p:sp>
        <p:nvSpPr>
          <p:cNvPr id="23" name="Text Placeholder 28">
            <a:extLst>
              <a:ext uri="{FF2B5EF4-FFF2-40B4-BE49-F238E27FC236}">
                <a16:creationId xmlns:a16="http://schemas.microsoft.com/office/drawing/2014/main" id="{8AC8C809-79F1-F7EF-C1B8-A3BF674C6154}"/>
              </a:ext>
            </a:extLst>
          </p:cNvPr>
          <p:cNvSpPr>
            <a:spLocks noGrp="1"/>
          </p:cNvSpPr>
          <p:nvPr>
            <p:ph type="body" sz="quarter" idx="18" hasCustomPrompt="1"/>
          </p:nvPr>
        </p:nvSpPr>
        <p:spPr>
          <a:xfrm>
            <a:off x="10526700" y="5917599"/>
            <a:ext cx="1235310" cy="287438"/>
          </a:xfrm>
        </p:spPr>
        <p:txBody>
          <a:bodyPr anchor="ctr">
            <a:normAutofit/>
          </a:bodyPr>
          <a:lstStyle>
            <a:lvl1pPr marL="0" indent="0" algn="r">
              <a:buNone/>
              <a:defRPr lang="ar-SA" sz="1200" b="0" i="0" kern="1200" dirty="0">
                <a:solidFill>
                  <a:schemeClr val="tx1"/>
                </a:solidFill>
                <a:latin typeface="HRSD Gov" pitchFamily="2" charset="-78"/>
                <a:ea typeface="HRSD Gov" pitchFamily="2" charset="-78"/>
                <a:cs typeface="HRSD Gov" pitchFamily="2" charset="-78"/>
              </a:defRPr>
            </a:lvl1pPr>
          </a:lstStyle>
          <a:p>
            <a:r>
              <a:rPr lang="en-US" dirty="0"/>
              <a:t>Date 2023/00/00</a:t>
            </a:r>
            <a:endParaRPr lang="ar-SA" dirty="0"/>
          </a:p>
        </p:txBody>
      </p:sp>
      <p:sp>
        <p:nvSpPr>
          <p:cNvPr id="2" name="TextBox 1">
            <a:extLst>
              <a:ext uri="{FF2B5EF4-FFF2-40B4-BE49-F238E27FC236}">
                <a16:creationId xmlns:a16="http://schemas.microsoft.com/office/drawing/2014/main" id="{D64D4B4E-4F2E-69C1-4FF4-C8B5E1D63DE2}"/>
              </a:ext>
            </a:extLst>
          </p:cNvPr>
          <p:cNvSpPr txBox="1"/>
          <p:nvPr userDrawn="1"/>
        </p:nvSpPr>
        <p:spPr>
          <a:xfrm>
            <a:off x="284119" y="6309268"/>
            <a:ext cx="2804598" cy="230832"/>
          </a:xfrm>
          <a:prstGeom prst="rect">
            <a:avLst/>
          </a:prstGeom>
          <a:noFill/>
        </p:spPr>
        <p:txBody>
          <a:bodyPr wrap="square" rtlCol="0">
            <a:spAutoFit/>
          </a:bodyPr>
          <a:lstStyle/>
          <a:p>
            <a:pPr marL="0" algn="l" defTabSz="914400" rtl="1" eaLnBrk="1" latinLnBrk="0" hangingPunct="1"/>
            <a:r>
              <a:rPr lang="ar-SA" sz="900" b="0" i="0" kern="1200" dirty="0">
                <a:solidFill>
                  <a:schemeClr val="tx1"/>
                </a:solidFill>
                <a:latin typeface="HRSD Gov" pitchFamily="2" charset="-78"/>
                <a:ea typeface="HRSD Gov" pitchFamily="2" charset="-78"/>
                <a:cs typeface="HRSD Gov" pitchFamily="2" charset="-78"/>
              </a:rPr>
              <a:t>جميع الحقوق محفوظه لوزارة الموارد والتنمية الاجتماعية © 2023</a:t>
            </a:r>
          </a:p>
        </p:txBody>
      </p:sp>
      <p:sp>
        <p:nvSpPr>
          <p:cNvPr id="4" name="TextBox 3">
            <a:extLst>
              <a:ext uri="{FF2B5EF4-FFF2-40B4-BE49-F238E27FC236}">
                <a16:creationId xmlns:a16="http://schemas.microsoft.com/office/drawing/2014/main" id="{ED9CB88A-31BE-62D7-FDD2-0DB390DD43D9}"/>
              </a:ext>
            </a:extLst>
          </p:cNvPr>
          <p:cNvSpPr txBox="1"/>
          <p:nvPr userDrawn="1"/>
        </p:nvSpPr>
        <p:spPr>
          <a:xfrm>
            <a:off x="10680032" y="6309268"/>
            <a:ext cx="1081978" cy="230832"/>
          </a:xfrm>
          <a:prstGeom prst="rect">
            <a:avLst/>
          </a:prstGeom>
          <a:noFill/>
        </p:spPr>
        <p:txBody>
          <a:bodyPr wrap="square" rtlCol="0">
            <a:spAutoFit/>
          </a:bodyPr>
          <a:lstStyle/>
          <a:p>
            <a:pPr marL="0" algn="r" defTabSz="914400" rtl="1" eaLnBrk="1" latinLnBrk="0" hangingPunct="1"/>
            <a:r>
              <a:rPr lang="en-US" sz="900" b="0" i="0" kern="1200" dirty="0" err="1">
                <a:solidFill>
                  <a:schemeClr val="tx1"/>
                </a:solidFill>
                <a:latin typeface="HRSD Gov" pitchFamily="2" charset="-78"/>
                <a:ea typeface="HRSD Gov" pitchFamily="2" charset="-78"/>
                <a:cs typeface="HRSD Gov" pitchFamily="2" charset="-78"/>
              </a:rPr>
              <a:t>www.hrsd.gov.sa</a:t>
            </a:r>
            <a:endParaRPr lang="en-US" sz="900" b="0" i="0" kern="1200" dirty="0">
              <a:solidFill>
                <a:schemeClr val="tx1"/>
              </a:solidFill>
              <a:latin typeface="HRSD Gov" pitchFamily="2" charset="-78"/>
              <a:ea typeface="HRSD Gov" pitchFamily="2" charset="-78"/>
              <a:cs typeface="HRSD Gov" pitchFamily="2" charset="-78"/>
            </a:endParaRPr>
          </a:p>
        </p:txBody>
      </p:sp>
      <p:sp>
        <p:nvSpPr>
          <p:cNvPr id="5" name="TextBox 4">
            <a:extLst>
              <a:ext uri="{FF2B5EF4-FFF2-40B4-BE49-F238E27FC236}">
                <a16:creationId xmlns:a16="http://schemas.microsoft.com/office/drawing/2014/main" id="{847D15ED-4AC2-9665-D4EF-95C07C4001EF}"/>
              </a:ext>
            </a:extLst>
          </p:cNvPr>
          <p:cNvSpPr txBox="1"/>
          <p:nvPr userDrawn="1"/>
        </p:nvSpPr>
        <p:spPr>
          <a:xfrm>
            <a:off x="291274" y="1755697"/>
            <a:ext cx="1697038" cy="523220"/>
          </a:xfrm>
          <a:prstGeom prst="rect">
            <a:avLst/>
          </a:prstGeom>
          <a:noFill/>
        </p:spPr>
        <p:txBody>
          <a:bodyPr wrap="square">
            <a:spAutoFit/>
          </a:bodyPr>
          <a:lstStyle/>
          <a:p>
            <a:pPr algn="ctr"/>
            <a:r>
              <a:rPr lang="ar-SA" sz="2800" b="1" i="0" kern="1200" dirty="0">
                <a:solidFill>
                  <a:schemeClr val="bg1"/>
                </a:solidFill>
                <a:latin typeface="HRSD Gov SemiBold" pitchFamily="2" charset="-78"/>
                <a:ea typeface="HRSD Gov SemiBold" pitchFamily="2" charset="-78"/>
                <a:cs typeface="HRSD Gov SemiBold" pitchFamily="2" charset="-78"/>
              </a:rPr>
              <a:t>منخفضة</a:t>
            </a:r>
          </a:p>
        </p:txBody>
      </p:sp>
      <p:sp>
        <p:nvSpPr>
          <p:cNvPr id="6" name="TextBox 5">
            <a:extLst>
              <a:ext uri="{FF2B5EF4-FFF2-40B4-BE49-F238E27FC236}">
                <a16:creationId xmlns:a16="http://schemas.microsoft.com/office/drawing/2014/main" id="{483FE100-F958-5812-A4F2-92B2B37F5E53}"/>
              </a:ext>
            </a:extLst>
          </p:cNvPr>
          <p:cNvSpPr txBox="1"/>
          <p:nvPr userDrawn="1"/>
        </p:nvSpPr>
        <p:spPr>
          <a:xfrm>
            <a:off x="291274" y="1447653"/>
            <a:ext cx="1697038" cy="348557"/>
          </a:xfrm>
          <a:prstGeom prst="rect">
            <a:avLst/>
          </a:prstGeom>
          <a:noFill/>
        </p:spPr>
        <p:txBody>
          <a:bodyPr wrap="square">
            <a:spAutoFit/>
          </a:bodyPr>
          <a:lstStyle/>
          <a:p>
            <a:pPr marL="0" lvl="0" indent="0" algn="ctr" defTabSz="914400" rtl="1" eaLnBrk="1" latinLnBrk="0" hangingPunct="1">
              <a:lnSpc>
                <a:spcPct val="90000"/>
              </a:lnSpc>
              <a:spcBef>
                <a:spcPts val="1000"/>
              </a:spcBef>
              <a:buFont typeface="Arial" panose="020B0604020202020204" pitchFamily="34" charset="0"/>
              <a:buNone/>
            </a:pPr>
            <a:r>
              <a:rPr lang="ar-SA" sz="1800" b="0" i="0" kern="1200" dirty="0">
                <a:solidFill>
                  <a:schemeClr val="bg1"/>
                </a:solidFill>
                <a:latin typeface="HRSD Gov Medium" pitchFamily="2" charset="-78"/>
                <a:ea typeface="HRSD Gov Medium" pitchFamily="2" charset="-78"/>
                <a:cs typeface="HRSD Gov Medium" pitchFamily="2" charset="-78"/>
              </a:rPr>
              <a:t>درجة سرية العرض</a:t>
            </a:r>
            <a:endParaRPr lang="en-SA" sz="1800" b="0" i="0" kern="1200" dirty="0">
              <a:solidFill>
                <a:schemeClr val="bg1"/>
              </a:solidFill>
              <a:latin typeface="HRSD Gov Medium" pitchFamily="2" charset="-78"/>
              <a:ea typeface="HRSD Gov Medium" pitchFamily="2" charset="-78"/>
              <a:cs typeface="HRSD Gov Medium" pitchFamily="2" charset="-78"/>
            </a:endParaRPr>
          </a:p>
        </p:txBody>
      </p:sp>
    </p:spTree>
    <p:extLst>
      <p:ext uri="{BB962C8B-B14F-4D97-AF65-F5344CB8AC3E}">
        <p14:creationId xmlns:p14="http://schemas.microsoft.com/office/powerpoint/2010/main" val="12144906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3B2DB52-9317-A817-173F-7DBAD44EBBE4}"/>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0858" y="-25231"/>
            <a:ext cx="12213715" cy="6908461"/>
          </a:xfrm>
          <a:prstGeom prst="rect">
            <a:avLst/>
          </a:prstGeom>
        </p:spPr>
      </p:pic>
      <p:sp>
        <p:nvSpPr>
          <p:cNvPr id="9" name="Rectangle 8">
            <a:extLst>
              <a:ext uri="{FF2B5EF4-FFF2-40B4-BE49-F238E27FC236}">
                <a16:creationId xmlns:a16="http://schemas.microsoft.com/office/drawing/2014/main" id="{3AE3045E-E7FE-8EE6-5333-A8663DA37086}"/>
              </a:ext>
            </a:extLst>
          </p:cNvPr>
          <p:cNvSpPr/>
          <p:nvPr userDrawn="1"/>
        </p:nvSpPr>
        <p:spPr>
          <a:xfrm>
            <a:off x="-10858" y="-25231"/>
            <a:ext cx="12213715" cy="6933692"/>
          </a:xfrm>
          <a:prstGeom prst="rect">
            <a:avLst/>
          </a:prstGeom>
          <a:solidFill>
            <a:schemeClr val="accent1">
              <a:alpha val="2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dirty="0"/>
          </a:p>
        </p:txBody>
      </p:sp>
      <p:sp>
        <p:nvSpPr>
          <p:cNvPr id="17" name="شكل حر 8">
            <a:extLst>
              <a:ext uri="{FF2B5EF4-FFF2-40B4-BE49-F238E27FC236}">
                <a16:creationId xmlns:a16="http://schemas.microsoft.com/office/drawing/2014/main" id="{220C9226-2DD7-E129-2EBB-C9CE3052BE21}"/>
              </a:ext>
            </a:extLst>
          </p:cNvPr>
          <p:cNvSpPr/>
          <p:nvPr userDrawn="1"/>
        </p:nvSpPr>
        <p:spPr>
          <a:xfrm>
            <a:off x="-9614" y="4929040"/>
            <a:ext cx="10032809" cy="1979421"/>
          </a:xfrm>
          <a:custGeom>
            <a:avLst/>
            <a:gdLst>
              <a:gd name="connsiteX0" fmla="*/ 10032746 w 10032809"/>
              <a:gd name="connsiteY0" fmla="*/ 1979422 h 1979421"/>
              <a:gd name="connsiteX1" fmla="*/ 0 w 10032809"/>
              <a:gd name="connsiteY1" fmla="*/ 1979422 h 1979421"/>
              <a:gd name="connsiteX2" fmla="*/ 0 w 10032809"/>
              <a:gd name="connsiteY2" fmla="*/ 0 h 1979421"/>
              <a:gd name="connsiteX3" fmla="*/ 10032810 w 10032809"/>
              <a:gd name="connsiteY3" fmla="*/ 1170686 h 1979421"/>
              <a:gd name="connsiteX4" fmla="*/ 10032810 w 10032809"/>
              <a:gd name="connsiteY4" fmla="*/ 1979422 h 1979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2809" h="1979421">
                <a:moveTo>
                  <a:pt x="10032746" y="1979422"/>
                </a:moveTo>
                <a:lnTo>
                  <a:pt x="0" y="1979422"/>
                </a:lnTo>
                <a:lnTo>
                  <a:pt x="0" y="0"/>
                </a:lnTo>
                <a:cubicBezTo>
                  <a:pt x="4853369" y="13589"/>
                  <a:pt x="7678801" y="783590"/>
                  <a:pt x="10032810" y="1170686"/>
                </a:cubicBezTo>
                <a:lnTo>
                  <a:pt x="10032810" y="1979422"/>
                </a:lnTo>
                <a:close/>
              </a:path>
            </a:pathLst>
          </a:custGeom>
          <a:solidFill>
            <a:srgbClr val="002D44"/>
          </a:solidFill>
          <a:ln w="0" cap="flat">
            <a:noFill/>
            <a:prstDash val="solid"/>
            <a:miter/>
          </a:ln>
        </p:spPr>
        <p:txBody>
          <a:bodyPr rtlCol="1" anchor="ctr"/>
          <a:lstStyle/>
          <a:p>
            <a:pPr marL="0" algn="l" defTabSz="914400" rtl="0" eaLnBrk="1" latinLnBrk="0" hangingPunct="1"/>
            <a:endParaRPr lang="ar-SA"/>
          </a:p>
        </p:txBody>
      </p:sp>
      <p:sp>
        <p:nvSpPr>
          <p:cNvPr id="15" name="شكل حر 6">
            <a:extLst>
              <a:ext uri="{FF2B5EF4-FFF2-40B4-BE49-F238E27FC236}">
                <a16:creationId xmlns:a16="http://schemas.microsoft.com/office/drawing/2014/main" id="{1B4DFF71-AF00-2868-B7C3-B4FA1AEE978D}"/>
              </a:ext>
            </a:extLst>
          </p:cNvPr>
          <p:cNvSpPr/>
          <p:nvPr userDrawn="1"/>
        </p:nvSpPr>
        <p:spPr>
          <a:xfrm>
            <a:off x="10023195" y="6068811"/>
            <a:ext cx="2229135" cy="839650"/>
          </a:xfrm>
          <a:custGeom>
            <a:avLst/>
            <a:gdLst>
              <a:gd name="connsiteX0" fmla="*/ 0 w 2147061"/>
              <a:gd name="connsiteY0" fmla="*/ 808736 h 808735"/>
              <a:gd name="connsiteX1" fmla="*/ 0 w 2147061"/>
              <a:gd name="connsiteY1" fmla="*/ 0 h 808735"/>
              <a:gd name="connsiteX2" fmla="*/ 2147062 w 2147061"/>
              <a:gd name="connsiteY2" fmla="*/ 216472 h 808735"/>
              <a:gd name="connsiteX3" fmla="*/ 2147062 w 2147061"/>
              <a:gd name="connsiteY3" fmla="*/ 808736 h 808735"/>
              <a:gd name="connsiteX4" fmla="*/ 0 w 2147061"/>
              <a:gd name="connsiteY4" fmla="*/ 808736 h 808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7061" h="808735">
                <a:moveTo>
                  <a:pt x="0" y="808736"/>
                </a:moveTo>
                <a:lnTo>
                  <a:pt x="0" y="0"/>
                </a:lnTo>
                <a:cubicBezTo>
                  <a:pt x="746569" y="122746"/>
                  <a:pt x="1445704" y="207010"/>
                  <a:pt x="2147062" y="216472"/>
                </a:cubicBezTo>
                <a:lnTo>
                  <a:pt x="2147062" y="808736"/>
                </a:lnTo>
                <a:lnTo>
                  <a:pt x="0" y="808736"/>
                </a:lnTo>
                <a:close/>
              </a:path>
            </a:pathLst>
          </a:custGeom>
          <a:solidFill>
            <a:schemeClr val="accent2"/>
          </a:solidFill>
          <a:ln w="0" cap="flat">
            <a:noFill/>
            <a:prstDash val="solid"/>
            <a:miter/>
          </a:ln>
        </p:spPr>
        <p:txBody>
          <a:bodyPr rtlCol="1" anchor="ctr"/>
          <a:lstStyle/>
          <a:p>
            <a:pPr marL="0" algn="r" defTabSz="914400" rtl="1" eaLnBrk="1" latinLnBrk="0" hangingPunct="1"/>
            <a:endParaRPr lang="ar-SA"/>
          </a:p>
        </p:txBody>
      </p:sp>
      <p:sp>
        <p:nvSpPr>
          <p:cNvPr id="18" name="شكل حر 9">
            <a:extLst>
              <a:ext uri="{FF2B5EF4-FFF2-40B4-BE49-F238E27FC236}">
                <a16:creationId xmlns:a16="http://schemas.microsoft.com/office/drawing/2014/main" id="{B9E67FAB-6044-D208-2043-AC6FE71EF3E1}"/>
              </a:ext>
            </a:extLst>
          </p:cNvPr>
          <p:cNvSpPr/>
          <p:nvPr userDrawn="1"/>
        </p:nvSpPr>
        <p:spPr>
          <a:xfrm>
            <a:off x="10023195" y="5043974"/>
            <a:ext cx="2229135" cy="1265673"/>
          </a:xfrm>
          <a:custGeom>
            <a:avLst/>
            <a:gdLst>
              <a:gd name="connsiteX0" fmla="*/ 0 w 2147061"/>
              <a:gd name="connsiteY0" fmla="*/ 0 h 1219073"/>
              <a:gd name="connsiteX1" fmla="*/ 2147062 w 2147061"/>
              <a:gd name="connsiteY1" fmla="*/ 273622 h 1219073"/>
              <a:gd name="connsiteX2" fmla="*/ 2147062 w 2147061"/>
              <a:gd name="connsiteY2" fmla="*/ 1219073 h 1219073"/>
              <a:gd name="connsiteX3" fmla="*/ 0 w 2147061"/>
              <a:gd name="connsiteY3" fmla="*/ 1002602 h 1219073"/>
              <a:gd name="connsiteX4" fmla="*/ 0 w 2147061"/>
              <a:gd name="connsiteY4" fmla="*/ 0 h 1219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7061" h="1219073">
                <a:moveTo>
                  <a:pt x="0" y="0"/>
                </a:moveTo>
                <a:cubicBezTo>
                  <a:pt x="647064" y="164402"/>
                  <a:pt x="1516697" y="261430"/>
                  <a:pt x="2147062" y="273622"/>
                </a:cubicBezTo>
                <a:lnTo>
                  <a:pt x="2147062" y="1219073"/>
                </a:lnTo>
                <a:cubicBezTo>
                  <a:pt x="1445704" y="1209675"/>
                  <a:pt x="746569" y="1125411"/>
                  <a:pt x="0" y="1002602"/>
                </a:cubicBezTo>
                <a:lnTo>
                  <a:pt x="0" y="0"/>
                </a:lnTo>
                <a:close/>
              </a:path>
            </a:pathLst>
          </a:custGeom>
          <a:solidFill>
            <a:schemeClr val="accent2"/>
          </a:solidFill>
          <a:ln w="0" cap="flat">
            <a:noFill/>
            <a:prstDash val="solid"/>
            <a:miter/>
          </a:ln>
        </p:spPr>
        <p:txBody>
          <a:bodyPr rtlCol="1" anchor="ctr"/>
          <a:lstStyle/>
          <a:p>
            <a:pPr marL="0" algn="r" defTabSz="914400" rtl="1" eaLnBrk="1" latinLnBrk="0" hangingPunct="1"/>
            <a:endParaRPr lang="ar-SA" dirty="0"/>
          </a:p>
        </p:txBody>
      </p:sp>
      <p:sp>
        <p:nvSpPr>
          <p:cNvPr id="10" name="شكل حر 10">
            <a:extLst>
              <a:ext uri="{FF2B5EF4-FFF2-40B4-BE49-F238E27FC236}">
                <a16:creationId xmlns:a16="http://schemas.microsoft.com/office/drawing/2014/main" id="{F1411F98-D0C6-6AD8-6447-DB35F851BC7A}"/>
              </a:ext>
            </a:extLst>
          </p:cNvPr>
          <p:cNvSpPr/>
          <p:nvPr userDrawn="1"/>
        </p:nvSpPr>
        <p:spPr>
          <a:xfrm rot="21121779">
            <a:off x="-181069" y="76129"/>
            <a:ext cx="6176390" cy="1612963"/>
          </a:xfrm>
          <a:custGeom>
            <a:avLst/>
            <a:gdLst>
              <a:gd name="connsiteX0" fmla="*/ 0 w 6176390"/>
              <a:gd name="connsiteY0" fmla="*/ 1612964 h 1612963"/>
              <a:gd name="connsiteX1" fmla="*/ 6176391 w 6176390"/>
              <a:gd name="connsiteY1" fmla="*/ 0 h 1612963"/>
            </a:gdLst>
            <a:ahLst/>
            <a:cxnLst>
              <a:cxn ang="0">
                <a:pos x="connsiteX0" y="connsiteY0"/>
              </a:cxn>
              <a:cxn ang="0">
                <a:pos x="connsiteX1" y="connsiteY1"/>
              </a:cxn>
            </a:cxnLst>
            <a:rect l="l" t="t" r="r" b="b"/>
            <a:pathLst>
              <a:path w="6176390" h="1612963">
                <a:moveTo>
                  <a:pt x="0" y="1612964"/>
                </a:moveTo>
                <a:cubicBezTo>
                  <a:pt x="1275271" y="1449642"/>
                  <a:pt x="3688461" y="1028637"/>
                  <a:pt x="6176391" y="0"/>
                </a:cubicBezTo>
              </a:path>
            </a:pathLst>
          </a:custGeom>
          <a:noFill/>
          <a:ln w="14542" cap="flat">
            <a:solidFill>
              <a:schemeClr val="bg1"/>
            </a:solidFill>
            <a:prstDash val="solid"/>
            <a:miter/>
          </a:ln>
        </p:spPr>
        <p:txBody>
          <a:bodyPr rtlCol="1" anchor="ctr"/>
          <a:lstStyle/>
          <a:p>
            <a:pPr marL="0" algn="r" defTabSz="914400" rtl="1" eaLnBrk="1" latinLnBrk="0" hangingPunct="1"/>
            <a:endParaRPr lang="ar-SA"/>
          </a:p>
        </p:txBody>
      </p:sp>
      <p:pic>
        <p:nvPicPr>
          <p:cNvPr id="4" name="صورة 7">
            <a:extLst>
              <a:ext uri="{FF2B5EF4-FFF2-40B4-BE49-F238E27FC236}">
                <a16:creationId xmlns:a16="http://schemas.microsoft.com/office/drawing/2014/main" id="{2105343F-42C1-CD49-5968-EA635C75D62D}"/>
              </a:ext>
            </a:extLst>
          </p:cNvPr>
          <p:cNvPicPr>
            <a:picLocks noChangeAspect="1"/>
          </p:cNvPicPr>
          <p:nvPr userDrawn="1"/>
        </p:nvPicPr>
        <p:blipFill>
          <a:blip r:embed="rId3">
            <a:biLevel thresh="25000"/>
          </a:blip>
          <a:stretch>
            <a:fillRect/>
          </a:stretch>
        </p:blipFill>
        <p:spPr>
          <a:xfrm>
            <a:off x="9755592" y="393370"/>
            <a:ext cx="2045525" cy="613658"/>
          </a:xfrm>
          <a:prstGeom prst="rect">
            <a:avLst/>
          </a:prstGeom>
        </p:spPr>
      </p:pic>
      <p:sp>
        <p:nvSpPr>
          <p:cNvPr id="3" name="Text Placeholder 22">
            <a:extLst>
              <a:ext uri="{FF2B5EF4-FFF2-40B4-BE49-F238E27FC236}">
                <a16:creationId xmlns:a16="http://schemas.microsoft.com/office/drawing/2014/main" id="{20BA5775-2126-0E2B-8209-1A32345167EB}"/>
              </a:ext>
            </a:extLst>
          </p:cNvPr>
          <p:cNvSpPr>
            <a:spLocks noGrp="1"/>
          </p:cNvSpPr>
          <p:nvPr>
            <p:ph type="body" sz="quarter" idx="12" hasCustomPrompt="1"/>
          </p:nvPr>
        </p:nvSpPr>
        <p:spPr>
          <a:xfrm>
            <a:off x="10289244" y="6183756"/>
            <a:ext cx="1697037" cy="252413"/>
          </a:xfrm>
        </p:spPr>
        <p:txBody>
          <a:bodyPr anchor="ctr"/>
          <a:lstStyle>
            <a:lvl1pPr marL="0" indent="0" algn="ctr">
              <a:buNone/>
              <a:defRPr lang="en-SA" sz="2800" b="1" i="0" kern="1200" dirty="0">
                <a:solidFill>
                  <a:schemeClr val="bg1"/>
                </a:solidFill>
                <a:latin typeface="HRSD Gov SemiBold" pitchFamily="2" charset="-78"/>
                <a:ea typeface="HRSD Gov SemiBold" pitchFamily="2" charset="-78"/>
                <a:cs typeface="HRSD Gov SemiBold" pitchFamily="2" charset="-78"/>
              </a:defRPr>
            </a:lvl1pPr>
          </a:lstStyle>
          <a:p>
            <a:pPr lvl="0"/>
            <a:r>
              <a:rPr lang="en-US" dirty="0"/>
              <a:t>0.1</a:t>
            </a:r>
            <a:endParaRPr lang="en-SA" dirty="0"/>
          </a:p>
        </p:txBody>
      </p:sp>
      <p:sp>
        <p:nvSpPr>
          <p:cNvPr id="12" name="Text Placeholder 30">
            <a:extLst>
              <a:ext uri="{FF2B5EF4-FFF2-40B4-BE49-F238E27FC236}">
                <a16:creationId xmlns:a16="http://schemas.microsoft.com/office/drawing/2014/main" id="{94D05546-C30D-66AA-FBDF-7CF3038CFC9B}"/>
              </a:ext>
            </a:extLst>
          </p:cNvPr>
          <p:cNvSpPr>
            <a:spLocks noGrp="1"/>
          </p:cNvSpPr>
          <p:nvPr>
            <p:ph type="body" sz="quarter" idx="16" hasCustomPrompt="1"/>
          </p:nvPr>
        </p:nvSpPr>
        <p:spPr>
          <a:xfrm>
            <a:off x="10289243" y="5822790"/>
            <a:ext cx="1697037" cy="275614"/>
          </a:xfrm>
        </p:spPr>
        <p:txBody>
          <a:bodyPr>
            <a:noAutofit/>
          </a:bodyPr>
          <a:lstStyle>
            <a:lvl1pPr marL="0" indent="0" algn="ctr">
              <a:buNone/>
              <a:defRPr sz="1800" b="0" i="0">
                <a:solidFill>
                  <a:schemeClr val="bg1"/>
                </a:solidFill>
                <a:latin typeface="HRSD Gov Medium" pitchFamily="2" charset="-78"/>
                <a:ea typeface="HRSD Gov Medium" pitchFamily="2" charset="-78"/>
                <a:cs typeface="HRSD Gov Medium" pitchFamily="2" charset="-78"/>
              </a:defRPr>
            </a:lvl1pPr>
          </a:lstStyle>
          <a:p>
            <a:pPr lvl="0"/>
            <a:r>
              <a:rPr lang="ar-SA" dirty="0"/>
              <a:t>نسخة</a:t>
            </a:r>
            <a:endParaRPr lang="en-SA" dirty="0"/>
          </a:p>
        </p:txBody>
      </p:sp>
      <p:sp>
        <p:nvSpPr>
          <p:cNvPr id="19" name="Subtitle 2">
            <a:extLst>
              <a:ext uri="{FF2B5EF4-FFF2-40B4-BE49-F238E27FC236}">
                <a16:creationId xmlns:a16="http://schemas.microsoft.com/office/drawing/2014/main" id="{C637E23B-FCE0-E2BB-624F-DE796503EFE9}"/>
              </a:ext>
            </a:extLst>
          </p:cNvPr>
          <p:cNvSpPr>
            <a:spLocks noGrp="1"/>
          </p:cNvSpPr>
          <p:nvPr>
            <p:ph type="subTitle" idx="1" hasCustomPrompt="1"/>
          </p:nvPr>
        </p:nvSpPr>
        <p:spPr>
          <a:xfrm>
            <a:off x="3475123" y="3297383"/>
            <a:ext cx="8286888" cy="896443"/>
          </a:xfrm>
        </p:spPr>
        <p:txBody>
          <a:bodyPr>
            <a:normAutofit/>
          </a:bodyPr>
          <a:lstStyle>
            <a:lvl1pPr marL="0" indent="0" algn="r">
              <a:buNone/>
              <a:defRPr sz="2000" b="0" i="0">
                <a:solidFill>
                  <a:schemeClr val="bg1"/>
                </a:solidFill>
                <a:latin typeface="HRSD Gov" pitchFamily="2" charset="-78"/>
                <a:ea typeface="HRSD Gov" pitchFamily="2" charset="-78"/>
                <a:cs typeface="HRSD Gov"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انقر لتحرير النص</a:t>
            </a:r>
          </a:p>
        </p:txBody>
      </p:sp>
      <p:sp>
        <p:nvSpPr>
          <p:cNvPr id="20" name="Text Placeholder 28">
            <a:extLst>
              <a:ext uri="{FF2B5EF4-FFF2-40B4-BE49-F238E27FC236}">
                <a16:creationId xmlns:a16="http://schemas.microsoft.com/office/drawing/2014/main" id="{EA4AACDC-E575-FB6D-801F-3E8CAB9130A3}"/>
              </a:ext>
            </a:extLst>
          </p:cNvPr>
          <p:cNvSpPr>
            <a:spLocks noGrp="1"/>
          </p:cNvSpPr>
          <p:nvPr>
            <p:ph type="body" sz="quarter" idx="17" hasCustomPrompt="1"/>
          </p:nvPr>
        </p:nvSpPr>
        <p:spPr>
          <a:xfrm>
            <a:off x="5478345" y="6239695"/>
            <a:ext cx="1235310" cy="365124"/>
          </a:xfrm>
        </p:spPr>
        <p:txBody>
          <a:bodyPr anchor="ctr">
            <a:normAutofit/>
          </a:bodyPr>
          <a:lstStyle>
            <a:lvl1pPr marL="0" indent="0" algn="ctr">
              <a:buNone/>
              <a:defRPr lang="ar-SA" sz="1200" b="0" i="0" kern="1200" dirty="0">
                <a:solidFill>
                  <a:schemeClr val="bg1"/>
                </a:solidFill>
                <a:latin typeface="HRSD Gov" pitchFamily="2" charset="-78"/>
                <a:ea typeface="HRSD Gov" pitchFamily="2" charset="-78"/>
                <a:cs typeface="HRSD Gov" pitchFamily="2" charset="-78"/>
              </a:defRPr>
            </a:lvl1pPr>
          </a:lstStyle>
          <a:p>
            <a:r>
              <a:rPr lang="en-US" dirty="0"/>
              <a:t>Date 2023/00/00</a:t>
            </a:r>
            <a:endParaRPr lang="ar-SA" dirty="0"/>
          </a:p>
        </p:txBody>
      </p:sp>
      <p:sp>
        <p:nvSpPr>
          <p:cNvPr id="2" name="TextBox 1">
            <a:extLst>
              <a:ext uri="{FF2B5EF4-FFF2-40B4-BE49-F238E27FC236}">
                <a16:creationId xmlns:a16="http://schemas.microsoft.com/office/drawing/2014/main" id="{DF3C6DC5-B868-3E54-B7E7-5E4A63A8009E}"/>
              </a:ext>
            </a:extLst>
          </p:cNvPr>
          <p:cNvSpPr txBox="1"/>
          <p:nvPr userDrawn="1"/>
        </p:nvSpPr>
        <p:spPr>
          <a:xfrm>
            <a:off x="284119" y="6309268"/>
            <a:ext cx="2804598" cy="230832"/>
          </a:xfrm>
          <a:prstGeom prst="rect">
            <a:avLst/>
          </a:prstGeom>
          <a:noFill/>
        </p:spPr>
        <p:txBody>
          <a:bodyPr wrap="square" rtlCol="0">
            <a:spAutoFit/>
          </a:bodyPr>
          <a:lstStyle/>
          <a:p>
            <a:pPr marL="0" algn="l" defTabSz="914400" rtl="1" eaLnBrk="1" latinLnBrk="0" hangingPunct="1"/>
            <a:r>
              <a:rPr lang="ar-SA" sz="900" b="0" i="0" kern="1200" dirty="0">
                <a:solidFill>
                  <a:schemeClr val="bg1"/>
                </a:solidFill>
                <a:latin typeface="HRSD Gov" pitchFamily="2" charset="-78"/>
                <a:ea typeface="HRSD Gov" pitchFamily="2" charset="-78"/>
                <a:cs typeface="HRSD Gov" pitchFamily="2" charset="-78"/>
              </a:rPr>
              <a:t>جميع الحقوق محفوظه لوزارة الموارد والتنمية الاجتماعية © 2023</a:t>
            </a:r>
          </a:p>
        </p:txBody>
      </p:sp>
      <p:sp>
        <p:nvSpPr>
          <p:cNvPr id="5" name="Title 1">
            <a:extLst>
              <a:ext uri="{FF2B5EF4-FFF2-40B4-BE49-F238E27FC236}">
                <a16:creationId xmlns:a16="http://schemas.microsoft.com/office/drawing/2014/main" id="{55135DE1-FFFB-48D1-200C-26903DEDE836}"/>
              </a:ext>
            </a:extLst>
          </p:cNvPr>
          <p:cNvSpPr>
            <a:spLocks noGrp="1"/>
          </p:cNvSpPr>
          <p:nvPr>
            <p:ph type="ctrTitle" hasCustomPrompt="1"/>
          </p:nvPr>
        </p:nvSpPr>
        <p:spPr>
          <a:xfrm>
            <a:off x="3475122" y="2354360"/>
            <a:ext cx="8286888" cy="861209"/>
          </a:xfrm>
        </p:spPr>
        <p:txBody>
          <a:bodyPr anchor="t">
            <a:normAutofit/>
          </a:bodyPr>
          <a:lstStyle>
            <a:lvl1pPr algn="r">
              <a:defRPr sz="4400">
                <a:solidFill>
                  <a:schemeClr val="bg1"/>
                </a:solidFill>
                <a:latin typeface="HRSD Gov Title Bold" pitchFamily="2" charset="-78"/>
                <a:ea typeface="HRSD Gov Title Bold" pitchFamily="2" charset="-78"/>
                <a:cs typeface="HRSD Gov Title Bold" pitchFamily="2" charset="-78"/>
              </a:defRPr>
            </a:lvl1pPr>
          </a:lstStyle>
          <a:p>
            <a:r>
              <a:rPr lang="ar-SA" dirty="0"/>
              <a:t>مثال للعنوان الرئيسي للعرض التقديمي</a:t>
            </a:r>
            <a:endParaRPr lang="en-SA" dirty="0"/>
          </a:p>
        </p:txBody>
      </p:sp>
      <p:sp>
        <p:nvSpPr>
          <p:cNvPr id="6" name="TextBox 5">
            <a:extLst>
              <a:ext uri="{FF2B5EF4-FFF2-40B4-BE49-F238E27FC236}">
                <a16:creationId xmlns:a16="http://schemas.microsoft.com/office/drawing/2014/main" id="{A3058754-F3FB-5A2D-0DD7-E816E151E3F2}"/>
              </a:ext>
            </a:extLst>
          </p:cNvPr>
          <p:cNvSpPr txBox="1"/>
          <p:nvPr userDrawn="1"/>
        </p:nvSpPr>
        <p:spPr>
          <a:xfrm>
            <a:off x="8808192" y="6309268"/>
            <a:ext cx="1081978" cy="230832"/>
          </a:xfrm>
          <a:prstGeom prst="rect">
            <a:avLst/>
          </a:prstGeom>
          <a:noFill/>
        </p:spPr>
        <p:txBody>
          <a:bodyPr wrap="square" rtlCol="0">
            <a:spAutoFit/>
          </a:bodyPr>
          <a:lstStyle/>
          <a:p>
            <a:pPr marL="0" algn="r" defTabSz="914400" rtl="1" eaLnBrk="1" latinLnBrk="0" hangingPunct="1"/>
            <a:r>
              <a:rPr lang="en-US" sz="900" b="0" i="0" kern="1200" dirty="0" err="1">
                <a:solidFill>
                  <a:schemeClr val="bg1"/>
                </a:solidFill>
                <a:latin typeface="HRSD Gov" pitchFamily="2" charset="-78"/>
                <a:ea typeface="HRSD Gov" pitchFamily="2" charset="-78"/>
                <a:cs typeface="HRSD Gov" pitchFamily="2" charset="-78"/>
              </a:rPr>
              <a:t>www.hrsd.gov.sa</a:t>
            </a:r>
            <a:endParaRPr lang="en-US" sz="900" b="0" i="0" kern="1200" dirty="0">
              <a:solidFill>
                <a:schemeClr val="bg1"/>
              </a:solidFill>
              <a:latin typeface="HRSD Gov" pitchFamily="2" charset="-78"/>
              <a:ea typeface="HRSD Gov" pitchFamily="2" charset="-78"/>
              <a:cs typeface="HRSD Gov" pitchFamily="2" charset="-78"/>
            </a:endParaRPr>
          </a:p>
        </p:txBody>
      </p:sp>
    </p:spTree>
    <p:extLst>
      <p:ext uri="{BB962C8B-B14F-4D97-AF65-F5344CB8AC3E}">
        <p14:creationId xmlns:p14="http://schemas.microsoft.com/office/powerpoint/2010/main" val="34608990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6A1FDD6-79B1-E347-E4BF-F3580A03870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018" y="-2587"/>
            <a:ext cx="12181964" cy="6854825"/>
          </a:xfrm>
          <a:prstGeom prst="rect">
            <a:avLst/>
          </a:prstGeom>
        </p:spPr>
      </p:pic>
      <p:sp>
        <p:nvSpPr>
          <p:cNvPr id="6" name="Rectangle 5">
            <a:extLst>
              <a:ext uri="{FF2B5EF4-FFF2-40B4-BE49-F238E27FC236}">
                <a16:creationId xmlns:a16="http://schemas.microsoft.com/office/drawing/2014/main" id="{BC405522-EA08-42E3-F11D-AB79E44AA5E0}"/>
              </a:ext>
            </a:extLst>
          </p:cNvPr>
          <p:cNvSpPr/>
          <p:nvPr userDrawn="1"/>
        </p:nvSpPr>
        <p:spPr>
          <a:xfrm>
            <a:off x="-10858" y="-25231"/>
            <a:ext cx="12213715" cy="6933692"/>
          </a:xfrm>
          <a:prstGeom prst="rect">
            <a:avLst/>
          </a:prstGeom>
          <a:solidFill>
            <a:schemeClr val="accent1">
              <a:alpha val="2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SA" dirty="0"/>
          </a:p>
        </p:txBody>
      </p:sp>
      <p:grpSp>
        <p:nvGrpSpPr>
          <p:cNvPr id="20" name="Graphic 13">
            <a:extLst>
              <a:ext uri="{FF2B5EF4-FFF2-40B4-BE49-F238E27FC236}">
                <a16:creationId xmlns:a16="http://schemas.microsoft.com/office/drawing/2014/main" id="{EE7EFA4F-BC4D-A856-103B-B62118A00D52}"/>
              </a:ext>
            </a:extLst>
          </p:cNvPr>
          <p:cNvGrpSpPr/>
          <p:nvPr userDrawn="1"/>
        </p:nvGrpSpPr>
        <p:grpSpPr>
          <a:xfrm>
            <a:off x="-5016" y="3614011"/>
            <a:ext cx="12191999" cy="3270948"/>
            <a:chOff x="-2540" y="3586543"/>
            <a:chExt cx="12191999" cy="3270948"/>
          </a:xfrm>
        </p:grpSpPr>
        <p:sp>
          <p:nvSpPr>
            <p:cNvPr id="21" name="Freeform 20">
              <a:extLst>
                <a:ext uri="{FF2B5EF4-FFF2-40B4-BE49-F238E27FC236}">
                  <a16:creationId xmlns:a16="http://schemas.microsoft.com/office/drawing/2014/main" id="{309268ED-AC8B-A918-4330-2E343C114962}"/>
                </a:ext>
              </a:extLst>
            </p:cNvPr>
            <p:cNvSpPr/>
            <p:nvPr/>
          </p:nvSpPr>
          <p:spPr>
            <a:xfrm>
              <a:off x="-2540" y="4758372"/>
              <a:ext cx="2149220" cy="2099056"/>
            </a:xfrm>
            <a:custGeom>
              <a:avLst/>
              <a:gdLst>
                <a:gd name="connsiteX0" fmla="*/ 2149221 w 2149220"/>
                <a:gd name="connsiteY0" fmla="*/ 2099056 h 2099056"/>
                <a:gd name="connsiteX1" fmla="*/ 2149221 w 2149220"/>
                <a:gd name="connsiteY1" fmla="*/ 0 h 2099056"/>
                <a:gd name="connsiteX2" fmla="*/ 0 w 2149220"/>
                <a:gd name="connsiteY2" fmla="*/ 216662 h 2099056"/>
                <a:gd name="connsiteX3" fmla="*/ 0 w 2149220"/>
                <a:gd name="connsiteY3" fmla="*/ 2099056 h 2099056"/>
                <a:gd name="connsiteX4" fmla="*/ 2149221 w 2149220"/>
                <a:gd name="connsiteY4" fmla="*/ 2099056 h 2099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9220" h="2099056">
                  <a:moveTo>
                    <a:pt x="2149221" y="2099056"/>
                  </a:moveTo>
                  <a:lnTo>
                    <a:pt x="2149221" y="0"/>
                  </a:lnTo>
                  <a:cubicBezTo>
                    <a:pt x="1401953" y="122873"/>
                    <a:pt x="702120" y="207264"/>
                    <a:pt x="0" y="216662"/>
                  </a:cubicBezTo>
                  <a:lnTo>
                    <a:pt x="0" y="2099056"/>
                  </a:lnTo>
                  <a:cubicBezTo>
                    <a:pt x="0" y="2099056"/>
                    <a:pt x="2149221" y="2099056"/>
                    <a:pt x="2149221" y="2099056"/>
                  </a:cubicBezTo>
                  <a:close/>
                </a:path>
              </a:pathLst>
            </a:custGeom>
            <a:solidFill>
              <a:schemeClr val="tx2"/>
            </a:solidFill>
            <a:ln w="0" cap="flat">
              <a:noFill/>
              <a:prstDash val="solid"/>
              <a:miter/>
            </a:ln>
          </p:spPr>
          <p:txBody>
            <a:bodyPr rtlCol="0" anchor="ctr"/>
            <a:lstStyle/>
            <a:p>
              <a:pPr marL="0" algn="r" defTabSz="914400" rtl="1" eaLnBrk="1" latinLnBrk="0" hangingPunct="1"/>
              <a:endParaRPr lang="en-SA"/>
            </a:p>
          </p:txBody>
        </p:sp>
        <p:sp>
          <p:nvSpPr>
            <p:cNvPr id="22" name="Freeform 21">
              <a:extLst>
                <a:ext uri="{FF2B5EF4-FFF2-40B4-BE49-F238E27FC236}">
                  <a16:creationId xmlns:a16="http://schemas.microsoft.com/office/drawing/2014/main" id="{9EA909FC-E872-04A7-5130-CAB5B4E9F795}"/>
                </a:ext>
              </a:extLst>
            </p:cNvPr>
            <p:cNvSpPr/>
            <p:nvPr/>
          </p:nvSpPr>
          <p:spPr>
            <a:xfrm>
              <a:off x="2146680" y="3586543"/>
              <a:ext cx="10042778" cy="3270948"/>
            </a:xfrm>
            <a:custGeom>
              <a:avLst/>
              <a:gdLst>
                <a:gd name="connsiteX0" fmla="*/ 0 w 10042778"/>
                <a:gd name="connsiteY0" fmla="*/ 3270885 h 3270948"/>
                <a:gd name="connsiteX1" fmla="*/ 10042779 w 10042778"/>
                <a:gd name="connsiteY1" fmla="*/ 3270885 h 3270948"/>
                <a:gd name="connsiteX2" fmla="*/ 10042779 w 10042778"/>
                <a:gd name="connsiteY2" fmla="*/ 0 h 3270948"/>
                <a:gd name="connsiteX3" fmla="*/ 0 w 10042778"/>
                <a:gd name="connsiteY3" fmla="*/ 1171892 h 3270948"/>
                <a:gd name="connsiteX4" fmla="*/ 0 w 10042778"/>
                <a:gd name="connsiteY4" fmla="*/ 3270949 h 3270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2778" h="3270948">
                  <a:moveTo>
                    <a:pt x="0" y="3270885"/>
                  </a:moveTo>
                  <a:lnTo>
                    <a:pt x="10042779" y="3270885"/>
                  </a:lnTo>
                  <a:cubicBezTo>
                    <a:pt x="10042779" y="3270885"/>
                    <a:pt x="10042779" y="0"/>
                    <a:pt x="10042779" y="0"/>
                  </a:cubicBezTo>
                  <a:cubicBezTo>
                    <a:pt x="5184521" y="13589"/>
                    <a:pt x="2356295" y="784352"/>
                    <a:pt x="0" y="1171892"/>
                  </a:cubicBezTo>
                  <a:lnTo>
                    <a:pt x="0" y="3270949"/>
                  </a:lnTo>
                  <a:close/>
                </a:path>
              </a:pathLst>
            </a:custGeom>
            <a:solidFill>
              <a:srgbClr val="0F3144"/>
            </a:solidFill>
            <a:ln w="0" cap="flat">
              <a:noFill/>
              <a:prstDash val="solid"/>
              <a:miter/>
            </a:ln>
          </p:spPr>
          <p:txBody>
            <a:bodyPr rtlCol="0" anchor="ctr"/>
            <a:lstStyle/>
            <a:p>
              <a:pPr marL="0" algn="l" defTabSz="914400" rtl="0" eaLnBrk="1" latinLnBrk="0" hangingPunct="1"/>
              <a:endParaRPr lang="en-SA"/>
            </a:p>
          </p:txBody>
        </p:sp>
        <p:sp>
          <p:nvSpPr>
            <p:cNvPr id="24" name="Freeform 23">
              <a:extLst>
                <a:ext uri="{FF2B5EF4-FFF2-40B4-BE49-F238E27FC236}">
                  <a16:creationId xmlns:a16="http://schemas.microsoft.com/office/drawing/2014/main" id="{A13493ED-00B3-0289-8973-3228036D2453}"/>
                </a:ext>
              </a:extLst>
            </p:cNvPr>
            <p:cNvSpPr/>
            <p:nvPr/>
          </p:nvSpPr>
          <p:spPr>
            <a:xfrm>
              <a:off x="-2540" y="3754754"/>
              <a:ext cx="2149220" cy="1220279"/>
            </a:xfrm>
            <a:custGeom>
              <a:avLst/>
              <a:gdLst>
                <a:gd name="connsiteX0" fmla="*/ 2149221 w 2149220"/>
                <a:gd name="connsiteY0" fmla="*/ 0 h 1220279"/>
                <a:gd name="connsiteX1" fmla="*/ 0 w 2149220"/>
                <a:gd name="connsiteY1" fmla="*/ 273876 h 1220279"/>
                <a:gd name="connsiteX2" fmla="*/ 0 w 2149220"/>
                <a:gd name="connsiteY2" fmla="*/ 1220279 h 1220279"/>
                <a:gd name="connsiteX3" fmla="*/ 2149221 w 2149220"/>
                <a:gd name="connsiteY3" fmla="*/ 1003617 h 1220279"/>
                <a:gd name="connsiteX4" fmla="*/ 2149221 w 2149220"/>
                <a:gd name="connsiteY4" fmla="*/ 0 h 1220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9220" h="1220279">
                  <a:moveTo>
                    <a:pt x="2149221" y="0"/>
                  </a:moveTo>
                  <a:cubicBezTo>
                    <a:pt x="1501521" y="164592"/>
                    <a:pt x="631000" y="261747"/>
                    <a:pt x="0" y="273876"/>
                  </a:cubicBezTo>
                  <a:lnTo>
                    <a:pt x="0" y="1220279"/>
                  </a:lnTo>
                  <a:cubicBezTo>
                    <a:pt x="702056" y="1210882"/>
                    <a:pt x="1401890" y="1126490"/>
                    <a:pt x="2149221" y="1003617"/>
                  </a:cubicBezTo>
                  <a:lnTo>
                    <a:pt x="2149221" y="0"/>
                  </a:lnTo>
                  <a:close/>
                </a:path>
              </a:pathLst>
            </a:custGeom>
            <a:solidFill>
              <a:srgbClr val="00BA6D"/>
            </a:solidFill>
            <a:ln w="0" cap="flat">
              <a:noFill/>
              <a:prstDash val="solid"/>
              <a:miter/>
            </a:ln>
          </p:spPr>
          <p:txBody>
            <a:bodyPr rtlCol="0" anchor="ctr"/>
            <a:lstStyle/>
            <a:p>
              <a:pPr marL="0" algn="l" defTabSz="914400" rtl="0" eaLnBrk="1" latinLnBrk="0" hangingPunct="1"/>
              <a:endParaRPr lang="en-SA"/>
            </a:p>
          </p:txBody>
        </p:sp>
      </p:grpSp>
      <p:sp>
        <p:nvSpPr>
          <p:cNvPr id="25" name="Freeform 24">
            <a:extLst>
              <a:ext uri="{FF2B5EF4-FFF2-40B4-BE49-F238E27FC236}">
                <a16:creationId xmlns:a16="http://schemas.microsoft.com/office/drawing/2014/main" id="{6D57D382-BC03-97C8-A96B-0CAAC4CDD86E}"/>
              </a:ext>
            </a:extLst>
          </p:cNvPr>
          <p:cNvSpPr/>
          <p:nvPr/>
        </p:nvSpPr>
        <p:spPr>
          <a:xfrm>
            <a:off x="-1714" y="-825"/>
            <a:ext cx="12190412" cy="6858000"/>
          </a:xfrm>
          <a:custGeom>
            <a:avLst/>
            <a:gdLst>
              <a:gd name="connsiteX0" fmla="*/ 0 w 12190412"/>
              <a:gd name="connsiteY0" fmla="*/ 0 h 6858000"/>
              <a:gd name="connsiteX1" fmla="*/ 12190412 w 12190412"/>
              <a:gd name="connsiteY1" fmla="*/ 0 h 6858000"/>
              <a:gd name="connsiteX2" fmla="*/ 12190412 w 12190412"/>
              <a:gd name="connsiteY2" fmla="*/ 6858000 h 6858000"/>
              <a:gd name="connsiteX3" fmla="*/ 0 w 1219041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0412" h="6858000">
                <a:moveTo>
                  <a:pt x="0" y="0"/>
                </a:moveTo>
                <a:lnTo>
                  <a:pt x="12190412" y="0"/>
                </a:lnTo>
                <a:lnTo>
                  <a:pt x="12190412" y="6858000"/>
                </a:lnTo>
                <a:lnTo>
                  <a:pt x="0" y="6858000"/>
                </a:lnTo>
                <a:close/>
              </a:path>
            </a:pathLst>
          </a:custGeom>
          <a:noFill/>
          <a:ln w="8573" cap="flat">
            <a:solidFill>
              <a:srgbClr val="0F3144"/>
            </a:solidFill>
            <a:prstDash val="solid"/>
            <a:miter/>
          </a:ln>
        </p:spPr>
        <p:txBody>
          <a:bodyPr rtlCol="0" anchor="ctr"/>
          <a:lstStyle/>
          <a:p>
            <a:endParaRPr lang="en-SA"/>
          </a:p>
        </p:txBody>
      </p:sp>
      <p:pic>
        <p:nvPicPr>
          <p:cNvPr id="4" name="صورة 7">
            <a:extLst>
              <a:ext uri="{FF2B5EF4-FFF2-40B4-BE49-F238E27FC236}">
                <a16:creationId xmlns:a16="http://schemas.microsoft.com/office/drawing/2014/main" id="{C9230514-4D6B-F094-90BA-58847FA05348}"/>
              </a:ext>
            </a:extLst>
          </p:cNvPr>
          <p:cNvPicPr>
            <a:picLocks noChangeAspect="1"/>
          </p:cNvPicPr>
          <p:nvPr userDrawn="1"/>
        </p:nvPicPr>
        <p:blipFill>
          <a:blip r:embed="rId3">
            <a:biLevel thresh="25000"/>
          </a:blip>
          <a:stretch>
            <a:fillRect/>
          </a:stretch>
        </p:blipFill>
        <p:spPr>
          <a:xfrm>
            <a:off x="9755592" y="393370"/>
            <a:ext cx="2045525" cy="613658"/>
          </a:xfrm>
          <a:prstGeom prst="rect">
            <a:avLst/>
          </a:prstGeom>
        </p:spPr>
      </p:pic>
      <p:sp>
        <p:nvSpPr>
          <p:cNvPr id="14" name="Text Placeholder 22">
            <a:extLst>
              <a:ext uri="{FF2B5EF4-FFF2-40B4-BE49-F238E27FC236}">
                <a16:creationId xmlns:a16="http://schemas.microsoft.com/office/drawing/2014/main" id="{BA8C1137-355F-269C-81B0-6BEDB75DAE6F}"/>
              </a:ext>
            </a:extLst>
          </p:cNvPr>
          <p:cNvSpPr>
            <a:spLocks noGrp="1"/>
          </p:cNvSpPr>
          <p:nvPr>
            <p:ph type="body" sz="quarter" idx="13" hasCustomPrompt="1"/>
          </p:nvPr>
        </p:nvSpPr>
        <p:spPr>
          <a:xfrm>
            <a:off x="209384" y="4545971"/>
            <a:ext cx="1697037" cy="252413"/>
          </a:xfrm>
        </p:spPr>
        <p:txBody>
          <a:bodyPr anchor="ctr"/>
          <a:lstStyle>
            <a:lvl1pPr marL="0" indent="0" algn="ctr">
              <a:buNone/>
              <a:defRPr lang="en-SA" sz="2800" b="1" i="0" kern="1200" dirty="0">
                <a:solidFill>
                  <a:schemeClr val="bg1"/>
                </a:solidFill>
                <a:latin typeface="HRSD Gov SemiBold" pitchFamily="2" charset="-78"/>
                <a:ea typeface="HRSD Gov SemiBold" pitchFamily="2" charset="-78"/>
                <a:cs typeface="HRSD Gov SemiBold" pitchFamily="2" charset="-78"/>
              </a:defRPr>
            </a:lvl1pPr>
          </a:lstStyle>
          <a:p>
            <a:pPr lvl="0"/>
            <a:r>
              <a:rPr lang="en-US" dirty="0"/>
              <a:t>0.1</a:t>
            </a:r>
            <a:endParaRPr lang="en-SA" dirty="0"/>
          </a:p>
        </p:txBody>
      </p:sp>
      <p:sp>
        <p:nvSpPr>
          <p:cNvPr id="17" name="Text Placeholder 30">
            <a:extLst>
              <a:ext uri="{FF2B5EF4-FFF2-40B4-BE49-F238E27FC236}">
                <a16:creationId xmlns:a16="http://schemas.microsoft.com/office/drawing/2014/main" id="{E799DAA7-54DD-B9C9-AFE8-ED83E1098990}"/>
              </a:ext>
            </a:extLst>
          </p:cNvPr>
          <p:cNvSpPr>
            <a:spLocks noGrp="1"/>
          </p:cNvSpPr>
          <p:nvPr>
            <p:ph type="body" sz="quarter" idx="17" hasCustomPrompt="1"/>
          </p:nvPr>
        </p:nvSpPr>
        <p:spPr>
          <a:xfrm>
            <a:off x="209384" y="4186252"/>
            <a:ext cx="1697037" cy="275614"/>
          </a:xfrm>
        </p:spPr>
        <p:txBody>
          <a:bodyPr>
            <a:noAutofit/>
          </a:bodyPr>
          <a:lstStyle>
            <a:lvl1pPr marL="0" indent="0" algn="ctr">
              <a:buNone/>
              <a:defRPr sz="1800" b="0" i="0">
                <a:solidFill>
                  <a:schemeClr val="bg1"/>
                </a:solidFill>
                <a:latin typeface="HRSD Gov Medium" pitchFamily="2" charset="-78"/>
                <a:ea typeface="HRSD Gov Medium" pitchFamily="2" charset="-78"/>
                <a:cs typeface="HRSD Gov Medium" pitchFamily="2" charset="-78"/>
              </a:defRPr>
            </a:lvl1pPr>
          </a:lstStyle>
          <a:p>
            <a:pPr lvl="0"/>
            <a:r>
              <a:rPr lang="ar-SA" dirty="0"/>
              <a:t>نسخة</a:t>
            </a:r>
            <a:endParaRPr lang="en-SA" dirty="0"/>
          </a:p>
        </p:txBody>
      </p:sp>
      <p:sp>
        <p:nvSpPr>
          <p:cNvPr id="18" name="Title 1">
            <a:extLst>
              <a:ext uri="{FF2B5EF4-FFF2-40B4-BE49-F238E27FC236}">
                <a16:creationId xmlns:a16="http://schemas.microsoft.com/office/drawing/2014/main" id="{BBACE9A1-D97B-8471-BC8D-5692CE6FE534}"/>
              </a:ext>
            </a:extLst>
          </p:cNvPr>
          <p:cNvSpPr>
            <a:spLocks noGrp="1"/>
          </p:cNvSpPr>
          <p:nvPr>
            <p:ph type="ctrTitle" hasCustomPrompt="1"/>
          </p:nvPr>
        </p:nvSpPr>
        <p:spPr>
          <a:xfrm>
            <a:off x="3590693" y="4707194"/>
            <a:ext cx="8331148" cy="868694"/>
          </a:xfrm>
        </p:spPr>
        <p:txBody>
          <a:bodyPr anchor="t">
            <a:normAutofit/>
          </a:bodyPr>
          <a:lstStyle>
            <a:lvl1pPr algn="r">
              <a:defRPr sz="4400">
                <a:solidFill>
                  <a:schemeClr val="bg1"/>
                </a:solidFill>
                <a:latin typeface="HRSD Gov Title Bold" pitchFamily="2" charset="-78"/>
                <a:ea typeface="HRSD Gov Title Bold" pitchFamily="2" charset="-78"/>
                <a:cs typeface="HRSD Gov Title Bold" pitchFamily="2" charset="-78"/>
              </a:defRPr>
            </a:lvl1pPr>
          </a:lstStyle>
          <a:p>
            <a:r>
              <a:rPr lang="ar-SA" dirty="0"/>
              <a:t>مثال للعنوان الرئيسي للعرض التقديمي</a:t>
            </a:r>
            <a:endParaRPr lang="en-SA" dirty="0"/>
          </a:p>
        </p:txBody>
      </p:sp>
      <p:sp>
        <p:nvSpPr>
          <p:cNvPr id="19" name="Subtitle 2">
            <a:extLst>
              <a:ext uri="{FF2B5EF4-FFF2-40B4-BE49-F238E27FC236}">
                <a16:creationId xmlns:a16="http://schemas.microsoft.com/office/drawing/2014/main" id="{47A357DF-813E-306B-23D1-26659B32810E}"/>
              </a:ext>
            </a:extLst>
          </p:cNvPr>
          <p:cNvSpPr>
            <a:spLocks noGrp="1"/>
          </p:cNvSpPr>
          <p:nvPr>
            <p:ph type="subTitle" idx="1" hasCustomPrompt="1"/>
          </p:nvPr>
        </p:nvSpPr>
        <p:spPr>
          <a:xfrm>
            <a:off x="3590693" y="5636157"/>
            <a:ext cx="8331148" cy="396065"/>
          </a:xfrm>
        </p:spPr>
        <p:txBody>
          <a:bodyPr>
            <a:normAutofit/>
          </a:bodyPr>
          <a:lstStyle>
            <a:lvl1pPr marL="0" indent="0" algn="r">
              <a:buNone/>
              <a:defRPr sz="2000" b="0" i="0">
                <a:solidFill>
                  <a:schemeClr val="bg1"/>
                </a:solidFill>
                <a:latin typeface="HRSD Gov" pitchFamily="2" charset="-78"/>
                <a:ea typeface="HRSD Gov" pitchFamily="2" charset="-78"/>
                <a:cs typeface="HRSD Gov"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انقر لتحرير النص</a:t>
            </a:r>
          </a:p>
        </p:txBody>
      </p:sp>
      <p:sp>
        <p:nvSpPr>
          <p:cNvPr id="27" name="Text Placeholder 28">
            <a:extLst>
              <a:ext uri="{FF2B5EF4-FFF2-40B4-BE49-F238E27FC236}">
                <a16:creationId xmlns:a16="http://schemas.microsoft.com/office/drawing/2014/main" id="{576CFC13-D759-978D-0F66-E411A8A18C00}"/>
              </a:ext>
            </a:extLst>
          </p:cNvPr>
          <p:cNvSpPr>
            <a:spLocks noGrp="1"/>
          </p:cNvSpPr>
          <p:nvPr>
            <p:ph type="body" sz="quarter" idx="18" hasCustomPrompt="1"/>
          </p:nvPr>
        </p:nvSpPr>
        <p:spPr>
          <a:xfrm>
            <a:off x="270159" y="5834189"/>
            <a:ext cx="1235310" cy="365125"/>
          </a:xfrm>
        </p:spPr>
        <p:txBody>
          <a:bodyPr anchor="ctr">
            <a:normAutofit/>
          </a:bodyPr>
          <a:lstStyle>
            <a:lvl1pPr marL="0" indent="0" algn="ctr">
              <a:buNone/>
              <a:defRPr lang="ar-SA" sz="1200" b="0" i="0" kern="1200" dirty="0">
                <a:solidFill>
                  <a:schemeClr val="bg1"/>
                </a:solidFill>
                <a:latin typeface="HRSD Gov" pitchFamily="2" charset="-78"/>
                <a:ea typeface="HRSD Gov" pitchFamily="2" charset="-78"/>
                <a:cs typeface="HRSD Gov" pitchFamily="2" charset="-78"/>
              </a:defRPr>
            </a:lvl1pPr>
          </a:lstStyle>
          <a:p>
            <a:r>
              <a:rPr lang="en-US" dirty="0"/>
              <a:t>Date 2023/00/00</a:t>
            </a:r>
            <a:endParaRPr lang="ar-SA" dirty="0"/>
          </a:p>
        </p:txBody>
      </p:sp>
      <p:sp>
        <p:nvSpPr>
          <p:cNvPr id="2" name="TextBox 1">
            <a:extLst>
              <a:ext uri="{FF2B5EF4-FFF2-40B4-BE49-F238E27FC236}">
                <a16:creationId xmlns:a16="http://schemas.microsoft.com/office/drawing/2014/main" id="{88341456-4614-44BB-6930-E4E1BBBD8700}"/>
              </a:ext>
            </a:extLst>
          </p:cNvPr>
          <p:cNvSpPr txBox="1"/>
          <p:nvPr userDrawn="1"/>
        </p:nvSpPr>
        <p:spPr>
          <a:xfrm>
            <a:off x="284119" y="6309268"/>
            <a:ext cx="2804598" cy="230832"/>
          </a:xfrm>
          <a:prstGeom prst="rect">
            <a:avLst/>
          </a:prstGeom>
          <a:noFill/>
        </p:spPr>
        <p:txBody>
          <a:bodyPr wrap="square" rtlCol="0">
            <a:spAutoFit/>
          </a:bodyPr>
          <a:lstStyle/>
          <a:p>
            <a:pPr marL="0" algn="l" defTabSz="914400" rtl="1" eaLnBrk="1" latinLnBrk="0" hangingPunct="1"/>
            <a:r>
              <a:rPr lang="ar-SA" sz="900" b="0" i="0" kern="1200" dirty="0">
                <a:solidFill>
                  <a:schemeClr val="bg1"/>
                </a:solidFill>
                <a:latin typeface="HRSD Gov" pitchFamily="2" charset="-78"/>
                <a:ea typeface="HRSD Gov" pitchFamily="2" charset="-78"/>
                <a:cs typeface="HRSD Gov" pitchFamily="2" charset="-78"/>
              </a:rPr>
              <a:t>جميع الحقوق محفوظه لوزارة الموارد والتنمية الاجتماعية © 2023</a:t>
            </a:r>
          </a:p>
        </p:txBody>
      </p:sp>
      <p:sp>
        <p:nvSpPr>
          <p:cNvPr id="3" name="TextBox 2">
            <a:extLst>
              <a:ext uri="{FF2B5EF4-FFF2-40B4-BE49-F238E27FC236}">
                <a16:creationId xmlns:a16="http://schemas.microsoft.com/office/drawing/2014/main" id="{16A88F69-D36C-1469-B15C-62486E5AC653}"/>
              </a:ext>
            </a:extLst>
          </p:cNvPr>
          <p:cNvSpPr txBox="1"/>
          <p:nvPr userDrawn="1"/>
        </p:nvSpPr>
        <p:spPr>
          <a:xfrm>
            <a:off x="10680031" y="6309268"/>
            <a:ext cx="1241809" cy="230832"/>
          </a:xfrm>
          <a:prstGeom prst="rect">
            <a:avLst/>
          </a:prstGeom>
          <a:noFill/>
        </p:spPr>
        <p:txBody>
          <a:bodyPr wrap="square" rtlCol="0">
            <a:spAutoFit/>
          </a:bodyPr>
          <a:lstStyle/>
          <a:p>
            <a:pPr marL="0" algn="r" defTabSz="914400" rtl="1" eaLnBrk="1" latinLnBrk="0" hangingPunct="1"/>
            <a:r>
              <a:rPr lang="en-US" sz="900" b="0" i="0" kern="1200" dirty="0" err="1">
                <a:solidFill>
                  <a:schemeClr val="bg1"/>
                </a:solidFill>
                <a:latin typeface="HRSD Gov" pitchFamily="2" charset="-78"/>
                <a:ea typeface="HRSD Gov" pitchFamily="2" charset="-78"/>
                <a:cs typeface="HRSD Gov" pitchFamily="2" charset="-78"/>
              </a:rPr>
              <a:t>www.hrsd.gov.sa</a:t>
            </a:r>
            <a:endParaRPr lang="en-US" sz="900" b="0" i="0" kern="1200" dirty="0">
              <a:solidFill>
                <a:schemeClr val="bg1"/>
              </a:solidFill>
              <a:latin typeface="HRSD Gov" pitchFamily="2" charset="-78"/>
              <a:ea typeface="HRSD Gov" pitchFamily="2" charset="-78"/>
              <a:cs typeface="HRSD Gov" pitchFamily="2" charset="-78"/>
            </a:endParaRPr>
          </a:p>
        </p:txBody>
      </p:sp>
    </p:spTree>
    <p:extLst>
      <p:ext uri="{BB962C8B-B14F-4D97-AF65-F5344CB8AC3E}">
        <p14:creationId xmlns:p14="http://schemas.microsoft.com/office/powerpoint/2010/main" val="8997249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035A68D-EA0E-8CE0-401B-430D122FD40B}"/>
              </a:ext>
            </a:extLst>
          </p:cNvPr>
          <p:cNvSpPr/>
          <p:nvPr userDrawn="1"/>
        </p:nvSpPr>
        <p:spPr>
          <a:xfrm>
            <a:off x="0" y="6986"/>
            <a:ext cx="12192000" cy="6858000"/>
          </a:xfrm>
          <a:prstGeom prst="rect">
            <a:avLst/>
          </a:prstGeom>
          <a:solidFill>
            <a:schemeClr val="bg1">
              <a:lumMod val="8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algn="ctr" defTabSz="914400" rtl="0" eaLnBrk="1" latinLnBrk="0" hangingPunct="1"/>
            <a:endParaRPr lang="en-SA" dirty="0"/>
          </a:p>
        </p:txBody>
      </p:sp>
      <p:sp>
        <p:nvSpPr>
          <p:cNvPr id="14" name="Freeform 13">
            <a:extLst>
              <a:ext uri="{FF2B5EF4-FFF2-40B4-BE49-F238E27FC236}">
                <a16:creationId xmlns:a16="http://schemas.microsoft.com/office/drawing/2014/main" id="{85110BC0-CF4C-C940-F500-F897ECC88790}"/>
              </a:ext>
            </a:extLst>
          </p:cNvPr>
          <p:cNvSpPr/>
          <p:nvPr userDrawn="1"/>
        </p:nvSpPr>
        <p:spPr>
          <a:xfrm>
            <a:off x="10287000" y="6986"/>
            <a:ext cx="1905000" cy="5668345"/>
          </a:xfrm>
          <a:custGeom>
            <a:avLst/>
            <a:gdLst>
              <a:gd name="connsiteX0" fmla="*/ 0 w 1905000"/>
              <a:gd name="connsiteY0" fmla="*/ 0 h 3947159"/>
              <a:gd name="connsiteX1" fmla="*/ 0 w 1905000"/>
              <a:gd name="connsiteY1" fmla="*/ 1807845 h 3947159"/>
              <a:gd name="connsiteX2" fmla="*/ 0 w 1905000"/>
              <a:gd name="connsiteY2" fmla="*/ 3947160 h 3947159"/>
              <a:gd name="connsiteX3" fmla="*/ 1905000 w 1905000"/>
              <a:gd name="connsiteY3" fmla="*/ 3456940 h 3947159"/>
              <a:gd name="connsiteX4" fmla="*/ 1905000 w 1905000"/>
              <a:gd name="connsiteY4" fmla="*/ 1947545 h 3947159"/>
              <a:gd name="connsiteX5" fmla="*/ 1905000 w 1905000"/>
              <a:gd name="connsiteY5" fmla="*/ 0 h 3947159"/>
              <a:gd name="connsiteX6" fmla="*/ 0 w 1905000"/>
              <a:gd name="connsiteY6" fmla="*/ 0 h 3947159"/>
              <a:gd name="connsiteX0" fmla="*/ 0 w 1905000"/>
              <a:gd name="connsiteY0" fmla="*/ 0 h 3947160"/>
              <a:gd name="connsiteX1" fmla="*/ 0 w 1905000"/>
              <a:gd name="connsiteY1" fmla="*/ 1807845 h 3947160"/>
              <a:gd name="connsiteX2" fmla="*/ 0 w 1905000"/>
              <a:gd name="connsiteY2" fmla="*/ 3947160 h 3947160"/>
              <a:gd name="connsiteX3" fmla="*/ 1891553 w 1905000"/>
              <a:gd name="connsiteY3" fmla="*/ 3624238 h 3947160"/>
              <a:gd name="connsiteX4" fmla="*/ 1905000 w 1905000"/>
              <a:gd name="connsiteY4" fmla="*/ 1947545 h 3947160"/>
              <a:gd name="connsiteX5" fmla="*/ 1905000 w 1905000"/>
              <a:gd name="connsiteY5" fmla="*/ 0 h 3947160"/>
              <a:gd name="connsiteX6" fmla="*/ 0 w 1905000"/>
              <a:gd name="connsiteY6" fmla="*/ 0 h 3947160"/>
              <a:gd name="connsiteX0" fmla="*/ 0 w 1905000"/>
              <a:gd name="connsiteY0" fmla="*/ 0 h 3947160"/>
              <a:gd name="connsiteX1" fmla="*/ 0 w 1905000"/>
              <a:gd name="connsiteY1" fmla="*/ 1807845 h 3947160"/>
              <a:gd name="connsiteX2" fmla="*/ 0 w 1905000"/>
              <a:gd name="connsiteY2" fmla="*/ 3947160 h 3947160"/>
              <a:gd name="connsiteX3" fmla="*/ 1891553 w 1905000"/>
              <a:gd name="connsiteY3" fmla="*/ 3624238 h 3947160"/>
              <a:gd name="connsiteX4" fmla="*/ 1905000 w 1905000"/>
              <a:gd name="connsiteY4" fmla="*/ 1947545 h 3947160"/>
              <a:gd name="connsiteX5" fmla="*/ 1905000 w 1905000"/>
              <a:gd name="connsiteY5" fmla="*/ 0 h 3947160"/>
              <a:gd name="connsiteX6" fmla="*/ 0 w 1905000"/>
              <a:gd name="connsiteY6" fmla="*/ 0 h 3947160"/>
              <a:gd name="connsiteX0" fmla="*/ 0 w 1905000"/>
              <a:gd name="connsiteY0" fmla="*/ 0 h 3947160"/>
              <a:gd name="connsiteX1" fmla="*/ 0 w 1905000"/>
              <a:gd name="connsiteY1" fmla="*/ 1807845 h 3947160"/>
              <a:gd name="connsiteX2" fmla="*/ 0 w 1905000"/>
              <a:gd name="connsiteY2" fmla="*/ 3947160 h 3947160"/>
              <a:gd name="connsiteX3" fmla="*/ 1891553 w 1905000"/>
              <a:gd name="connsiteY3" fmla="*/ 3624238 h 3947160"/>
              <a:gd name="connsiteX4" fmla="*/ 1905000 w 1905000"/>
              <a:gd name="connsiteY4" fmla="*/ 1947545 h 3947160"/>
              <a:gd name="connsiteX5" fmla="*/ 1905000 w 1905000"/>
              <a:gd name="connsiteY5" fmla="*/ 0 h 3947160"/>
              <a:gd name="connsiteX6" fmla="*/ 0 w 1905000"/>
              <a:gd name="connsiteY6" fmla="*/ 0 h 3947160"/>
              <a:gd name="connsiteX0" fmla="*/ 0 w 1905000"/>
              <a:gd name="connsiteY0" fmla="*/ 0 h 3947160"/>
              <a:gd name="connsiteX1" fmla="*/ 0 w 1905000"/>
              <a:gd name="connsiteY1" fmla="*/ 1807845 h 3947160"/>
              <a:gd name="connsiteX2" fmla="*/ 0 w 1905000"/>
              <a:gd name="connsiteY2" fmla="*/ 3947160 h 3947160"/>
              <a:gd name="connsiteX3" fmla="*/ 1899791 w 1905000"/>
              <a:gd name="connsiteY3" fmla="*/ 3658401 h 3947160"/>
              <a:gd name="connsiteX4" fmla="*/ 1905000 w 1905000"/>
              <a:gd name="connsiteY4" fmla="*/ 1947545 h 3947160"/>
              <a:gd name="connsiteX5" fmla="*/ 1905000 w 1905000"/>
              <a:gd name="connsiteY5" fmla="*/ 0 h 3947160"/>
              <a:gd name="connsiteX6" fmla="*/ 0 w 1905000"/>
              <a:gd name="connsiteY6" fmla="*/ 0 h 394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5000" h="3947160">
                <a:moveTo>
                  <a:pt x="0" y="0"/>
                </a:moveTo>
                <a:lnTo>
                  <a:pt x="0" y="1807845"/>
                </a:lnTo>
                <a:lnTo>
                  <a:pt x="0" y="3947160"/>
                </a:lnTo>
                <a:cubicBezTo>
                  <a:pt x="1043116" y="3646721"/>
                  <a:pt x="1899791" y="3658401"/>
                  <a:pt x="1899791" y="3658401"/>
                </a:cubicBezTo>
                <a:cubicBezTo>
                  <a:pt x="1901527" y="3088116"/>
                  <a:pt x="1903264" y="2517830"/>
                  <a:pt x="1905000" y="1947545"/>
                </a:cubicBezTo>
                <a:lnTo>
                  <a:pt x="1905000" y="0"/>
                </a:lnTo>
                <a:lnTo>
                  <a:pt x="0" y="0"/>
                </a:lnTo>
                <a:close/>
              </a:path>
            </a:pathLst>
          </a:custGeom>
          <a:solidFill>
            <a:schemeClr val="accent2"/>
          </a:solidFill>
          <a:ln w="6350" cap="flat">
            <a:noFill/>
            <a:prstDash val="solid"/>
            <a:miter/>
          </a:ln>
        </p:spPr>
        <p:txBody>
          <a:bodyPr rtlCol="0" anchor="ctr"/>
          <a:lstStyle/>
          <a:p>
            <a:pPr marL="0" algn="r" defTabSz="914400" rtl="1" eaLnBrk="1" latinLnBrk="0" hangingPunct="1"/>
            <a:endParaRPr lang="en-SA"/>
          </a:p>
        </p:txBody>
      </p:sp>
      <p:sp>
        <p:nvSpPr>
          <p:cNvPr id="17" name="Freeform 16">
            <a:extLst>
              <a:ext uri="{FF2B5EF4-FFF2-40B4-BE49-F238E27FC236}">
                <a16:creationId xmlns:a16="http://schemas.microsoft.com/office/drawing/2014/main" id="{F5B294B3-03EA-EF9A-B195-62440E22C880}"/>
              </a:ext>
            </a:extLst>
          </p:cNvPr>
          <p:cNvSpPr/>
          <p:nvPr userDrawn="1"/>
        </p:nvSpPr>
        <p:spPr>
          <a:xfrm>
            <a:off x="0" y="4469129"/>
            <a:ext cx="6869430" cy="2381885"/>
          </a:xfrm>
          <a:custGeom>
            <a:avLst/>
            <a:gdLst>
              <a:gd name="connsiteX0" fmla="*/ 0 w 6869430"/>
              <a:gd name="connsiteY0" fmla="*/ 0 h 2381885"/>
              <a:gd name="connsiteX1" fmla="*/ 6869431 w 6869430"/>
              <a:gd name="connsiteY1" fmla="*/ 2381885 h 2381885"/>
            </a:gdLst>
            <a:ahLst/>
            <a:cxnLst>
              <a:cxn ang="0">
                <a:pos x="connsiteX0" y="connsiteY0"/>
              </a:cxn>
              <a:cxn ang="0">
                <a:pos x="connsiteX1" y="connsiteY1"/>
              </a:cxn>
            </a:cxnLst>
            <a:rect l="l" t="t" r="r" b="b"/>
            <a:pathLst>
              <a:path w="6869430" h="2381885">
                <a:moveTo>
                  <a:pt x="0" y="0"/>
                </a:moveTo>
                <a:cubicBezTo>
                  <a:pt x="0" y="0"/>
                  <a:pt x="4502785" y="262255"/>
                  <a:pt x="6869431" y="2381885"/>
                </a:cubicBezTo>
              </a:path>
            </a:pathLst>
          </a:custGeom>
          <a:noFill/>
          <a:ln w="7083" cap="flat">
            <a:solidFill>
              <a:srgbClr val="009A9A"/>
            </a:solidFill>
            <a:prstDash val="solid"/>
            <a:miter/>
          </a:ln>
        </p:spPr>
        <p:txBody>
          <a:bodyPr rtlCol="0" anchor="ctr"/>
          <a:lstStyle/>
          <a:p>
            <a:pPr marL="0" algn="r" defTabSz="914400" rtl="1" eaLnBrk="1" latinLnBrk="0" hangingPunct="1"/>
            <a:endParaRPr lang="en-SA"/>
          </a:p>
        </p:txBody>
      </p:sp>
      <p:sp>
        <p:nvSpPr>
          <p:cNvPr id="20" name="Title 1">
            <a:extLst>
              <a:ext uri="{FF2B5EF4-FFF2-40B4-BE49-F238E27FC236}">
                <a16:creationId xmlns:a16="http://schemas.microsoft.com/office/drawing/2014/main" id="{09B2724A-0378-436F-AD3E-FB819C79A9C7}"/>
              </a:ext>
            </a:extLst>
          </p:cNvPr>
          <p:cNvSpPr>
            <a:spLocks noGrp="1"/>
          </p:cNvSpPr>
          <p:nvPr>
            <p:ph type="ctrTitle" hasCustomPrompt="1"/>
          </p:nvPr>
        </p:nvSpPr>
        <p:spPr>
          <a:xfrm>
            <a:off x="3617242" y="1481695"/>
            <a:ext cx="6307184" cy="1104206"/>
          </a:xfrm>
        </p:spPr>
        <p:txBody>
          <a:bodyPr anchor="ctr">
            <a:normAutofit/>
          </a:bodyPr>
          <a:lstStyle>
            <a:lvl1pPr algn="r">
              <a:defRPr sz="4400">
                <a:solidFill>
                  <a:schemeClr val="tx2"/>
                </a:solidFill>
                <a:latin typeface="HRSD Gov Title Bold" pitchFamily="2" charset="-78"/>
                <a:ea typeface="HRSD Gov Title Bold" pitchFamily="2" charset="-78"/>
                <a:cs typeface="HRSD Gov Title Bold" pitchFamily="2" charset="-78"/>
              </a:defRPr>
            </a:lvl1pPr>
          </a:lstStyle>
          <a:p>
            <a:r>
              <a:rPr lang="ar-SA" dirty="0"/>
              <a:t>عنوان الفاصل الرئيسي</a:t>
            </a:r>
            <a:endParaRPr lang="en-SA" dirty="0"/>
          </a:p>
        </p:txBody>
      </p:sp>
      <p:sp>
        <p:nvSpPr>
          <p:cNvPr id="21" name="Subtitle 2">
            <a:extLst>
              <a:ext uri="{FF2B5EF4-FFF2-40B4-BE49-F238E27FC236}">
                <a16:creationId xmlns:a16="http://schemas.microsoft.com/office/drawing/2014/main" id="{5A6F2CB6-26A8-89D5-8A39-D027F1E576E5}"/>
              </a:ext>
            </a:extLst>
          </p:cNvPr>
          <p:cNvSpPr>
            <a:spLocks noGrp="1"/>
          </p:cNvSpPr>
          <p:nvPr>
            <p:ph type="subTitle" idx="1" hasCustomPrompt="1"/>
          </p:nvPr>
        </p:nvSpPr>
        <p:spPr>
          <a:xfrm>
            <a:off x="3617242" y="2646169"/>
            <a:ext cx="6307184" cy="896443"/>
          </a:xfrm>
        </p:spPr>
        <p:txBody>
          <a:bodyPr>
            <a:normAutofit/>
          </a:bodyPr>
          <a:lstStyle>
            <a:lvl1pPr marL="0" indent="0" algn="r">
              <a:buNone/>
              <a:defRPr sz="2000" b="0" i="0">
                <a:solidFill>
                  <a:schemeClr val="tx1"/>
                </a:solidFill>
                <a:latin typeface="HRSD Gov" pitchFamily="2" charset="-78"/>
                <a:ea typeface="HRSD Gov" pitchFamily="2" charset="-78"/>
                <a:cs typeface="HRSD Gov"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انقر لتحرير النص</a:t>
            </a:r>
            <a:endParaRPr lang="en-SA" dirty="0"/>
          </a:p>
        </p:txBody>
      </p:sp>
      <p:sp>
        <p:nvSpPr>
          <p:cNvPr id="27" name="Text Placeholder 29">
            <a:extLst>
              <a:ext uri="{FF2B5EF4-FFF2-40B4-BE49-F238E27FC236}">
                <a16:creationId xmlns:a16="http://schemas.microsoft.com/office/drawing/2014/main" id="{2B4E099D-FE81-E061-79F0-C9211A06F2F7}"/>
              </a:ext>
            </a:extLst>
          </p:cNvPr>
          <p:cNvSpPr>
            <a:spLocks noGrp="1"/>
          </p:cNvSpPr>
          <p:nvPr>
            <p:ph type="body" sz="quarter" idx="14" hasCustomPrompt="1"/>
          </p:nvPr>
        </p:nvSpPr>
        <p:spPr>
          <a:xfrm>
            <a:off x="10286998" y="1481695"/>
            <a:ext cx="1905001" cy="3146425"/>
          </a:xfrm>
        </p:spPr>
        <p:txBody>
          <a:bodyPr/>
          <a:lstStyle>
            <a:lvl1pPr marL="0" indent="0" algn="ctr">
              <a:buNone/>
              <a:defRPr sz="12000" b="1" i="0">
                <a:solidFill>
                  <a:schemeClr val="bg1"/>
                </a:solidFill>
                <a:latin typeface="HRSD Gov SemiBold" pitchFamily="2" charset="-78"/>
                <a:ea typeface="HRSD Gov SemiBold" pitchFamily="2" charset="-78"/>
                <a:cs typeface="HRSD Gov SemiBold" pitchFamily="2" charset="-78"/>
              </a:defRPr>
            </a:lvl1pPr>
          </a:lstStyle>
          <a:p>
            <a:pPr lvl="0"/>
            <a:r>
              <a:rPr lang="en-US" dirty="0"/>
              <a:t>01</a:t>
            </a:r>
            <a:endParaRPr lang="en-SA" dirty="0"/>
          </a:p>
        </p:txBody>
      </p:sp>
      <p:sp>
        <p:nvSpPr>
          <p:cNvPr id="2" name="TextBox 1">
            <a:extLst>
              <a:ext uri="{FF2B5EF4-FFF2-40B4-BE49-F238E27FC236}">
                <a16:creationId xmlns:a16="http://schemas.microsoft.com/office/drawing/2014/main" id="{8230320A-B37A-EE34-C032-CA6F91671FA2}"/>
              </a:ext>
            </a:extLst>
          </p:cNvPr>
          <p:cNvSpPr txBox="1"/>
          <p:nvPr userDrawn="1"/>
        </p:nvSpPr>
        <p:spPr>
          <a:xfrm>
            <a:off x="284119" y="6309268"/>
            <a:ext cx="2804598" cy="230832"/>
          </a:xfrm>
          <a:prstGeom prst="rect">
            <a:avLst/>
          </a:prstGeom>
          <a:noFill/>
        </p:spPr>
        <p:txBody>
          <a:bodyPr wrap="square" rtlCol="0">
            <a:spAutoFit/>
          </a:bodyPr>
          <a:lstStyle/>
          <a:p>
            <a:pPr marL="0" algn="l" defTabSz="914400" rtl="1" eaLnBrk="1" latinLnBrk="0" hangingPunct="1"/>
            <a:r>
              <a:rPr lang="ar-SA" sz="900" b="0" i="0" kern="1200" dirty="0">
                <a:solidFill>
                  <a:schemeClr val="tx1"/>
                </a:solidFill>
                <a:latin typeface="HRSD Gov" pitchFamily="2" charset="-78"/>
                <a:ea typeface="HRSD Gov" pitchFamily="2" charset="-78"/>
                <a:cs typeface="HRSD Gov" pitchFamily="2" charset="-78"/>
              </a:rPr>
              <a:t>جميع الحقوق محفوظه لوزارة الموارد والتنمية الاجتماعية © 2023</a:t>
            </a:r>
          </a:p>
        </p:txBody>
      </p:sp>
      <p:sp>
        <p:nvSpPr>
          <p:cNvPr id="4" name="Slide Number Placeholder 4">
            <a:extLst>
              <a:ext uri="{FF2B5EF4-FFF2-40B4-BE49-F238E27FC236}">
                <a16:creationId xmlns:a16="http://schemas.microsoft.com/office/drawing/2014/main" id="{5DCC19FE-F7FE-BAE5-376F-666BDD0B6C0B}"/>
              </a:ext>
            </a:extLst>
          </p:cNvPr>
          <p:cNvSpPr>
            <a:spLocks noGrp="1"/>
          </p:cNvSpPr>
          <p:nvPr>
            <p:ph type="sldNum" sz="quarter" idx="12"/>
          </p:nvPr>
        </p:nvSpPr>
        <p:spPr>
          <a:xfrm>
            <a:off x="270159" y="298522"/>
            <a:ext cx="495154" cy="365125"/>
          </a:xfrm>
        </p:spPr>
        <p:txBody>
          <a:bodyPr/>
          <a:lstStyle>
            <a:lvl1pPr>
              <a:defRPr lang="en-SA" sz="1200" b="0" i="0" kern="1200" smtClean="0">
                <a:solidFill>
                  <a:schemeClr val="tx1"/>
                </a:solidFill>
                <a:latin typeface="HRSD Gov" pitchFamily="2" charset="-78"/>
                <a:ea typeface="HRSD Gov" pitchFamily="2" charset="-78"/>
                <a:cs typeface="HRSD Gov" pitchFamily="2" charset="-78"/>
              </a:defRPr>
            </a:lvl1pPr>
          </a:lstStyle>
          <a:p>
            <a:fld id="{D782F6C7-0B97-5D49-B9C6-611F36C3E139}" type="slidenum">
              <a:rPr lang="en-SA" smtClean="0"/>
              <a:pPr/>
              <a:t>‹#›</a:t>
            </a:fld>
            <a:endParaRPr lang="en-SA" dirty="0"/>
          </a:p>
        </p:txBody>
      </p:sp>
    </p:spTree>
    <p:extLst>
      <p:ext uri="{BB962C8B-B14F-4D97-AF65-F5344CB8AC3E}">
        <p14:creationId xmlns:p14="http://schemas.microsoft.com/office/powerpoint/2010/main" val="40148452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49F66-EA7D-D830-7E43-FA8914C5C744}"/>
              </a:ext>
            </a:extLst>
          </p:cNvPr>
          <p:cNvSpPr/>
          <p:nvPr userDrawn="1"/>
        </p:nvSpPr>
        <p:spPr>
          <a:xfrm>
            <a:off x="0" y="-6986"/>
            <a:ext cx="12192000" cy="6864985"/>
          </a:xfrm>
          <a:prstGeom prst="rect">
            <a:avLst/>
          </a:prstGeom>
          <a:solidFill>
            <a:schemeClr val="bg1">
              <a:lumMod val="8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algn="ctr" defTabSz="914400" rtl="0" eaLnBrk="1" latinLnBrk="0" hangingPunct="1"/>
            <a:endParaRPr lang="en-SA" dirty="0"/>
          </a:p>
        </p:txBody>
      </p:sp>
      <p:sp>
        <p:nvSpPr>
          <p:cNvPr id="11" name="Freeform 10">
            <a:extLst>
              <a:ext uri="{FF2B5EF4-FFF2-40B4-BE49-F238E27FC236}">
                <a16:creationId xmlns:a16="http://schemas.microsoft.com/office/drawing/2014/main" id="{85AFA7D8-060D-95AC-0137-2AEC9E45D220}"/>
              </a:ext>
            </a:extLst>
          </p:cNvPr>
          <p:cNvSpPr/>
          <p:nvPr userDrawn="1"/>
        </p:nvSpPr>
        <p:spPr>
          <a:xfrm>
            <a:off x="5834379" y="5140959"/>
            <a:ext cx="6357620" cy="1717040"/>
          </a:xfrm>
          <a:custGeom>
            <a:avLst/>
            <a:gdLst>
              <a:gd name="connsiteX0" fmla="*/ 6357620 w 6357620"/>
              <a:gd name="connsiteY0" fmla="*/ 1717040 h 1717040"/>
              <a:gd name="connsiteX1" fmla="*/ 6357620 w 6357620"/>
              <a:gd name="connsiteY1" fmla="*/ 0 h 1717040"/>
              <a:gd name="connsiteX2" fmla="*/ 0 w 6357620"/>
              <a:gd name="connsiteY2" fmla="*/ 1717040 h 1717040"/>
            </a:gdLst>
            <a:ahLst/>
            <a:cxnLst>
              <a:cxn ang="0">
                <a:pos x="connsiteX0" y="connsiteY0"/>
              </a:cxn>
              <a:cxn ang="0">
                <a:pos x="connsiteX1" y="connsiteY1"/>
              </a:cxn>
              <a:cxn ang="0">
                <a:pos x="connsiteX2" y="connsiteY2"/>
              </a:cxn>
            </a:cxnLst>
            <a:rect l="l" t="t" r="r" b="b"/>
            <a:pathLst>
              <a:path w="6357620" h="1717040">
                <a:moveTo>
                  <a:pt x="6357620" y="1717040"/>
                </a:moveTo>
                <a:lnTo>
                  <a:pt x="6357620" y="0"/>
                </a:lnTo>
                <a:cubicBezTo>
                  <a:pt x="3773805" y="210820"/>
                  <a:pt x="1253490" y="1071245"/>
                  <a:pt x="0" y="1717040"/>
                </a:cubicBezTo>
              </a:path>
            </a:pathLst>
          </a:custGeom>
          <a:solidFill>
            <a:schemeClr val="accent3"/>
          </a:solidFill>
          <a:ln w="6350" cap="flat">
            <a:noFill/>
            <a:prstDash val="solid"/>
            <a:miter/>
          </a:ln>
        </p:spPr>
        <p:txBody>
          <a:bodyPr rtlCol="0" anchor="ctr"/>
          <a:lstStyle/>
          <a:p>
            <a:pPr marL="0" algn="r" defTabSz="914400" rtl="1" eaLnBrk="1" latinLnBrk="0" hangingPunct="1"/>
            <a:endParaRPr lang="en-SA"/>
          </a:p>
        </p:txBody>
      </p:sp>
      <p:sp>
        <p:nvSpPr>
          <p:cNvPr id="12" name="Freeform 11">
            <a:extLst>
              <a:ext uri="{FF2B5EF4-FFF2-40B4-BE49-F238E27FC236}">
                <a16:creationId xmlns:a16="http://schemas.microsoft.com/office/drawing/2014/main" id="{90408B98-DAF8-B473-C7CE-898CA5350EB3}"/>
              </a:ext>
            </a:extLst>
          </p:cNvPr>
          <p:cNvSpPr/>
          <p:nvPr userDrawn="1"/>
        </p:nvSpPr>
        <p:spPr>
          <a:xfrm>
            <a:off x="0" y="0"/>
            <a:ext cx="1489075" cy="3865879"/>
          </a:xfrm>
          <a:custGeom>
            <a:avLst/>
            <a:gdLst>
              <a:gd name="connsiteX0" fmla="*/ 1489075 w 1489075"/>
              <a:gd name="connsiteY0" fmla="*/ 3865880 h 3865879"/>
              <a:gd name="connsiteX1" fmla="*/ 1489075 w 1489075"/>
              <a:gd name="connsiteY1" fmla="*/ 671830 h 3865879"/>
              <a:gd name="connsiteX2" fmla="*/ 1489075 w 1489075"/>
              <a:gd name="connsiteY2" fmla="*/ 0 h 3865879"/>
              <a:gd name="connsiteX3" fmla="*/ 0 w 1489075"/>
              <a:gd name="connsiteY3" fmla="*/ 0 h 3865879"/>
              <a:gd name="connsiteX4" fmla="*/ 0 w 1489075"/>
              <a:gd name="connsiteY4" fmla="*/ 501650 h 3865879"/>
              <a:gd name="connsiteX5" fmla="*/ 0 w 1489075"/>
              <a:gd name="connsiteY5" fmla="*/ 3650615 h 3865879"/>
              <a:gd name="connsiteX6" fmla="*/ 1489075 w 1489075"/>
              <a:gd name="connsiteY6" fmla="*/ 3865880 h 386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9075" h="3865879">
                <a:moveTo>
                  <a:pt x="1489075" y="3865880"/>
                </a:moveTo>
                <a:lnTo>
                  <a:pt x="1489075" y="671830"/>
                </a:lnTo>
                <a:lnTo>
                  <a:pt x="1489075" y="0"/>
                </a:lnTo>
                <a:lnTo>
                  <a:pt x="0" y="0"/>
                </a:lnTo>
                <a:lnTo>
                  <a:pt x="0" y="501650"/>
                </a:lnTo>
                <a:lnTo>
                  <a:pt x="0" y="3650615"/>
                </a:lnTo>
                <a:cubicBezTo>
                  <a:pt x="478790" y="3679190"/>
                  <a:pt x="1046480" y="3753485"/>
                  <a:pt x="1489075" y="3865880"/>
                </a:cubicBezTo>
                <a:close/>
              </a:path>
            </a:pathLst>
          </a:custGeom>
          <a:solidFill>
            <a:srgbClr val="002E44"/>
          </a:solidFill>
          <a:ln w="6350" cap="flat">
            <a:noFill/>
            <a:prstDash val="solid"/>
            <a:miter/>
          </a:ln>
        </p:spPr>
        <p:txBody>
          <a:bodyPr rtlCol="0" anchor="ctr"/>
          <a:lstStyle/>
          <a:p>
            <a:pPr marL="0" algn="r" defTabSz="914400" rtl="1" eaLnBrk="1" latinLnBrk="0" hangingPunct="1"/>
            <a:endParaRPr lang="en-SA"/>
          </a:p>
        </p:txBody>
      </p:sp>
      <p:sp>
        <p:nvSpPr>
          <p:cNvPr id="13" name="Freeform 12">
            <a:extLst>
              <a:ext uri="{FF2B5EF4-FFF2-40B4-BE49-F238E27FC236}">
                <a16:creationId xmlns:a16="http://schemas.microsoft.com/office/drawing/2014/main" id="{28DB9486-331E-E95C-F61F-6F580F89B772}"/>
              </a:ext>
            </a:extLst>
          </p:cNvPr>
          <p:cNvSpPr/>
          <p:nvPr userDrawn="1"/>
        </p:nvSpPr>
        <p:spPr>
          <a:xfrm>
            <a:off x="0" y="6985"/>
            <a:ext cx="5257165" cy="2061210"/>
          </a:xfrm>
          <a:custGeom>
            <a:avLst/>
            <a:gdLst>
              <a:gd name="connsiteX0" fmla="*/ 0 w 5257165"/>
              <a:gd name="connsiteY0" fmla="*/ 2061210 h 2061210"/>
              <a:gd name="connsiteX1" fmla="*/ 5257165 w 5257165"/>
              <a:gd name="connsiteY1" fmla="*/ 0 h 2061210"/>
            </a:gdLst>
            <a:ahLst/>
            <a:cxnLst>
              <a:cxn ang="0">
                <a:pos x="connsiteX0" y="connsiteY0"/>
              </a:cxn>
              <a:cxn ang="0">
                <a:pos x="connsiteX1" y="connsiteY1"/>
              </a:cxn>
            </a:cxnLst>
            <a:rect l="l" t="t" r="r" b="b"/>
            <a:pathLst>
              <a:path w="5257165" h="2061210">
                <a:moveTo>
                  <a:pt x="0" y="2061210"/>
                </a:moveTo>
                <a:cubicBezTo>
                  <a:pt x="1252855" y="1778635"/>
                  <a:pt x="2879725" y="1256665"/>
                  <a:pt x="5257165" y="0"/>
                </a:cubicBezTo>
              </a:path>
            </a:pathLst>
          </a:custGeom>
          <a:noFill/>
          <a:ln w="17172" cap="flat">
            <a:solidFill>
              <a:srgbClr val="00BB6D"/>
            </a:solidFill>
            <a:prstDash val="solid"/>
            <a:miter/>
          </a:ln>
        </p:spPr>
        <p:txBody>
          <a:bodyPr rtlCol="0" anchor="ctr"/>
          <a:lstStyle/>
          <a:p>
            <a:endParaRPr lang="en-SA"/>
          </a:p>
        </p:txBody>
      </p:sp>
      <p:sp>
        <p:nvSpPr>
          <p:cNvPr id="16" name="Title 1">
            <a:extLst>
              <a:ext uri="{FF2B5EF4-FFF2-40B4-BE49-F238E27FC236}">
                <a16:creationId xmlns:a16="http://schemas.microsoft.com/office/drawing/2014/main" id="{D4B30FAC-4FE7-BD83-0C67-D63171855279}"/>
              </a:ext>
            </a:extLst>
          </p:cNvPr>
          <p:cNvSpPr>
            <a:spLocks noGrp="1"/>
          </p:cNvSpPr>
          <p:nvPr>
            <p:ph type="ctrTitle" hasCustomPrompt="1"/>
          </p:nvPr>
        </p:nvSpPr>
        <p:spPr>
          <a:xfrm>
            <a:off x="5535998" y="2039016"/>
            <a:ext cx="6307184" cy="1068813"/>
          </a:xfrm>
        </p:spPr>
        <p:txBody>
          <a:bodyPr anchor="ctr">
            <a:normAutofit/>
          </a:bodyPr>
          <a:lstStyle>
            <a:lvl1pPr algn="r">
              <a:defRPr sz="4400">
                <a:solidFill>
                  <a:schemeClr val="tx2"/>
                </a:solidFill>
                <a:latin typeface="HRSD Gov Title Bold" pitchFamily="2" charset="-78"/>
                <a:ea typeface="HRSD Gov Title Bold" pitchFamily="2" charset="-78"/>
                <a:cs typeface="HRSD Gov Title Bold" pitchFamily="2" charset="-78"/>
              </a:defRPr>
            </a:lvl1pPr>
          </a:lstStyle>
          <a:p>
            <a:r>
              <a:rPr lang="ar-SA" dirty="0"/>
              <a:t>عنوان الفاصل الفرعي</a:t>
            </a:r>
            <a:endParaRPr lang="en-SA" dirty="0"/>
          </a:p>
        </p:txBody>
      </p:sp>
      <p:sp>
        <p:nvSpPr>
          <p:cNvPr id="17" name="Subtitle 2">
            <a:extLst>
              <a:ext uri="{FF2B5EF4-FFF2-40B4-BE49-F238E27FC236}">
                <a16:creationId xmlns:a16="http://schemas.microsoft.com/office/drawing/2014/main" id="{15414B74-ACD7-1215-F5FA-86C3F65CB467}"/>
              </a:ext>
            </a:extLst>
          </p:cNvPr>
          <p:cNvSpPr>
            <a:spLocks noGrp="1"/>
          </p:cNvSpPr>
          <p:nvPr>
            <p:ph type="subTitle" idx="1" hasCustomPrompt="1"/>
          </p:nvPr>
        </p:nvSpPr>
        <p:spPr>
          <a:xfrm>
            <a:off x="5501904" y="3259724"/>
            <a:ext cx="6307184" cy="896443"/>
          </a:xfrm>
        </p:spPr>
        <p:txBody>
          <a:bodyPr>
            <a:normAutofit/>
          </a:bodyPr>
          <a:lstStyle>
            <a:lvl1pPr marL="0" indent="0" algn="r">
              <a:buNone/>
              <a:defRPr sz="2000" b="0" i="0">
                <a:solidFill>
                  <a:schemeClr val="tx1"/>
                </a:solidFill>
                <a:latin typeface="HRSD Gov" pitchFamily="2" charset="-78"/>
                <a:ea typeface="HRSD Gov" pitchFamily="2" charset="-78"/>
                <a:cs typeface="HRSD Gov"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مثال النص يمكن أن يستبدل في نفس المساحة</a:t>
            </a:r>
          </a:p>
        </p:txBody>
      </p:sp>
      <p:sp>
        <p:nvSpPr>
          <p:cNvPr id="18" name="Text Placeholder 29">
            <a:extLst>
              <a:ext uri="{FF2B5EF4-FFF2-40B4-BE49-F238E27FC236}">
                <a16:creationId xmlns:a16="http://schemas.microsoft.com/office/drawing/2014/main" id="{F51F7C40-E5F6-4873-ED8C-BE74C3EE9622}"/>
              </a:ext>
            </a:extLst>
          </p:cNvPr>
          <p:cNvSpPr>
            <a:spLocks noGrp="1"/>
          </p:cNvSpPr>
          <p:nvPr>
            <p:ph type="body" sz="quarter" idx="14" hasCustomPrompt="1"/>
          </p:nvPr>
        </p:nvSpPr>
        <p:spPr>
          <a:xfrm>
            <a:off x="9581322" y="720230"/>
            <a:ext cx="2275715" cy="1068813"/>
          </a:xfrm>
        </p:spPr>
        <p:txBody>
          <a:bodyPr>
            <a:normAutofit/>
          </a:bodyPr>
          <a:lstStyle>
            <a:lvl1pPr marL="0" indent="0">
              <a:buNone/>
              <a:defRPr sz="9000" b="0" i="0">
                <a:solidFill>
                  <a:schemeClr val="accent3"/>
                </a:solidFill>
                <a:latin typeface="HRSD Gov" pitchFamily="2" charset="-78"/>
                <a:ea typeface="HRSD Gov" pitchFamily="2" charset="-78"/>
                <a:cs typeface="HRSD Gov" pitchFamily="2" charset="-78"/>
              </a:defRPr>
            </a:lvl1pPr>
          </a:lstStyle>
          <a:p>
            <a:pPr lvl="0"/>
            <a:r>
              <a:rPr lang="en-US" dirty="0"/>
              <a:t>2-1</a:t>
            </a:r>
            <a:endParaRPr lang="en-SA" dirty="0"/>
          </a:p>
        </p:txBody>
      </p:sp>
      <p:sp>
        <p:nvSpPr>
          <p:cNvPr id="2" name="TextBox 1">
            <a:extLst>
              <a:ext uri="{FF2B5EF4-FFF2-40B4-BE49-F238E27FC236}">
                <a16:creationId xmlns:a16="http://schemas.microsoft.com/office/drawing/2014/main" id="{FAF1C040-F2D7-8C7D-370A-4CCE7561A10B}"/>
              </a:ext>
            </a:extLst>
          </p:cNvPr>
          <p:cNvSpPr txBox="1"/>
          <p:nvPr userDrawn="1"/>
        </p:nvSpPr>
        <p:spPr>
          <a:xfrm>
            <a:off x="284119" y="6309268"/>
            <a:ext cx="2804598" cy="230832"/>
          </a:xfrm>
          <a:prstGeom prst="rect">
            <a:avLst/>
          </a:prstGeom>
          <a:noFill/>
        </p:spPr>
        <p:txBody>
          <a:bodyPr wrap="square" rtlCol="0">
            <a:spAutoFit/>
          </a:bodyPr>
          <a:lstStyle/>
          <a:p>
            <a:pPr marL="0" algn="l" defTabSz="914400" rtl="1" eaLnBrk="1" latinLnBrk="0" hangingPunct="1"/>
            <a:r>
              <a:rPr lang="ar-SA" sz="900" b="0" i="0" kern="1200" dirty="0">
                <a:solidFill>
                  <a:schemeClr val="tx1"/>
                </a:solidFill>
                <a:latin typeface="HRSD Gov" pitchFamily="2" charset="-78"/>
                <a:ea typeface="HRSD Gov" pitchFamily="2" charset="-78"/>
                <a:cs typeface="HRSD Gov" pitchFamily="2" charset="-78"/>
              </a:rPr>
              <a:t>جميع الحقوق محفوظه لوزارة الموارد والتنمية الاجتماعية © 2023</a:t>
            </a:r>
          </a:p>
        </p:txBody>
      </p:sp>
      <p:sp>
        <p:nvSpPr>
          <p:cNvPr id="5" name="Slide Number Placeholder 4">
            <a:extLst>
              <a:ext uri="{FF2B5EF4-FFF2-40B4-BE49-F238E27FC236}">
                <a16:creationId xmlns:a16="http://schemas.microsoft.com/office/drawing/2014/main" id="{1A0FB7C2-007E-6DC4-BFEF-BBAEBD170D28}"/>
              </a:ext>
            </a:extLst>
          </p:cNvPr>
          <p:cNvSpPr>
            <a:spLocks noGrp="1"/>
          </p:cNvSpPr>
          <p:nvPr>
            <p:ph type="sldNum" sz="quarter" idx="12"/>
          </p:nvPr>
        </p:nvSpPr>
        <p:spPr>
          <a:xfrm>
            <a:off x="270159" y="298522"/>
            <a:ext cx="495154" cy="365125"/>
          </a:xfrm>
        </p:spPr>
        <p:txBody>
          <a:bodyPr/>
          <a:lstStyle>
            <a:lvl1pPr>
              <a:defRPr sz="1200">
                <a:solidFill>
                  <a:schemeClr val="bg1"/>
                </a:solidFill>
              </a:defRPr>
            </a:lvl1pPr>
          </a:lstStyle>
          <a:p>
            <a:fld id="{D782F6C7-0B97-5D49-B9C6-611F36C3E139}" type="slidenum">
              <a:rPr lang="en-SA" smtClean="0"/>
              <a:pPr/>
              <a:t>‹#›</a:t>
            </a:fld>
            <a:endParaRPr lang="en-SA" dirty="0"/>
          </a:p>
        </p:txBody>
      </p:sp>
    </p:spTree>
    <p:extLst>
      <p:ext uri="{BB962C8B-B14F-4D97-AF65-F5344CB8AC3E}">
        <p14:creationId xmlns:p14="http://schemas.microsoft.com/office/powerpoint/2010/main" val="3523196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grpSp>
        <p:nvGrpSpPr>
          <p:cNvPr id="6" name="Graphic 29">
            <a:extLst>
              <a:ext uri="{FF2B5EF4-FFF2-40B4-BE49-F238E27FC236}">
                <a16:creationId xmlns:a16="http://schemas.microsoft.com/office/drawing/2014/main" id="{2836C477-35E3-E0CA-4DAA-08F3DFD71BAF}"/>
              </a:ext>
            </a:extLst>
          </p:cNvPr>
          <p:cNvGrpSpPr/>
          <p:nvPr userDrawn="1"/>
        </p:nvGrpSpPr>
        <p:grpSpPr>
          <a:xfrm>
            <a:off x="0" y="0"/>
            <a:ext cx="12192000" cy="2303362"/>
            <a:chOff x="0" y="-14604"/>
            <a:chExt cx="12192000" cy="2919094"/>
          </a:xfrm>
        </p:grpSpPr>
        <p:sp>
          <p:nvSpPr>
            <p:cNvPr id="7" name="Freeform 6">
              <a:extLst>
                <a:ext uri="{FF2B5EF4-FFF2-40B4-BE49-F238E27FC236}">
                  <a16:creationId xmlns:a16="http://schemas.microsoft.com/office/drawing/2014/main" id="{4D4A646F-AFDB-8400-4BFC-74B21AA8AD97}"/>
                </a:ext>
              </a:extLst>
            </p:cNvPr>
            <p:cNvSpPr/>
            <p:nvPr/>
          </p:nvSpPr>
          <p:spPr>
            <a:xfrm>
              <a:off x="0" y="-14604"/>
              <a:ext cx="8380730" cy="2919094"/>
            </a:xfrm>
            <a:custGeom>
              <a:avLst/>
              <a:gdLst>
                <a:gd name="connsiteX0" fmla="*/ 0 w 8380730"/>
                <a:gd name="connsiteY0" fmla="*/ 2919095 h 2919094"/>
                <a:gd name="connsiteX1" fmla="*/ 0 w 8380730"/>
                <a:gd name="connsiteY1" fmla="*/ 0 h 2919094"/>
                <a:gd name="connsiteX2" fmla="*/ 8380731 w 8380730"/>
                <a:gd name="connsiteY2" fmla="*/ 11430 h 2919094"/>
                <a:gd name="connsiteX3" fmla="*/ 8380731 w 8380730"/>
                <a:gd name="connsiteY3" fmla="*/ 1081405 h 2919094"/>
                <a:gd name="connsiteX4" fmla="*/ 0 w 8380730"/>
                <a:gd name="connsiteY4" fmla="*/ 2919095 h 291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730" h="2919094">
                  <a:moveTo>
                    <a:pt x="0" y="2919095"/>
                  </a:moveTo>
                  <a:lnTo>
                    <a:pt x="0" y="0"/>
                  </a:lnTo>
                  <a:lnTo>
                    <a:pt x="8380731" y="11430"/>
                  </a:lnTo>
                  <a:lnTo>
                    <a:pt x="8380731" y="1081405"/>
                  </a:lnTo>
                  <a:cubicBezTo>
                    <a:pt x="5193030" y="1931035"/>
                    <a:pt x="3216910" y="2879725"/>
                    <a:pt x="0" y="2919095"/>
                  </a:cubicBezTo>
                  <a:close/>
                </a:path>
              </a:pathLst>
            </a:custGeom>
            <a:solidFill>
              <a:srgbClr val="002E44"/>
            </a:solidFill>
            <a:ln w="6350" cap="flat">
              <a:noFill/>
              <a:prstDash val="solid"/>
              <a:miter/>
            </a:ln>
          </p:spPr>
          <p:txBody>
            <a:bodyPr rtlCol="0" anchor="ctr"/>
            <a:lstStyle/>
            <a:p>
              <a:pPr marL="0" algn="r" defTabSz="914400" rtl="1" eaLnBrk="1" latinLnBrk="0" hangingPunct="1"/>
              <a:endParaRPr lang="en-SA" dirty="0"/>
            </a:p>
          </p:txBody>
        </p:sp>
        <p:sp>
          <p:nvSpPr>
            <p:cNvPr id="8" name="Freeform 7">
              <a:extLst>
                <a:ext uri="{FF2B5EF4-FFF2-40B4-BE49-F238E27FC236}">
                  <a16:creationId xmlns:a16="http://schemas.microsoft.com/office/drawing/2014/main" id="{4DE5215D-2DBD-FBCD-1AC0-6EFC7503FB55}"/>
                </a:ext>
              </a:extLst>
            </p:cNvPr>
            <p:cNvSpPr/>
            <p:nvPr/>
          </p:nvSpPr>
          <p:spPr>
            <a:xfrm>
              <a:off x="8380730" y="-3175"/>
              <a:ext cx="3811269" cy="1818004"/>
            </a:xfrm>
            <a:custGeom>
              <a:avLst/>
              <a:gdLst>
                <a:gd name="connsiteX0" fmla="*/ 0 w 3811269"/>
                <a:gd name="connsiteY0" fmla="*/ 0 h 1818004"/>
                <a:gd name="connsiteX1" fmla="*/ 3811270 w 3811269"/>
                <a:gd name="connsiteY1" fmla="*/ 0 h 1818004"/>
                <a:gd name="connsiteX2" fmla="*/ 3811270 w 3811269"/>
                <a:gd name="connsiteY2" fmla="*/ 1317625 h 1818004"/>
                <a:gd name="connsiteX3" fmla="*/ 0 w 3811269"/>
                <a:gd name="connsiteY3" fmla="*/ 1818005 h 1818004"/>
                <a:gd name="connsiteX4" fmla="*/ 0 w 3811269"/>
                <a:gd name="connsiteY4" fmla="*/ 0 h 1818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1269" h="1818004">
                  <a:moveTo>
                    <a:pt x="0" y="0"/>
                  </a:moveTo>
                  <a:lnTo>
                    <a:pt x="3811270" y="0"/>
                  </a:lnTo>
                  <a:lnTo>
                    <a:pt x="3811270" y="1317625"/>
                  </a:lnTo>
                  <a:cubicBezTo>
                    <a:pt x="2331720" y="1327150"/>
                    <a:pt x="1094739" y="1525905"/>
                    <a:pt x="0" y="1818005"/>
                  </a:cubicBezTo>
                  <a:lnTo>
                    <a:pt x="0" y="0"/>
                  </a:lnTo>
                  <a:close/>
                </a:path>
              </a:pathLst>
            </a:custGeom>
            <a:solidFill>
              <a:srgbClr val="002E44"/>
            </a:solidFill>
            <a:ln w="6350" cap="flat">
              <a:noFill/>
              <a:prstDash val="solid"/>
              <a:miter/>
            </a:ln>
          </p:spPr>
          <p:txBody>
            <a:bodyPr rtlCol="0" anchor="ctr"/>
            <a:lstStyle/>
            <a:p>
              <a:endParaRPr lang="en-SA"/>
            </a:p>
          </p:txBody>
        </p:sp>
        <p:sp>
          <p:nvSpPr>
            <p:cNvPr id="9" name="Freeform 8">
              <a:extLst>
                <a:ext uri="{FF2B5EF4-FFF2-40B4-BE49-F238E27FC236}">
                  <a16:creationId xmlns:a16="http://schemas.microsoft.com/office/drawing/2014/main" id="{4C74A6B7-7E00-48AC-195B-2BCFDE518D8F}"/>
                </a:ext>
              </a:extLst>
            </p:cNvPr>
            <p:cNvSpPr/>
            <p:nvPr/>
          </p:nvSpPr>
          <p:spPr>
            <a:xfrm>
              <a:off x="8380730" y="553719"/>
              <a:ext cx="3811269" cy="2185669"/>
            </a:xfrm>
            <a:custGeom>
              <a:avLst/>
              <a:gdLst>
                <a:gd name="connsiteX0" fmla="*/ 0 w 3811269"/>
                <a:gd name="connsiteY0" fmla="*/ 2185670 h 2185669"/>
                <a:gd name="connsiteX1" fmla="*/ 0 w 3811269"/>
                <a:gd name="connsiteY1" fmla="*/ 500380 h 2185669"/>
                <a:gd name="connsiteX2" fmla="*/ 3811270 w 3811269"/>
                <a:gd name="connsiteY2" fmla="*/ 0 h 2185669"/>
                <a:gd name="connsiteX3" fmla="*/ 3811270 w 3811269"/>
                <a:gd name="connsiteY3" fmla="*/ 1544955 h 2185669"/>
                <a:gd name="connsiteX4" fmla="*/ 0 w 3811269"/>
                <a:gd name="connsiteY4" fmla="*/ 2185670 h 218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1269" h="2185669">
                  <a:moveTo>
                    <a:pt x="0" y="2185670"/>
                  </a:moveTo>
                  <a:lnTo>
                    <a:pt x="0" y="500380"/>
                  </a:lnTo>
                  <a:cubicBezTo>
                    <a:pt x="1094739" y="208915"/>
                    <a:pt x="2331720" y="9525"/>
                    <a:pt x="3811270" y="0"/>
                  </a:cubicBezTo>
                  <a:lnTo>
                    <a:pt x="3811270" y="1544955"/>
                  </a:lnTo>
                  <a:cubicBezTo>
                    <a:pt x="2670810" y="1536065"/>
                    <a:pt x="757555" y="1856740"/>
                    <a:pt x="0" y="2185670"/>
                  </a:cubicBezTo>
                  <a:close/>
                </a:path>
              </a:pathLst>
            </a:custGeom>
            <a:solidFill>
              <a:srgbClr val="009B9B"/>
            </a:solidFill>
            <a:ln w="6350" cap="flat">
              <a:noFill/>
              <a:prstDash val="solid"/>
              <a:miter/>
            </a:ln>
          </p:spPr>
          <p:txBody>
            <a:bodyPr rtlCol="0" anchor="ctr"/>
            <a:lstStyle/>
            <a:p>
              <a:pPr marL="0" algn="r" defTabSz="914400" rtl="1" eaLnBrk="1" latinLnBrk="0" hangingPunct="1"/>
              <a:endParaRPr lang="en-SA"/>
            </a:p>
          </p:txBody>
        </p:sp>
      </p:grpSp>
      <p:sp>
        <p:nvSpPr>
          <p:cNvPr id="5" name="Slide Number Placeholder 4">
            <a:extLst>
              <a:ext uri="{FF2B5EF4-FFF2-40B4-BE49-F238E27FC236}">
                <a16:creationId xmlns:a16="http://schemas.microsoft.com/office/drawing/2014/main" id="{2AAEFC1E-0E09-D93F-E6E5-8FA8497B707D}"/>
              </a:ext>
            </a:extLst>
          </p:cNvPr>
          <p:cNvSpPr>
            <a:spLocks noGrp="1"/>
          </p:cNvSpPr>
          <p:nvPr>
            <p:ph type="sldNum" sz="quarter" idx="12"/>
          </p:nvPr>
        </p:nvSpPr>
        <p:spPr/>
        <p:txBody>
          <a:bodyPr/>
          <a:lstStyle>
            <a:lvl1pPr>
              <a:defRPr sz="1200">
                <a:solidFill>
                  <a:schemeClr val="bg1"/>
                </a:solidFill>
              </a:defRPr>
            </a:lvl1pPr>
          </a:lstStyle>
          <a:p>
            <a:fld id="{D782F6C7-0B97-5D49-B9C6-611F36C3E139}" type="slidenum">
              <a:rPr lang="en-SA" smtClean="0"/>
              <a:pPr/>
              <a:t>‹#›</a:t>
            </a:fld>
            <a:endParaRPr lang="en-SA" dirty="0"/>
          </a:p>
        </p:txBody>
      </p:sp>
      <p:sp>
        <p:nvSpPr>
          <p:cNvPr id="17" name="TextBox 16">
            <a:extLst>
              <a:ext uri="{FF2B5EF4-FFF2-40B4-BE49-F238E27FC236}">
                <a16:creationId xmlns:a16="http://schemas.microsoft.com/office/drawing/2014/main" id="{8442C8CD-1C80-831E-75AA-3698DD1D7BB5}"/>
              </a:ext>
            </a:extLst>
          </p:cNvPr>
          <p:cNvSpPr txBox="1"/>
          <p:nvPr userDrawn="1"/>
        </p:nvSpPr>
        <p:spPr>
          <a:xfrm>
            <a:off x="8380730" y="805992"/>
            <a:ext cx="3811270" cy="769441"/>
          </a:xfrm>
          <a:prstGeom prst="rect">
            <a:avLst/>
          </a:prstGeom>
          <a:noFill/>
        </p:spPr>
        <p:txBody>
          <a:bodyPr wrap="square" rtlCol="0">
            <a:spAutoFit/>
          </a:bodyPr>
          <a:lstStyle/>
          <a:p>
            <a:pPr algn="ctr"/>
            <a:r>
              <a:rPr lang="ar-SA" sz="4400" kern="1200" dirty="0">
                <a:solidFill>
                  <a:schemeClr val="bg1"/>
                </a:solidFill>
                <a:latin typeface="HRSD Gov Title Bold" pitchFamily="2" charset="-78"/>
                <a:ea typeface="HRSD Gov Title Bold" pitchFamily="2" charset="-78"/>
                <a:cs typeface="HRSD Gov Title Bold" pitchFamily="2" charset="-78"/>
              </a:rPr>
              <a:t>الفهرس</a:t>
            </a:r>
            <a:endParaRPr lang="en-SA" sz="4400" kern="1200" dirty="0">
              <a:solidFill>
                <a:schemeClr val="bg1"/>
              </a:solidFill>
              <a:latin typeface="HRSD Gov Title Bold" pitchFamily="2" charset="-78"/>
              <a:ea typeface="HRSD Gov Title Bold" pitchFamily="2" charset="-78"/>
              <a:cs typeface="HRSD Gov Title Bold" pitchFamily="2" charset="-78"/>
            </a:endParaRPr>
          </a:p>
        </p:txBody>
      </p:sp>
      <p:pic>
        <p:nvPicPr>
          <p:cNvPr id="2" name="صورة 14">
            <a:extLst>
              <a:ext uri="{FF2B5EF4-FFF2-40B4-BE49-F238E27FC236}">
                <a16:creationId xmlns:a16="http://schemas.microsoft.com/office/drawing/2014/main" id="{0DC8ABB6-E8B6-0E36-A9A4-75A3E9EF50A9}"/>
              </a:ext>
            </a:extLst>
          </p:cNvPr>
          <p:cNvPicPr>
            <a:picLocks noChangeAspect="1"/>
          </p:cNvPicPr>
          <p:nvPr userDrawn="1"/>
        </p:nvPicPr>
        <p:blipFill>
          <a:blip r:embed="rId2"/>
          <a:stretch>
            <a:fillRect/>
          </a:stretch>
        </p:blipFill>
        <p:spPr>
          <a:xfrm>
            <a:off x="11328363" y="6076881"/>
            <a:ext cx="507199" cy="414981"/>
          </a:xfrm>
          <a:prstGeom prst="rect">
            <a:avLst/>
          </a:prstGeom>
        </p:spPr>
      </p:pic>
      <p:sp>
        <p:nvSpPr>
          <p:cNvPr id="10" name="TextBox 9">
            <a:extLst>
              <a:ext uri="{FF2B5EF4-FFF2-40B4-BE49-F238E27FC236}">
                <a16:creationId xmlns:a16="http://schemas.microsoft.com/office/drawing/2014/main" id="{A7AD6D08-9CDA-11A8-B0C0-1AF97615DB36}"/>
              </a:ext>
            </a:extLst>
          </p:cNvPr>
          <p:cNvSpPr txBox="1"/>
          <p:nvPr userDrawn="1"/>
        </p:nvSpPr>
        <p:spPr>
          <a:xfrm>
            <a:off x="284119" y="6309268"/>
            <a:ext cx="2804598" cy="230832"/>
          </a:xfrm>
          <a:prstGeom prst="rect">
            <a:avLst/>
          </a:prstGeom>
          <a:noFill/>
        </p:spPr>
        <p:txBody>
          <a:bodyPr wrap="square" rtlCol="0">
            <a:spAutoFit/>
          </a:bodyPr>
          <a:lstStyle/>
          <a:p>
            <a:pPr marL="0" algn="l" defTabSz="914400" rtl="1" eaLnBrk="1" latinLnBrk="0" hangingPunct="1"/>
            <a:r>
              <a:rPr lang="ar-SA" sz="900" b="0" i="0" kern="1200" dirty="0">
                <a:solidFill>
                  <a:schemeClr val="tx1"/>
                </a:solidFill>
                <a:latin typeface="HRSD Gov" pitchFamily="2" charset="-78"/>
                <a:ea typeface="HRSD Gov" pitchFamily="2" charset="-78"/>
                <a:cs typeface="HRSD Gov" pitchFamily="2" charset="-78"/>
              </a:rPr>
              <a:t>جميع الحقوق محفوظه لوزارة الموارد والتنمية الاجتماعية © 2023</a:t>
            </a:r>
          </a:p>
        </p:txBody>
      </p:sp>
    </p:spTree>
    <p:extLst>
      <p:ext uri="{BB962C8B-B14F-4D97-AF65-F5344CB8AC3E}">
        <p14:creationId xmlns:p14="http://schemas.microsoft.com/office/powerpoint/2010/main" val="34363381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3" name="Graphic 16">
            <a:extLst>
              <a:ext uri="{FF2B5EF4-FFF2-40B4-BE49-F238E27FC236}">
                <a16:creationId xmlns:a16="http://schemas.microsoft.com/office/drawing/2014/main" id="{75A69F79-AC3B-EA0B-FCE1-64186125EFA3}"/>
              </a:ext>
            </a:extLst>
          </p:cNvPr>
          <p:cNvSpPr/>
          <p:nvPr userDrawn="1"/>
        </p:nvSpPr>
        <p:spPr>
          <a:xfrm>
            <a:off x="0" y="6985"/>
            <a:ext cx="4106545" cy="1073150"/>
          </a:xfrm>
          <a:custGeom>
            <a:avLst/>
            <a:gdLst>
              <a:gd name="connsiteX0" fmla="*/ 0 w 4106545"/>
              <a:gd name="connsiteY0" fmla="*/ 1073150 h 1073150"/>
              <a:gd name="connsiteX1" fmla="*/ 1143000 w 4106545"/>
              <a:gd name="connsiteY1" fmla="*/ 996315 h 1073150"/>
              <a:gd name="connsiteX2" fmla="*/ 4106545 w 4106545"/>
              <a:gd name="connsiteY2" fmla="*/ 0 h 1073150"/>
            </a:gdLst>
            <a:ahLst/>
            <a:cxnLst>
              <a:cxn ang="0">
                <a:pos x="connsiteX0" y="connsiteY0"/>
              </a:cxn>
              <a:cxn ang="0">
                <a:pos x="connsiteX1" y="connsiteY1"/>
              </a:cxn>
              <a:cxn ang="0">
                <a:pos x="connsiteX2" y="connsiteY2"/>
              </a:cxn>
            </a:cxnLst>
            <a:rect l="l" t="t" r="r" b="b"/>
            <a:pathLst>
              <a:path w="4106545" h="1073150">
                <a:moveTo>
                  <a:pt x="0" y="1073150"/>
                </a:moveTo>
                <a:cubicBezTo>
                  <a:pt x="405130" y="1073150"/>
                  <a:pt x="786765" y="1044575"/>
                  <a:pt x="1143000" y="996315"/>
                </a:cubicBezTo>
                <a:cubicBezTo>
                  <a:pt x="2964815" y="750570"/>
                  <a:pt x="4106545" y="0"/>
                  <a:pt x="4106545" y="0"/>
                </a:cubicBezTo>
              </a:path>
            </a:pathLst>
          </a:custGeom>
          <a:noFill/>
          <a:ln w="6470" cap="flat">
            <a:solidFill>
              <a:srgbClr val="009A9A"/>
            </a:solidFill>
            <a:prstDash val="solid"/>
            <a:miter/>
          </a:ln>
        </p:spPr>
        <p:txBody>
          <a:bodyPr rtlCol="0" anchor="ctr"/>
          <a:lstStyle/>
          <a:p>
            <a:endParaRPr lang="en-SA"/>
          </a:p>
        </p:txBody>
      </p:sp>
      <p:sp>
        <p:nvSpPr>
          <p:cNvPr id="4" name="Slide Number Placeholder 5">
            <a:extLst>
              <a:ext uri="{FF2B5EF4-FFF2-40B4-BE49-F238E27FC236}">
                <a16:creationId xmlns:a16="http://schemas.microsoft.com/office/drawing/2014/main" id="{1CBA34A3-8D21-FDE0-1A13-6B1D2471774D}"/>
              </a:ext>
            </a:extLst>
          </p:cNvPr>
          <p:cNvSpPr>
            <a:spLocks noGrp="1"/>
          </p:cNvSpPr>
          <p:nvPr>
            <p:ph type="sldNum" sz="quarter" idx="4"/>
          </p:nvPr>
        </p:nvSpPr>
        <p:spPr>
          <a:xfrm>
            <a:off x="270159" y="298522"/>
            <a:ext cx="524971" cy="365125"/>
          </a:xfrm>
          <a:prstGeom prst="rect">
            <a:avLst/>
          </a:prstGeom>
        </p:spPr>
        <p:txBody>
          <a:bodyPr vert="horz" lIns="91440" tIns="45720" rIns="91440" bIns="45720" rtlCol="0" anchor="ctr"/>
          <a:lstStyle>
            <a:lvl1pPr algn="l">
              <a:defRPr sz="1200" b="0" i="0">
                <a:solidFill>
                  <a:schemeClr val="tx1"/>
                </a:solidFill>
                <a:latin typeface="HRSD Gov" pitchFamily="2" charset="-78"/>
                <a:ea typeface="HRSD Gov" pitchFamily="2" charset="-78"/>
                <a:cs typeface="HRSD Gov" pitchFamily="2" charset="-78"/>
              </a:defRPr>
            </a:lvl1pPr>
          </a:lstStyle>
          <a:p>
            <a:fld id="{D782F6C7-0B97-5D49-B9C6-611F36C3E139}" type="slidenum">
              <a:rPr lang="en-SA" smtClean="0"/>
              <a:pPr/>
              <a:t>‹#›</a:t>
            </a:fld>
            <a:endParaRPr lang="en-SA" dirty="0"/>
          </a:p>
        </p:txBody>
      </p:sp>
      <p:pic>
        <p:nvPicPr>
          <p:cNvPr id="5" name="صورة 14">
            <a:extLst>
              <a:ext uri="{FF2B5EF4-FFF2-40B4-BE49-F238E27FC236}">
                <a16:creationId xmlns:a16="http://schemas.microsoft.com/office/drawing/2014/main" id="{8597512C-EA5C-128A-2A4F-9EEDE5FB1702}"/>
              </a:ext>
            </a:extLst>
          </p:cNvPr>
          <p:cNvPicPr>
            <a:picLocks noChangeAspect="1"/>
          </p:cNvPicPr>
          <p:nvPr userDrawn="1"/>
        </p:nvPicPr>
        <p:blipFill>
          <a:blip r:embed="rId2"/>
          <a:stretch>
            <a:fillRect/>
          </a:stretch>
        </p:blipFill>
        <p:spPr>
          <a:xfrm>
            <a:off x="11328363" y="6076881"/>
            <a:ext cx="507199" cy="414981"/>
          </a:xfrm>
          <a:prstGeom prst="rect">
            <a:avLst/>
          </a:prstGeom>
        </p:spPr>
      </p:pic>
      <p:sp>
        <p:nvSpPr>
          <p:cNvPr id="8" name="TextBox 7">
            <a:extLst>
              <a:ext uri="{FF2B5EF4-FFF2-40B4-BE49-F238E27FC236}">
                <a16:creationId xmlns:a16="http://schemas.microsoft.com/office/drawing/2014/main" id="{4D8ABB5C-6C4E-E25D-6C45-66A43D7D8AFE}"/>
              </a:ext>
            </a:extLst>
          </p:cNvPr>
          <p:cNvSpPr txBox="1"/>
          <p:nvPr userDrawn="1"/>
        </p:nvSpPr>
        <p:spPr>
          <a:xfrm>
            <a:off x="284119" y="6309268"/>
            <a:ext cx="2804598" cy="230832"/>
          </a:xfrm>
          <a:prstGeom prst="rect">
            <a:avLst/>
          </a:prstGeom>
          <a:noFill/>
        </p:spPr>
        <p:txBody>
          <a:bodyPr wrap="square" rtlCol="0">
            <a:spAutoFit/>
          </a:bodyPr>
          <a:lstStyle/>
          <a:p>
            <a:pPr marL="0" algn="l" defTabSz="914400" rtl="1" eaLnBrk="1" latinLnBrk="0" hangingPunct="1"/>
            <a:r>
              <a:rPr lang="ar-SA" sz="900" b="0" i="0" kern="1200" dirty="0">
                <a:solidFill>
                  <a:schemeClr val="tx1"/>
                </a:solidFill>
                <a:latin typeface="HRSD Gov" pitchFamily="2" charset="-78"/>
                <a:ea typeface="HRSD Gov" pitchFamily="2" charset="-78"/>
                <a:cs typeface="HRSD Gov" pitchFamily="2" charset="-78"/>
              </a:rPr>
              <a:t>جميع الحقوق محفوظه لوزارة الموارد والتنمية الاجتماعية © 2023</a:t>
            </a:r>
          </a:p>
        </p:txBody>
      </p:sp>
    </p:spTree>
    <p:extLst>
      <p:ext uri="{BB962C8B-B14F-4D97-AF65-F5344CB8AC3E}">
        <p14:creationId xmlns:p14="http://schemas.microsoft.com/office/powerpoint/2010/main" val="29844429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grpSp>
        <p:nvGrpSpPr>
          <p:cNvPr id="9" name="Graphic 8">
            <a:extLst>
              <a:ext uri="{FF2B5EF4-FFF2-40B4-BE49-F238E27FC236}">
                <a16:creationId xmlns:a16="http://schemas.microsoft.com/office/drawing/2014/main" id="{19741D54-F20D-E103-0F54-078E2127A05A}"/>
              </a:ext>
            </a:extLst>
          </p:cNvPr>
          <p:cNvGrpSpPr/>
          <p:nvPr userDrawn="1"/>
        </p:nvGrpSpPr>
        <p:grpSpPr>
          <a:xfrm>
            <a:off x="0" y="0"/>
            <a:ext cx="2540000" cy="1112104"/>
            <a:chOff x="0" y="0"/>
            <a:chExt cx="2540000" cy="1112104"/>
          </a:xfrm>
        </p:grpSpPr>
        <p:sp>
          <p:nvSpPr>
            <p:cNvPr id="10" name="Freeform 9">
              <a:extLst>
                <a:ext uri="{FF2B5EF4-FFF2-40B4-BE49-F238E27FC236}">
                  <a16:creationId xmlns:a16="http://schemas.microsoft.com/office/drawing/2014/main" id="{7D66A817-CF0A-DD87-7FD6-5DC918029E25}"/>
                </a:ext>
              </a:extLst>
            </p:cNvPr>
            <p:cNvSpPr/>
            <p:nvPr/>
          </p:nvSpPr>
          <p:spPr>
            <a:xfrm>
              <a:off x="0" y="0"/>
              <a:ext cx="892175" cy="716280"/>
            </a:xfrm>
            <a:custGeom>
              <a:avLst/>
              <a:gdLst>
                <a:gd name="connsiteX0" fmla="*/ 0 w 892175"/>
                <a:gd name="connsiteY0" fmla="*/ 0 h 716280"/>
                <a:gd name="connsiteX1" fmla="*/ 0 w 892175"/>
                <a:gd name="connsiteY1" fmla="*/ 716280 h 716280"/>
                <a:gd name="connsiteX2" fmla="*/ 892175 w 892175"/>
                <a:gd name="connsiteY2" fmla="*/ 648970 h 716280"/>
                <a:gd name="connsiteX3" fmla="*/ 892175 w 892175"/>
                <a:gd name="connsiteY3" fmla="*/ 0 h 716280"/>
                <a:gd name="connsiteX4" fmla="*/ 0 w 892175"/>
                <a:gd name="connsiteY4" fmla="*/ 0 h 716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2175" h="716280">
                  <a:moveTo>
                    <a:pt x="0" y="0"/>
                  </a:moveTo>
                  <a:lnTo>
                    <a:pt x="0" y="716280"/>
                  </a:lnTo>
                  <a:cubicBezTo>
                    <a:pt x="316230" y="716280"/>
                    <a:pt x="614680" y="691515"/>
                    <a:pt x="892175" y="648970"/>
                  </a:cubicBezTo>
                  <a:lnTo>
                    <a:pt x="892175" y="0"/>
                  </a:lnTo>
                  <a:lnTo>
                    <a:pt x="0" y="0"/>
                  </a:lnTo>
                  <a:close/>
                </a:path>
              </a:pathLst>
            </a:custGeom>
            <a:solidFill>
              <a:schemeClr val="accent2"/>
            </a:solidFill>
            <a:ln w="6350" cap="flat">
              <a:noFill/>
              <a:prstDash val="solid"/>
              <a:miter/>
            </a:ln>
          </p:spPr>
          <p:txBody>
            <a:bodyPr rtlCol="0" anchor="ctr"/>
            <a:lstStyle/>
            <a:p>
              <a:endParaRPr lang="en-SA"/>
            </a:p>
          </p:txBody>
        </p:sp>
        <p:sp>
          <p:nvSpPr>
            <p:cNvPr id="11" name="Freeform 10">
              <a:extLst>
                <a:ext uri="{FF2B5EF4-FFF2-40B4-BE49-F238E27FC236}">
                  <a16:creationId xmlns:a16="http://schemas.microsoft.com/office/drawing/2014/main" id="{91E3F3AA-11CC-1EB2-8F81-046E55061059}"/>
                </a:ext>
              </a:extLst>
            </p:cNvPr>
            <p:cNvSpPr/>
            <p:nvPr/>
          </p:nvSpPr>
          <p:spPr>
            <a:xfrm>
              <a:off x="892175" y="0"/>
              <a:ext cx="1647825" cy="619759"/>
            </a:xfrm>
            <a:custGeom>
              <a:avLst/>
              <a:gdLst>
                <a:gd name="connsiteX0" fmla="*/ 0 w 1647825"/>
                <a:gd name="connsiteY0" fmla="*/ 0 h 619759"/>
                <a:gd name="connsiteX1" fmla="*/ 0 w 1647825"/>
                <a:gd name="connsiteY1" fmla="*/ 619760 h 619759"/>
                <a:gd name="connsiteX2" fmla="*/ 1647825 w 1647825"/>
                <a:gd name="connsiteY2" fmla="*/ 0 h 619759"/>
                <a:gd name="connsiteX3" fmla="*/ 0 w 1647825"/>
                <a:gd name="connsiteY3" fmla="*/ 0 h 619759"/>
              </a:gdLst>
              <a:ahLst/>
              <a:cxnLst>
                <a:cxn ang="0">
                  <a:pos x="connsiteX0" y="connsiteY0"/>
                </a:cxn>
                <a:cxn ang="0">
                  <a:pos x="connsiteX1" y="connsiteY1"/>
                </a:cxn>
                <a:cxn ang="0">
                  <a:pos x="connsiteX2" y="connsiteY2"/>
                </a:cxn>
                <a:cxn ang="0">
                  <a:pos x="connsiteX3" y="connsiteY3"/>
                </a:cxn>
              </a:cxnLst>
              <a:rect l="l" t="t" r="r" b="b"/>
              <a:pathLst>
                <a:path w="1647825" h="619759">
                  <a:moveTo>
                    <a:pt x="0" y="0"/>
                  </a:moveTo>
                  <a:lnTo>
                    <a:pt x="0" y="619760"/>
                  </a:lnTo>
                  <a:cubicBezTo>
                    <a:pt x="1013460" y="466725"/>
                    <a:pt x="1647825" y="0"/>
                    <a:pt x="1647825" y="0"/>
                  </a:cubicBezTo>
                  <a:lnTo>
                    <a:pt x="0" y="0"/>
                  </a:lnTo>
                  <a:close/>
                </a:path>
              </a:pathLst>
            </a:custGeom>
            <a:solidFill>
              <a:schemeClr val="accent1"/>
            </a:solidFill>
            <a:ln w="6350" cap="flat">
              <a:noFill/>
              <a:prstDash val="solid"/>
              <a:miter/>
            </a:ln>
          </p:spPr>
          <p:txBody>
            <a:bodyPr rtlCol="0" anchor="ctr"/>
            <a:lstStyle/>
            <a:p>
              <a:endParaRPr lang="en-SA"/>
            </a:p>
          </p:txBody>
        </p:sp>
        <p:sp>
          <p:nvSpPr>
            <p:cNvPr id="12" name="Freeform 11">
              <a:extLst>
                <a:ext uri="{FF2B5EF4-FFF2-40B4-BE49-F238E27FC236}">
                  <a16:creationId xmlns:a16="http://schemas.microsoft.com/office/drawing/2014/main" id="{2543E624-EAB3-813C-E68C-AD1FFF470619}"/>
                </a:ext>
              </a:extLst>
            </p:cNvPr>
            <p:cNvSpPr/>
            <p:nvPr/>
          </p:nvSpPr>
          <p:spPr>
            <a:xfrm>
              <a:off x="0" y="638395"/>
              <a:ext cx="892175" cy="473709"/>
            </a:xfrm>
            <a:custGeom>
              <a:avLst/>
              <a:gdLst>
                <a:gd name="connsiteX0" fmla="*/ 0 w 892175"/>
                <a:gd name="connsiteY0" fmla="*/ 67945 h 473709"/>
                <a:gd name="connsiteX1" fmla="*/ 0 w 892175"/>
                <a:gd name="connsiteY1" fmla="*/ 289560 h 473709"/>
                <a:gd name="connsiteX2" fmla="*/ 892175 w 892175"/>
                <a:gd name="connsiteY2" fmla="*/ 473710 h 473709"/>
                <a:gd name="connsiteX3" fmla="*/ 892175 w 892175"/>
                <a:gd name="connsiteY3" fmla="*/ 0 h 473709"/>
                <a:gd name="connsiteX4" fmla="*/ 0 w 892175"/>
                <a:gd name="connsiteY4" fmla="*/ 67945 h 473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2175" h="473709">
                  <a:moveTo>
                    <a:pt x="0" y="67945"/>
                  </a:moveTo>
                  <a:lnTo>
                    <a:pt x="0" y="289560"/>
                  </a:lnTo>
                  <a:cubicBezTo>
                    <a:pt x="0" y="289560"/>
                    <a:pt x="511810" y="291465"/>
                    <a:pt x="892175" y="473710"/>
                  </a:cubicBezTo>
                  <a:lnTo>
                    <a:pt x="892175" y="0"/>
                  </a:lnTo>
                  <a:cubicBezTo>
                    <a:pt x="614680" y="43180"/>
                    <a:pt x="316230" y="67945"/>
                    <a:pt x="0" y="67945"/>
                  </a:cubicBezTo>
                  <a:close/>
                </a:path>
              </a:pathLst>
            </a:custGeom>
            <a:solidFill>
              <a:schemeClr val="accent2"/>
            </a:solidFill>
            <a:ln w="6350" cap="flat">
              <a:noFill/>
              <a:prstDash val="solid"/>
              <a:miter/>
            </a:ln>
          </p:spPr>
          <p:txBody>
            <a:bodyPr rtlCol="0" anchor="ctr"/>
            <a:lstStyle/>
            <a:p>
              <a:endParaRPr lang="en-SA" dirty="0"/>
            </a:p>
          </p:txBody>
        </p:sp>
      </p:grpSp>
      <p:sp>
        <p:nvSpPr>
          <p:cNvPr id="13" name="Slide Number Placeholder 5">
            <a:extLst>
              <a:ext uri="{FF2B5EF4-FFF2-40B4-BE49-F238E27FC236}">
                <a16:creationId xmlns:a16="http://schemas.microsoft.com/office/drawing/2014/main" id="{FF993E3A-2C76-1DDF-3A12-C597825E3548}"/>
              </a:ext>
            </a:extLst>
          </p:cNvPr>
          <p:cNvSpPr>
            <a:spLocks noGrp="1"/>
          </p:cNvSpPr>
          <p:nvPr>
            <p:ph type="sldNum" sz="quarter" idx="4"/>
          </p:nvPr>
        </p:nvSpPr>
        <p:spPr>
          <a:xfrm>
            <a:off x="270159" y="298522"/>
            <a:ext cx="465337" cy="365125"/>
          </a:xfrm>
          <a:prstGeom prst="rect">
            <a:avLst/>
          </a:prstGeom>
        </p:spPr>
        <p:txBody>
          <a:bodyPr vert="horz" lIns="91440" tIns="45720" rIns="91440" bIns="45720" rtlCol="0" anchor="ctr"/>
          <a:lstStyle>
            <a:lvl1pPr algn="l">
              <a:defRPr sz="1200" b="0" i="0">
                <a:solidFill>
                  <a:schemeClr val="bg1"/>
                </a:solidFill>
                <a:latin typeface="HRSD Gov" pitchFamily="2" charset="-78"/>
                <a:ea typeface="HRSD Gov" pitchFamily="2" charset="-78"/>
                <a:cs typeface="HRSD Gov" pitchFamily="2" charset="-78"/>
              </a:defRPr>
            </a:lvl1pPr>
          </a:lstStyle>
          <a:p>
            <a:fld id="{D782F6C7-0B97-5D49-B9C6-611F36C3E139}" type="slidenum">
              <a:rPr lang="en-SA" smtClean="0"/>
              <a:pPr/>
              <a:t>‹#›</a:t>
            </a:fld>
            <a:endParaRPr lang="en-SA" dirty="0"/>
          </a:p>
        </p:txBody>
      </p:sp>
      <p:pic>
        <p:nvPicPr>
          <p:cNvPr id="15" name="صورة 14">
            <a:extLst>
              <a:ext uri="{FF2B5EF4-FFF2-40B4-BE49-F238E27FC236}">
                <a16:creationId xmlns:a16="http://schemas.microsoft.com/office/drawing/2014/main" id="{0931CAAC-DC7E-A9F3-4757-BF7ABE42179A}"/>
              </a:ext>
            </a:extLst>
          </p:cNvPr>
          <p:cNvPicPr>
            <a:picLocks noChangeAspect="1"/>
          </p:cNvPicPr>
          <p:nvPr userDrawn="1"/>
        </p:nvPicPr>
        <p:blipFill>
          <a:blip r:embed="rId2"/>
          <a:stretch>
            <a:fillRect/>
          </a:stretch>
        </p:blipFill>
        <p:spPr>
          <a:xfrm>
            <a:off x="11328363" y="6076881"/>
            <a:ext cx="507199" cy="414981"/>
          </a:xfrm>
          <a:prstGeom prst="rect">
            <a:avLst/>
          </a:prstGeom>
        </p:spPr>
      </p:pic>
      <p:sp>
        <p:nvSpPr>
          <p:cNvPr id="16" name="TextBox 15">
            <a:extLst>
              <a:ext uri="{FF2B5EF4-FFF2-40B4-BE49-F238E27FC236}">
                <a16:creationId xmlns:a16="http://schemas.microsoft.com/office/drawing/2014/main" id="{F0660088-9567-21D1-07EF-7163F24BA14B}"/>
              </a:ext>
            </a:extLst>
          </p:cNvPr>
          <p:cNvSpPr txBox="1"/>
          <p:nvPr userDrawn="1"/>
        </p:nvSpPr>
        <p:spPr>
          <a:xfrm>
            <a:off x="284119" y="6309268"/>
            <a:ext cx="2804598" cy="230832"/>
          </a:xfrm>
          <a:prstGeom prst="rect">
            <a:avLst/>
          </a:prstGeom>
          <a:noFill/>
        </p:spPr>
        <p:txBody>
          <a:bodyPr wrap="square" rtlCol="0">
            <a:spAutoFit/>
          </a:bodyPr>
          <a:lstStyle/>
          <a:p>
            <a:pPr marL="0" algn="l" defTabSz="914400" rtl="1" eaLnBrk="1" latinLnBrk="0" hangingPunct="1"/>
            <a:r>
              <a:rPr lang="ar-SA" sz="900" b="0" i="0" kern="1200" dirty="0">
                <a:solidFill>
                  <a:schemeClr val="tx1"/>
                </a:solidFill>
                <a:latin typeface="HRSD Gov" pitchFamily="2" charset="-78"/>
                <a:ea typeface="HRSD Gov" pitchFamily="2" charset="-78"/>
                <a:cs typeface="HRSD Gov" pitchFamily="2" charset="-78"/>
              </a:rPr>
              <a:t>جميع الحقوق محفوظه لوزارة الموارد والتنمية الاجتماعية © 2023</a:t>
            </a:r>
          </a:p>
        </p:txBody>
      </p:sp>
    </p:spTree>
    <p:extLst>
      <p:ext uri="{BB962C8B-B14F-4D97-AF65-F5344CB8AC3E}">
        <p14:creationId xmlns:p14="http://schemas.microsoft.com/office/powerpoint/2010/main" val="14881724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1CBA34A3-8D21-FDE0-1A13-6B1D2471774D}"/>
              </a:ext>
            </a:extLst>
          </p:cNvPr>
          <p:cNvSpPr>
            <a:spLocks noGrp="1"/>
          </p:cNvSpPr>
          <p:nvPr>
            <p:ph type="sldNum" sz="quarter" idx="4"/>
          </p:nvPr>
        </p:nvSpPr>
        <p:spPr>
          <a:xfrm>
            <a:off x="270159" y="298522"/>
            <a:ext cx="524971" cy="365125"/>
          </a:xfrm>
          <a:prstGeom prst="rect">
            <a:avLst/>
          </a:prstGeom>
        </p:spPr>
        <p:txBody>
          <a:bodyPr vert="horz" lIns="91440" tIns="45720" rIns="91440" bIns="45720" rtlCol="0" anchor="ctr"/>
          <a:lstStyle>
            <a:lvl1pPr algn="l">
              <a:defRPr sz="1200" b="0" i="0">
                <a:solidFill>
                  <a:schemeClr val="tx1"/>
                </a:solidFill>
                <a:latin typeface="HRSD Gov" pitchFamily="2" charset="-78"/>
                <a:ea typeface="HRSD Gov" pitchFamily="2" charset="-78"/>
                <a:cs typeface="HRSD Gov" pitchFamily="2" charset="-78"/>
              </a:defRPr>
            </a:lvl1pPr>
          </a:lstStyle>
          <a:p>
            <a:fld id="{D782F6C7-0B97-5D49-B9C6-611F36C3E139}" type="slidenum">
              <a:rPr lang="en-SA" smtClean="0"/>
              <a:pPr/>
              <a:t>‹#›</a:t>
            </a:fld>
            <a:endParaRPr lang="en-SA" dirty="0"/>
          </a:p>
        </p:txBody>
      </p:sp>
      <p:pic>
        <p:nvPicPr>
          <p:cNvPr id="5" name="صورة 14">
            <a:extLst>
              <a:ext uri="{FF2B5EF4-FFF2-40B4-BE49-F238E27FC236}">
                <a16:creationId xmlns:a16="http://schemas.microsoft.com/office/drawing/2014/main" id="{8597512C-EA5C-128A-2A4F-9EEDE5FB1702}"/>
              </a:ext>
            </a:extLst>
          </p:cNvPr>
          <p:cNvPicPr>
            <a:picLocks noChangeAspect="1"/>
          </p:cNvPicPr>
          <p:nvPr userDrawn="1"/>
        </p:nvPicPr>
        <p:blipFill>
          <a:blip r:embed="rId2"/>
          <a:stretch>
            <a:fillRect/>
          </a:stretch>
        </p:blipFill>
        <p:spPr>
          <a:xfrm>
            <a:off x="11328363" y="6076881"/>
            <a:ext cx="507199" cy="414981"/>
          </a:xfrm>
          <a:prstGeom prst="rect">
            <a:avLst/>
          </a:prstGeom>
        </p:spPr>
      </p:pic>
      <p:sp>
        <p:nvSpPr>
          <p:cNvPr id="8" name="TextBox 7">
            <a:extLst>
              <a:ext uri="{FF2B5EF4-FFF2-40B4-BE49-F238E27FC236}">
                <a16:creationId xmlns:a16="http://schemas.microsoft.com/office/drawing/2014/main" id="{4D8ABB5C-6C4E-E25D-6C45-66A43D7D8AFE}"/>
              </a:ext>
            </a:extLst>
          </p:cNvPr>
          <p:cNvSpPr txBox="1"/>
          <p:nvPr userDrawn="1"/>
        </p:nvSpPr>
        <p:spPr>
          <a:xfrm>
            <a:off x="284119" y="6309268"/>
            <a:ext cx="2804598" cy="230832"/>
          </a:xfrm>
          <a:prstGeom prst="rect">
            <a:avLst/>
          </a:prstGeom>
          <a:noFill/>
        </p:spPr>
        <p:txBody>
          <a:bodyPr wrap="square" rtlCol="0">
            <a:spAutoFit/>
          </a:bodyPr>
          <a:lstStyle/>
          <a:p>
            <a:pPr marL="0" algn="l" defTabSz="914400" rtl="1" eaLnBrk="1" latinLnBrk="0" hangingPunct="1"/>
            <a:r>
              <a:rPr lang="ar-SA" sz="900" b="0" i="0" kern="1200" dirty="0">
                <a:solidFill>
                  <a:schemeClr val="tx1"/>
                </a:solidFill>
                <a:latin typeface="HRSD Gov" pitchFamily="2" charset="-78"/>
                <a:ea typeface="HRSD Gov" pitchFamily="2" charset="-78"/>
                <a:cs typeface="HRSD Gov" pitchFamily="2" charset="-78"/>
              </a:rPr>
              <a:t>جميع الحقوق محفوظه لوزارة الموارد والتنمية الاجتماعية © 2023</a:t>
            </a:r>
          </a:p>
        </p:txBody>
      </p:sp>
    </p:spTree>
    <p:extLst>
      <p:ext uri="{BB962C8B-B14F-4D97-AF65-F5344CB8AC3E}">
        <p14:creationId xmlns:p14="http://schemas.microsoft.com/office/powerpoint/2010/main" val="2029727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grpSp>
        <p:nvGrpSpPr>
          <p:cNvPr id="6" name="Graphic 4">
            <a:extLst>
              <a:ext uri="{FF2B5EF4-FFF2-40B4-BE49-F238E27FC236}">
                <a16:creationId xmlns:a16="http://schemas.microsoft.com/office/drawing/2014/main" id="{33833E22-482E-64BF-25D5-49A803DFAB0E}"/>
              </a:ext>
            </a:extLst>
          </p:cNvPr>
          <p:cNvGrpSpPr/>
          <p:nvPr userDrawn="1"/>
        </p:nvGrpSpPr>
        <p:grpSpPr>
          <a:xfrm>
            <a:off x="0" y="3202940"/>
            <a:ext cx="12192000" cy="3655060"/>
            <a:chOff x="0" y="3202939"/>
            <a:chExt cx="12192000" cy="3655060"/>
          </a:xfrm>
        </p:grpSpPr>
        <p:grpSp>
          <p:nvGrpSpPr>
            <p:cNvPr id="7" name="Graphic 4">
              <a:extLst>
                <a:ext uri="{FF2B5EF4-FFF2-40B4-BE49-F238E27FC236}">
                  <a16:creationId xmlns:a16="http://schemas.microsoft.com/office/drawing/2014/main" id="{9538D04F-931A-341F-DC0B-90FE461F960F}"/>
                </a:ext>
              </a:extLst>
            </p:cNvPr>
            <p:cNvGrpSpPr/>
            <p:nvPr/>
          </p:nvGrpSpPr>
          <p:grpSpPr>
            <a:xfrm>
              <a:off x="0" y="3202939"/>
              <a:ext cx="12192000" cy="3655060"/>
              <a:chOff x="0" y="3202939"/>
              <a:chExt cx="12192000" cy="3655060"/>
            </a:xfrm>
          </p:grpSpPr>
          <p:sp>
            <p:nvSpPr>
              <p:cNvPr id="8" name="Freeform 7">
                <a:extLst>
                  <a:ext uri="{FF2B5EF4-FFF2-40B4-BE49-F238E27FC236}">
                    <a16:creationId xmlns:a16="http://schemas.microsoft.com/office/drawing/2014/main" id="{F7A1C6CE-57A2-49FB-AF8E-E9C14C62F490}"/>
                  </a:ext>
                </a:extLst>
              </p:cNvPr>
              <p:cNvSpPr/>
              <p:nvPr/>
            </p:nvSpPr>
            <p:spPr>
              <a:xfrm>
                <a:off x="0" y="3202939"/>
                <a:ext cx="8380730" cy="3655060"/>
              </a:xfrm>
              <a:custGeom>
                <a:avLst/>
                <a:gdLst>
                  <a:gd name="connsiteX0" fmla="*/ 0 w 8380730"/>
                  <a:gd name="connsiteY0" fmla="*/ 0 h 3655060"/>
                  <a:gd name="connsiteX1" fmla="*/ 0 w 8380730"/>
                  <a:gd name="connsiteY1" fmla="*/ 3655060 h 3655060"/>
                  <a:gd name="connsiteX2" fmla="*/ 8380731 w 8380730"/>
                  <a:gd name="connsiteY2" fmla="*/ 3655060 h 3655060"/>
                  <a:gd name="connsiteX3" fmla="*/ 8380731 w 8380730"/>
                  <a:gd name="connsiteY3" fmla="*/ 1837690 h 3655060"/>
                  <a:gd name="connsiteX4" fmla="*/ 0 w 8380730"/>
                  <a:gd name="connsiteY4" fmla="*/ 0 h 3655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730" h="3655060">
                    <a:moveTo>
                      <a:pt x="0" y="0"/>
                    </a:moveTo>
                    <a:lnTo>
                      <a:pt x="0" y="3655060"/>
                    </a:lnTo>
                    <a:lnTo>
                      <a:pt x="8380731" y="3655060"/>
                    </a:lnTo>
                    <a:lnTo>
                      <a:pt x="8380731" y="1837690"/>
                    </a:lnTo>
                    <a:cubicBezTo>
                      <a:pt x="5193030" y="988060"/>
                      <a:pt x="3216910" y="39370"/>
                      <a:pt x="0" y="0"/>
                    </a:cubicBezTo>
                    <a:close/>
                  </a:path>
                </a:pathLst>
              </a:custGeom>
              <a:solidFill>
                <a:srgbClr val="002E44"/>
              </a:solidFill>
              <a:ln w="6350" cap="flat">
                <a:noFill/>
                <a:prstDash val="solid"/>
                <a:miter/>
              </a:ln>
            </p:spPr>
            <p:txBody>
              <a:bodyPr rtlCol="0" anchor="ctr"/>
              <a:lstStyle/>
              <a:p>
                <a:pPr marL="0" algn="r" defTabSz="914400" rtl="1" eaLnBrk="1" latinLnBrk="0" hangingPunct="1"/>
                <a:endParaRPr lang="en-SA"/>
              </a:p>
            </p:txBody>
          </p:sp>
          <p:sp>
            <p:nvSpPr>
              <p:cNvPr id="9" name="Freeform 8">
                <a:extLst>
                  <a:ext uri="{FF2B5EF4-FFF2-40B4-BE49-F238E27FC236}">
                    <a16:creationId xmlns:a16="http://schemas.microsoft.com/office/drawing/2014/main" id="{90ADCB8B-CC2A-DCF9-50B9-3E1DFC349543}"/>
                  </a:ext>
                </a:extLst>
              </p:cNvPr>
              <p:cNvSpPr/>
              <p:nvPr/>
            </p:nvSpPr>
            <p:spPr>
              <a:xfrm>
                <a:off x="8380730" y="5040629"/>
                <a:ext cx="3811269" cy="1817370"/>
              </a:xfrm>
              <a:custGeom>
                <a:avLst/>
                <a:gdLst>
                  <a:gd name="connsiteX0" fmla="*/ 0 w 3811269"/>
                  <a:gd name="connsiteY0" fmla="*/ 1817370 h 1817370"/>
                  <a:gd name="connsiteX1" fmla="*/ 3811270 w 3811269"/>
                  <a:gd name="connsiteY1" fmla="*/ 1817370 h 1817370"/>
                  <a:gd name="connsiteX2" fmla="*/ 3811270 w 3811269"/>
                  <a:gd name="connsiteY2" fmla="*/ 500380 h 1817370"/>
                  <a:gd name="connsiteX3" fmla="*/ 0 w 3811269"/>
                  <a:gd name="connsiteY3" fmla="*/ 0 h 1817370"/>
                  <a:gd name="connsiteX4" fmla="*/ 0 w 3811269"/>
                  <a:gd name="connsiteY4" fmla="*/ 1817370 h 1817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1269" h="1817370">
                    <a:moveTo>
                      <a:pt x="0" y="1817370"/>
                    </a:moveTo>
                    <a:lnTo>
                      <a:pt x="3811270" y="1817370"/>
                    </a:lnTo>
                    <a:lnTo>
                      <a:pt x="3811270" y="500380"/>
                    </a:lnTo>
                    <a:cubicBezTo>
                      <a:pt x="2331720" y="490855"/>
                      <a:pt x="1094739" y="292100"/>
                      <a:pt x="0" y="0"/>
                    </a:cubicBezTo>
                    <a:lnTo>
                      <a:pt x="0" y="1817370"/>
                    </a:lnTo>
                    <a:close/>
                  </a:path>
                </a:pathLst>
              </a:custGeom>
              <a:solidFill>
                <a:srgbClr val="002E44"/>
              </a:solidFill>
              <a:ln w="6350" cap="flat">
                <a:noFill/>
                <a:prstDash val="solid"/>
                <a:miter/>
              </a:ln>
            </p:spPr>
            <p:txBody>
              <a:bodyPr rtlCol="0" anchor="ctr"/>
              <a:lstStyle/>
              <a:p>
                <a:endParaRPr lang="en-SA"/>
              </a:p>
            </p:txBody>
          </p:sp>
          <p:sp>
            <p:nvSpPr>
              <p:cNvPr id="10" name="Freeform 9">
                <a:extLst>
                  <a:ext uri="{FF2B5EF4-FFF2-40B4-BE49-F238E27FC236}">
                    <a16:creationId xmlns:a16="http://schemas.microsoft.com/office/drawing/2014/main" id="{3FBAE753-CED4-4899-383C-2478A36E9B8B}"/>
                  </a:ext>
                </a:extLst>
              </p:cNvPr>
              <p:cNvSpPr/>
              <p:nvPr/>
            </p:nvSpPr>
            <p:spPr>
              <a:xfrm>
                <a:off x="8380730" y="4083684"/>
                <a:ext cx="3811269" cy="1457325"/>
              </a:xfrm>
              <a:custGeom>
                <a:avLst/>
                <a:gdLst>
                  <a:gd name="connsiteX0" fmla="*/ 0 w 3811269"/>
                  <a:gd name="connsiteY0" fmla="*/ 0 h 1457325"/>
                  <a:gd name="connsiteX1" fmla="*/ 0 w 3811269"/>
                  <a:gd name="connsiteY1" fmla="*/ 956945 h 1457325"/>
                  <a:gd name="connsiteX2" fmla="*/ 3811270 w 3811269"/>
                  <a:gd name="connsiteY2" fmla="*/ 1457325 h 1457325"/>
                  <a:gd name="connsiteX3" fmla="*/ 3811270 w 3811269"/>
                  <a:gd name="connsiteY3" fmla="*/ 640715 h 1457325"/>
                  <a:gd name="connsiteX4" fmla="*/ 0 w 3811269"/>
                  <a:gd name="connsiteY4" fmla="*/ 0 h 1457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1269" h="1457325">
                    <a:moveTo>
                      <a:pt x="0" y="0"/>
                    </a:moveTo>
                    <a:lnTo>
                      <a:pt x="0" y="956945"/>
                    </a:lnTo>
                    <a:cubicBezTo>
                      <a:pt x="1094739" y="1248410"/>
                      <a:pt x="2331720" y="1447800"/>
                      <a:pt x="3811270" y="1457325"/>
                    </a:cubicBezTo>
                    <a:lnTo>
                      <a:pt x="3811270" y="640715"/>
                    </a:lnTo>
                    <a:cubicBezTo>
                      <a:pt x="2670810" y="650240"/>
                      <a:pt x="757555" y="328930"/>
                      <a:pt x="0" y="0"/>
                    </a:cubicBezTo>
                    <a:close/>
                  </a:path>
                </a:pathLst>
              </a:custGeom>
              <a:solidFill>
                <a:srgbClr val="009B9B"/>
              </a:solidFill>
              <a:ln w="6350" cap="flat">
                <a:noFill/>
                <a:prstDash val="solid"/>
                <a:miter/>
              </a:ln>
            </p:spPr>
            <p:txBody>
              <a:bodyPr rtlCol="0" anchor="ctr"/>
              <a:lstStyle/>
              <a:p>
                <a:endParaRPr lang="en-SA"/>
              </a:p>
            </p:txBody>
          </p:sp>
        </p:grpSp>
        <p:sp>
          <p:nvSpPr>
            <p:cNvPr id="11" name="Freeform 10">
              <a:extLst>
                <a:ext uri="{FF2B5EF4-FFF2-40B4-BE49-F238E27FC236}">
                  <a16:creationId xmlns:a16="http://schemas.microsoft.com/office/drawing/2014/main" id="{CDAEB7CE-03E1-DBF4-CFEB-52FC1AE77EDA}"/>
                </a:ext>
              </a:extLst>
            </p:cNvPr>
            <p:cNvSpPr/>
            <p:nvPr/>
          </p:nvSpPr>
          <p:spPr>
            <a:xfrm>
              <a:off x="0" y="4258945"/>
              <a:ext cx="8385175" cy="227436"/>
            </a:xfrm>
            <a:custGeom>
              <a:avLst/>
              <a:gdLst>
                <a:gd name="connsiteX0" fmla="*/ 8385175 w 8385175"/>
                <a:gd name="connsiteY0" fmla="*/ 132715 h 227436"/>
                <a:gd name="connsiteX1" fmla="*/ 0 w 8385175"/>
                <a:gd name="connsiteY1" fmla="*/ 0 h 227436"/>
              </a:gdLst>
              <a:ahLst/>
              <a:cxnLst>
                <a:cxn ang="0">
                  <a:pos x="connsiteX0" y="connsiteY0"/>
                </a:cxn>
                <a:cxn ang="0">
                  <a:pos x="connsiteX1" y="connsiteY1"/>
                </a:cxn>
              </a:cxnLst>
              <a:rect l="l" t="t" r="r" b="b"/>
              <a:pathLst>
                <a:path w="8385175" h="227436">
                  <a:moveTo>
                    <a:pt x="8385175" y="132715"/>
                  </a:moveTo>
                  <a:cubicBezTo>
                    <a:pt x="6289675" y="254000"/>
                    <a:pt x="3328035" y="304165"/>
                    <a:pt x="0" y="0"/>
                  </a:cubicBezTo>
                </a:path>
              </a:pathLst>
            </a:custGeom>
            <a:noFill/>
            <a:ln w="17210" cap="flat">
              <a:solidFill>
                <a:srgbClr val="00BB6D"/>
              </a:solidFill>
              <a:prstDash val="solid"/>
              <a:miter/>
            </a:ln>
          </p:spPr>
          <p:txBody>
            <a:bodyPr rtlCol="0" anchor="ctr"/>
            <a:lstStyle/>
            <a:p>
              <a:endParaRPr lang="en-SA"/>
            </a:p>
          </p:txBody>
        </p:sp>
        <p:sp>
          <p:nvSpPr>
            <p:cNvPr id="13" name="Freeform 12">
              <a:extLst>
                <a:ext uri="{FF2B5EF4-FFF2-40B4-BE49-F238E27FC236}">
                  <a16:creationId xmlns:a16="http://schemas.microsoft.com/office/drawing/2014/main" id="{EDFD25C5-4AF7-29C3-7631-F57BED8855A8}"/>
                </a:ext>
              </a:extLst>
            </p:cNvPr>
            <p:cNvSpPr/>
            <p:nvPr/>
          </p:nvSpPr>
          <p:spPr>
            <a:xfrm>
              <a:off x="9156065" y="3995420"/>
              <a:ext cx="3035934" cy="342264"/>
            </a:xfrm>
            <a:custGeom>
              <a:avLst/>
              <a:gdLst>
                <a:gd name="connsiteX0" fmla="*/ 3035935 w 3035934"/>
                <a:gd name="connsiteY0" fmla="*/ 0 h 342264"/>
                <a:gd name="connsiteX1" fmla="*/ 0 w 3035934"/>
                <a:gd name="connsiteY1" fmla="*/ 342265 h 342264"/>
              </a:gdLst>
              <a:ahLst/>
              <a:cxnLst>
                <a:cxn ang="0">
                  <a:pos x="connsiteX0" y="connsiteY0"/>
                </a:cxn>
                <a:cxn ang="0">
                  <a:pos x="connsiteX1" y="connsiteY1"/>
                </a:cxn>
              </a:cxnLst>
              <a:rect l="l" t="t" r="r" b="b"/>
              <a:pathLst>
                <a:path w="3035934" h="342264">
                  <a:moveTo>
                    <a:pt x="3035935" y="0"/>
                  </a:moveTo>
                  <a:cubicBezTo>
                    <a:pt x="3035935" y="0"/>
                    <a:pt x="1786890" y="195580"/>
                    <a:pt x="0" y="342265"/>
                  </a:cubicBezTo>
                </a:path>
              </a:pathLst>
            </a:custGeom>
            <a:noFill/>
            <a:ln w="17210" cap="flat">
              <a:solidFill>
                <a:srgbClr val="00BB6D"/>
              </a:solidFill>
              <a:prstDash val="solid"/>
              <a:miter/>
            </a:ln>
          </p:spPr>
          <p:txBody>
            <a:bodyPr rtlCol="0" anchor="ctr"/>
            <a:lstStyle/>
            <a:p>
              <a:pPr marL="0" algn="r" defTabSz="914400" rtl="1" eaLnBrk="1" latinLnBrk="0" hangingPunct="1"/>
              <a:endParaRPr lang="en-SA"/>
            </a:p>
          </p:txBody>
        </p:sp>
      </p:grpSp>
      <p:sp>
        <p:nvSpPr>
          <p:cNvPr id="20" name="Title 1">
            <a:extLst>
              <a:ext uri="{FF2B5EF4-FFF2-40B4-BE49-F238E27FC236}">
                <a16:creationId xmlns:a16="http://schemas.microsoft.com/office/drawing/2014/main" id="{09B2724A-0378-436F-AD3E-FB819C79A9C7}"/>
              </a:ext>
            </a:extLst>
          </p:cNvPr>
          <p:cNvSpPr>
            <a:spLocks noGrp="1"/>
          </p:cNvSpPr>
          <p:nvPr>
            <p:ph type="ctrTitle" hasCustomPrompt="1"/>
          </p:nvPr>
        </p:nvSpPr>
        <p:spPr>
          <a:xfrm>
            <a:off x="5549854" y="1892299"/>
            <a:ext cx="6251263" cy="953885"/>
          </a:xfrm>
        </p:spPr>
        <p:txBody>
          <a:bodyPr anchor="b">
            <a:normAutofit/>
          </a:bodyPr>
          <a:lstStyle>
            <a:lvl1pPr algn="r">
              <a:defRPr sz="4000">
                <a:solidFill>
                  <a:srgbClr val="002D44"/>
                </a:solidFill>
                <a:latin typeface="HRSD Gov Title Bold" pitchFamily="2" charset="-78"/>
                <a:ea typeface="HRSD Gov Title Bold" pitchFamily="2" charset="-78"/>
                <a:cs typeface="HRSD Gov Title Bold" pitchFamily="2" charset="-78"/>
              </a:defRPr>
            </a:lvl1pPr>
          </a:lstStyle>
          <a:p>
            <a:r>
              <a:rPr lang="ar-SA" dirty="0"/>
              <a:t>شكرًا لكــم</a:t>
            </a:r>
            <a:endParaRPr lang="en-SA" dirty="0"/>
          </a:p>
        </p:txBody>
      </p:sp>
      <p:pic>
        <p:nvPicPr>
          <p:cNvPr id="5" name="صورة 7">
            <a:extLst>
              <a:ext uri="{FF2B5EF4-FFF2-40B4-BE49-F238E27FC236}">
                <a16:creationId xmlns:a16="http://schemas.microsoft.com/office/drawing/2014/main" id="{F26B343D-6FFF-57E2-17F7-E4562DAC843A}"/>
              </a:ext>
            </a:extLst>
          </p:cNvPr>
          <p:cNvPicPr>
            <a:picLocks noChangeAspect="1"/>
          </p:cNvPicPr>
          <p:nvPr userDrawn="1"/>
        </p:nvPicPr>
        <p:blipFill>
          <a:blip r:embed="rId2"/>
          <a:stretch>
            <a:fillRect/>
          </a:stretch>
        </p:blipFill>
        <p:spPr>
          <a:xfrm>
            <a:off x="9755592" y="393370"/>
            <a:ext cx="2045525" cy="613658"/>
          </a:xfrm>
          <a:prstGeom prst="rect">
            <a:avLst/>
          </a:prstGeom>
        </p:spPr>
      </p:pic>
      <p:sp>
        <p:nvSpPr>
          <p:cNvPr id="4" name="TextBox 3">
            <a:extLst>
              <a:ext uri="{FF2B5EF4-FFF2-40B4-BE49-F238E27FC236}">
                <a16:creationId xmlns:a16="http://schemas.microsoft.com/office/drawing/2014/main" id="{888F1B2A-321C-FA1C-88E3-DB52E1AFE3D5}"/>
              </a:ext>
            </a:extLst>
          </p:cNvPr>
          <p:cNvSpPr txBox="1"/>
          <p:nvPr userDrawn="1"/>
        </p:nvSpPr>
        <p:spPr>
          <a:xfrm>
            <a:off x="284119" y="6309268"/>
            <a:ext cx="2804598" cy="230832"/>
          </a:xfrm>
          <a:prstGeom prst="rect">
            <a:avLst/>
          </a:prstGeom>
          <a:noFill/>
        </p:spPr>
        <p:txBody>
          <a:bodyPr wrap="square" rtlCol="0">
            <a:spAutoFit/>
          </a:bodyPr>
          <a:lstStyle/>
          <a:p>
            <a:pPr marL="0" algn="l" defTabSz="914400" rtl="1" eaLnBrk="1" latinLnBrk="0" hangingPunct="1"/>
            <a:r>
              <a:rPr lang="ar-SA" sz="900" b="0" i="0" kern="1200" dirty="0">
                <a:solidFill>
                  <a:schemeClr val="bg1"/>
                </a:solidFill>
                <a:latin typeface="HRSD Gov" pitchFamily="2" charset="-78"/>
                <a:ea typeface="HRSD Gov" pitchFamily="2" charset="-78"/>
                <a:cs typeface="HRSD Gov" pitchFamily="2" charset="-78"/>
              </a:rPr>
              <a:t>جميع الحقوق محفوظه لوزارة الموارد والتنمية الاجتماعية © 2023</a:t>
            </a:r>
          </a:p>
        </p:txBody>
      </p:sp>
      <p:sp>
        <p:nvSpPr>
          <p:cNvPr id="2" name="TextBox 1">
            <a:extLst>
              <a:ext uri="{FF2B5EF4-FFF2-40B4-BE49-F238E27FC236}">
                <a16:creationId xmlns:a16="http://schemas.microsoft.com/office/drawing/2014/main" id="{BFAF5483-0F29-2D44-E6A1-46044EA5CA32}"/>
              </a:ext>
            </a:extLst>
          </p:cNvPr>
          <p:cNvSpPr txBox="1"/>
          <p:nvPr userDrawn="1"/>
        </p:nvSpPr>
        <p:spPr>
          <a:xfrm>
            <a:off x="10680031" y="6309268"/>
            <a:ext cx="1081979" cy="230832"/>
          </a:xfrm>
          <a:prstGeom prst="rect">
            <a:avLst/>
          </a:prstGeom>
          <a:noFill/>
        </p:spPr>
        <p:txBody>
          <a:bodyPr wrap="square" rtlCol="0">
            <a:spAutoFit/>
          </a:bodyPr>
          <a:lstStyle/>
          <a:p>
            <a:pPr marL="0" algn="r" defTabSz="914400" rtl="1" eaLnBrk="1" latinLnBrk="0" hangingPunct="1"/>
            <a:r>
              <a:rPr lang="en-US" sz="900" b="0" i="0" kern="1200" dirty="0" err="1">
                <a:solidFill>
                  <a:schemeClr val="bg1"/>
                </a:solidFill>
                <a:latin typeface="HRSD Gov" pitchFamily="2" charset="-78"/>
                <a:ea typeface="HRSD Gov" pitchFamily="2" charset="-78"/>
                <a:cs typeface="HRSD Gov" pitchFamily="2" charset="-78"/>
              </a:rPr>
              <a:t>www.hrsd.gov.sa</a:t>
            </a:r>
            <a:endParaRPr lang="en-US" sz="900" b="0" i="0" kern="1200" dirty="0">
              <a:solidFill>
                <a:schemeClr val="bg1"/>
              </a:solidFill>
              <a:latin typeface="HRSD Gov" pitchFamily="2" charset="-78"/>
              <a:ea typeface="HRSD Gov" pitchFamily="2" charset="-78"/>
              <a:cs typeface="HRSD Gov" pitchFamily="2" charset="-78"/>
            </a:endParaRPr>
          </a:p>
        </p:txBody>
      </p:sp>
    </p:spTree>
    <p:extLst>
      <p:ext uri="{BB962C8B-B14F-4D97-AF65-F5344CB8AC3E}">
        <p14:creationId xmlns:p14="http://schemas.microsoft.com/office/powerpoint/2010/main" val="26515317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1" name="شكل حر 159">
            <a:extLst>
              <a:ext uri="{FF2B5EF4-FFF2-40B4-BE49-F238E27FC236}">
                <a16:creationId xmlns:a16="http://schemas.microsoft.com/office/drawing/2014/main" id="{0B0DB853-14B8-5354-72FE-E32B363AD75E}"/>
              </a:ext>
            </a:extLst>
          </p:cNvPr>
          <p:cNvSpPr/>
          <p:nvPr userDrawn="1"/>
        </p:nvSpPr>
        <p:spPr>
          <a:xfrm>
            <a:off x="2279586" y="0"/>
            <a:ext cx="5539803" cy="1647507"/>
          </a:xfrm>
          <a:custGeom>
            <a:avLst/>
            <a:gdLst>
              <a:gd name="connsiteX0" fmla="*/ 0 w 5539803"/>
              <a:gd name="connsiteY0" fmla="*/ 0 h 1647507"/>
              <a:gd name="connsiteX1" fmla="*/ 0 w 5539803"/>
              <a:gd name="connsiteY1" fmla="*/ 1647508 h 1647507"/>
              <a:gd name="connsiteX2" fmla="*/ 5539804 w 5539803"/>
              <a:gd name="connsiteY2" fmla="*/ 0 h 1647507"/>
              <a:gd name="connsiteX3" fmla="*/ 0 w 5539803"/>
              <a:gd name="connsiteY3" fmla="*/ 0 h 1647507"/>
            </a:gdLst>
            <a:ahLst/>
            <a:cxnLst>
              <a:cxn ang="0">
                <a:pos x="connsiteX0" y="connsiteY0"/>
              </a:cxn>
              <a:cxn ang="0">
                <a:pos x="connsiteX1" y="connsiteY1"/>
              </a:cxn>
              <a:cxn ang="0">
                <a:pos x="connsiteX2" y="connsiteY2"/>
              </a:cxn>
              <a:cxn ang="0">
                <a:pos x="connsiteX3" y="connsiteY3"/>
              </a:cxn>
            </a:cxnLst>
            <a:rect l="l" t="t" r="r" b="b"/>
            <a:pathLst>
              <a:path w="5539803" h="1647507">
                <a:moveTo>
                  <a:pt x="0" y="0"/>
                </a:moveTo>
                <a:lnTo>
                  <a:pt x="0" y="1647508"/>
                </a:lnTo>
                <a:cubicBezTo>
                  <a:pt x="1969579" y="1411859"/>
                  <a:pt x="3851402" y="870331"/>
                  <a:pt x="5539804" y="0"/>
                </a:cubicBezTo>
                <a:lnTo>
                  <a:pt x="0" y="0"/>
                </a:lnTo>
                <a:close/>
              </a:path>
            </a:pathLst>
          </a:custGeom>
          <a:solidFill>
            <a:schemeClr val="accent3"/>
          </a:solidFill>
          <a:ln w="0" cap="flat">
            <a:noFill/>
            <a:prstDash val="solid"/>
            <a:miter/>
          </a:ln>
        </p:spPr>
        <p:txBody>
          <a:bodyPr rtlCol="1" anchor="ctr"/>
          <a:lstStyle/>
          <a:p>
            <a:pPr marL="0" algn="l" defTabSz="914400" rtl="0" eaLnBrk="1" latinLnBrk="0" hangingPunct="1"/>
            <a:endParaRPr lang="ar-SA">
              <a:highlight>
                <a:srgbClr val="002D44"/>
              </a:highlight>
            </a:endParaRPr>
          </a:p>
        </p:txBody>
      </p:sp>
      <p:sp>
        <p:nvSpPr>
          <p:cNvPr id="12" name="شكل حر 160">
            <a:extLst>
              <a:ext uri="{FF2B5EF4-FFF2-40B4-BE49-F238E27FC236}">
                <a16:creationId xmlns:a16="http://schemas.microsoft.com/office/drawing/2014/main" id="{6E8398BA-5518-0906-C39A-1594D627B605}"/>
              </a:ext>
            </a:extLst>
          </p:cNvPr>
          <p:cNvSpPr/>
          <p:nvPr userDrawn="1"/>
        </p:nvSpPr>
        <p:spPr>
          <a:xfrm>
            <a:off x="0" y="1634060"/>
            <a:ext cx="2279586" cy="1305178"/>
          </a:xfrm>
          <a:custGeom>
            <a:avLst/>
            <a:gdLst>
              <a:gd name="connsiteX0" fmla="*/ 0 w 2279586"/>
              <a:gd name="connsiteY0" fmla="*/ 914336 h 1305178"/>
              <a:gd name="connsiteX1" fmla="*/ 2279587 w 2279586"/>
              <a:gd name="connsiteY1" fmla="*/ 1305179 h 1305178"/>
              <a:gd name="connsiteX2" fmla="*/ 2279587 w 2279586"/>
              <a:gd name="connsiteY2" fmla="*/ 0 h 1305178"/>
              <a:gd name="connsiteX3" fmla="*/ 0 w 2279586"/>
              <a:gd name="connsiteY3" fmla="*/ 136716 h 1305178"/>
              <a:gd name="connsiteX4" fmla="*/ 0 w 2279586"/>
              <a:gd name="connsiteY4" fmla="*/ 914400 h 1305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586" h="1305178">
                <a:moveTo>
                  <a:pt x="0" y="914336"/>
                </a:moveTo>
                <a:cubicBezTo>
                  <a:pt x="0" y="914336"/>
                  <a:pt x="1139190" y="911352"/>
                  <a:pt x="2279587" y="1305179"/>
                </a:cubicBezTo>
                <a:lnTo>
                  <a:pt x="2279587" y="0"/>
                </a:lnTo>
                <a:cubicBezTo>
                  <a:pt x="1529779" y="89408"/>
                  <a:pt x="769049" y="135255"/>
                  <a:pt x="0" y="136716"/>
                </a:cubicBezTo>
                <a:lnTo>
                  <a:pt x="0" y="914400"/>
                </a:lnTo>
                <a:close/>
              </a:path>
            </a:pathLst>
          </a:custGeom>
          <a:solidFill>
            <a:schemeClr val="accent2"/>
          </a:solidFill>
          <a:ln w="0" cap="flat">
            <a:noFill/>
            <a:prstDash val="solid"/>
            <a:miter/>
          </a:ln>
        </p:spPr>
        <p:txBody>
          <a:bodyPr rtlCol="1" anchor="ctr"/>
          <a:lstStyle/>
          <a:p>
            <a:pPr marL="0" algn="l" defTabSz="914400" rtl="0" eaLnBrk="1" latinLnBrk="0" hangingPunct="1"/>
            <a:endParaRPr lang="ar-SA">
              <a:solidFill>
                <a:schemeClr val="accent2"/>
              </a:solidFill>
            </a:endParaRPr>
          </a:p>
        </p:txBody>
      </p:sp>
      <p:sp>
        <p:nvSpPr>
          <p:cNvPr id="13" name="شكل حر 161">
            <a:extLst>
              <a:ext uri="{FF2B5EF4-FFF2-40B4-BE49-F238E27FC236}">
                <a16:creationId xmlns:a16="http://schemas.microsoft.com/office/drawing/2014/main" id="{4D9A76EE-A2DB-FA89-CEE4-FDD3C50D08FC}"/>
              </a:ext>
            </a:extLst>
          </p:cNvPr>
          <p:cNvSpPr/>
          <p:nvPr userDrawn="1"/>
        </p:nvSpPr>
        <p:spPr>
          <a:xfrm>
            <a:off x="0" y="0"/>
            <a:ext cx="2279586" cy="1784223"/>
          </a:xfrm>
          <a:custGeom>
            <a:avLst/>
            <a:gdLst>
              <a:gd name="connsiteX0" fmla="*/ 0 w 2279586"/>
              <a:gd name="connsiteY0" fmla="*/ 0 h 1784223"/>
              <a:gd name="connsiteX1" fmla="*/ 0 w 2279586"/>
              <a:gd name="connsiteY1" fmla="*/ 1784223 h 1784223"/>
              <a:gd name="connsiteX2" fmla="*/ 2279587 w 2279586"/>
              <a:gd name="connsiteY2" fmla="*/ 1647571 h 1784223"/>
              <a:gd name="connsiteX3" fmla="*/ 2279587 w 2279586"/>
              <a:gd name="connsiteY3" fmla="*/ 0 h 1784223"/>
              <a:gd name="connsiteX4" fmla="*/ 0 w 2279586"/>
              <a:gd name="connsiteY4" fmla="*/ 0 h 1784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586" h="1784223">
                <a:moveTo>
                  <a:pt x="0" y="0"/>
                </a:moveTo>
                <a:lnTo>
                  <a:pt x="0" y="1784223"/>
                </a:lnTo>
                <a:cubicBezTo>
                  <a:pt x="769049" y="1782763"/>
                  <a:pt x="1529779" y="1736916"/>
                  <a:pt x="2279587" y="1647571"/>
                </a:cubicBezTo>
                <a:lnTo>
                  <a:pt x="2279587" y="0"/>
                </a:lnTo>
                <a:lnTo>
                  <a:pt x="0" y="0"/>
                </a:lnTo>
                <a:close/>
              </a:path>
            </a:pathLst>
          </a:custGeom>
          <a:solidFill>
            <a:schemeClr val="accent3"/>
          </a:solidFill>
          <a:ln w="0" cap="flat">
            <a:noFill/>
            <a:prstDash val="solid"/>
            <a:miter/>
          </a:ln>
        </p:spPr>
        <p:txBody>
          <a:bodyPr rtlCol="1" anchor="ctr"/>
          <a:lstStyle/>
          <a:p>
            <a:pPr marL="0" algn="r" defTabSz="914400" rtl="1" eaLnBrk="1" latinLnBrk="0" hangingPunct="1"/>
            <a:endParaRPr lang="ar-SA">
              <a:highlight>
                <a:srgbClr val="002D44"/>
              </a:highlight>
            </a:endParaRPr>
          </a:p>
        </p:txBody>
      </p:sp>
      <p:sp>
        <p:nvSpPr>
          <p:cNvPr id="14" name="شكل حر 206">
            <a:extLst>
              <a:ext uri="{FF2B5EF4-FFF2-40B4-BE49-F238E27FC236}">
                <a16:creationId xmlns:a16="http://schemas.microsoft.com/office/drawing/2014/main" id="{D87107D1-57D6-BC75-09AE-46E22E0F6D69}"/>
              </a:ext>
            </a:extLst>
          </p:cNvPr>
          <p:cNvSpPr/>
          <p:nvPr userDrawn="1"/>
        </p:nvSpPr>
        <p:spPr>
          <a:xfrm>
            <a:off x="5069522" y="5142420"/>
            <a:ext cx="7122477" cy="1708721"/>
          </a:xfrm>
          <a:custGeom>
            <a:avLst/>
            <a:gdLst>
              <a:gd name="connsiteX0" fmla="*/ 7122478 w 7122477"/>
              <a:gd name="connsiteY0" fmla="*/ 0 h 1708721"/>
              <a:gd name="connsiteX1" fmla="*/ 0 w 7122477"/>
              <a:gd name="connsiteY1" fmla="*/ 1708722 h 1708721"/>
            </a:gdLst>
            <a:ahLst/>
            <a:cxnLst>
              <a:cxn ang="0">
                <a:pos x="connsiteX0" y="connsiteY0"/>
              </a:cxn>
              <a:cxn ang="0">
                <a:pos x="connsiteX1" y="connsiteY1"/>
              </a:cxn>
            </a:cxnLst>
            <a:rect l="l" t="t" r="r" b="b"/>
            <a:pathLst>
              <a:path w="7122477" h="1708721">
                <a:moveTo>
                  <a:pt x="7122478" y="0"/>
                </a:moveTo>
                <a:cubicBezTo>
                  <a:pt x="7122478" y="0"/>
                  <a:pt x="3634931" y="205930"/>
                  <a:pt x="0" y="1708722"/>
                </a:cubicBezTo>
              </a:path>
            </a:pathLst>
          </a:custGeom>
          <a:noFill/>
          <a:ln w="14542" cap="flat">
            <a:solidFill>
              <a:schemeClr val="accent5"/>
            </a:solidFill>
            <a:prstDash val="solid"/>
            <a:miter/>
          </a:ln>
        </p:spPr>
        <p:txBody>
          <a:bodyPr rtlCol="1" anchor="ctr"/>
          <a:lstStyle/>
          <a:p>
            <a:endParaRPr lang="ar-SA"/>
          </a:p>
        </p:txBody>
      </p:sp>
      <p:pic>
        <p:nvPicPr>
          <p:cNvPr id="7" name="Picture 6">
            <a:extLst>
              <a:ext uri="{FF2B5EF4-FFF2-40B4-BE49-F238E27FC236}">
                <a16:creationId xmlns:a16="http://schemas.microsoft.com/office/drawing/2014/main" id="{AC08D97E-F857-AC3B-1C8B-19C7F9F8D94F}"/>
              </a:ext>
            </a:extLst>
          </p:cNvPr>
          <p:cNvPicPr>
            <a:picLocks noChangeAspect="1"/>
          </p:cNvPicPr>
          <p:nvPr userDrawn="1"/>
        </p:nvPicPr>
        <p:blipFill>
          <a:blip r:embed="rId2"/>
          <a:stretch>
            <a:fillRect/>
          </a:stretch>
        </p:blipFill>
        <p:spPr>
          <a:xfrm>
            <a:off x="9762785" y="347935"/>
            <a:ext cx="2049572" cy="633504"/>
          </a:xfrm>
          <a:prstGeom prst="rect">
            <a:avLst/>
          </a:prstGeom>
        </p:spPr>
      </p:pic>
      <p:sp>
        <p:nvSpPr>
          <p:cNvPr id="6" name="Title 1">
            <a:extLst>
              <a:ext uri="{FF2B5EF4-FFF2-40B4-BE49-F238E27FC236}">
                <a16:creationId xmlns:a16="http://schemas.microsoft.com/office/drawing/2014/main" id="{D8502558-807A-D77A-8647-44B6373C4C49}"/>
              </a:ext>
            </a:extLst>
          </p:cNvPr>
          <p:cNvSpPr>
            <a:spLocks noGrp="1"/>
          </p:cNvSpPr>
          <p:nvPr>
            <p:ph type="ctrTitle" hasCustomPrompt="1"/>
          </p:nvPr>
        </p:nvSpPr>
        <p:spPr>
          <a:xfrm>
            <a:off x="3341914" y="2682122"/>
            <a:ext cx="8420096" cy="896444"/>
          </a:xfrm>
        </p:spPr>
        <p:txBody>
          <a:bodyPr anchor="b">
            <a:normAutofit/>
          </a:bodyPr>
          <a:lstStyle>
            <a:lvl1pPr algn="r">
              <a:defRPr sz="4000" b="1" i="0">
                <a:solidFill>
                  <a:schemeClr val="bg2"/>
                </a:solidFill>
                <a:latin typeface="HRSD Gov Title Title" pitchFamily="2" charset="-78"/>
                <a:ea typeface="HRSD Gov Title Title" pitchFamily="2" charset="-78"/>
                <a:cs typeface="HRSD Gov Title Title" pitchFamily="2" charset="-78"/>
              </a:defRPr>
            </a:lvl1pPr>
          </a:lstStyle>
          <a:p>
            <a:r>
              <a:rPr lang="ar-SA" dirty="0"/>
              <a:t>مثال للعنوان الرئيسي للعرض التقديمي</a:t>
            </a:r>
            <a:endParaRPr lang="en-SA" dirty="0"/>
          </a:p>
        </p:txBody>
      </p:sp>
      <p:sp>
        <p:nvSpPr>
          <p:cNvPr id="3" name="Text Placeholder 2">
            <a:extLst>
              <a:ext uri="{FF2B5EF4-FFF2-40B4-BE49-F238E27FC236}">
                <a16:creationId xmlns:a16="http://schemas.microsoft.com/office/drawing/2014/main" id="{4320D7D9-A94F-8B19-ABB0-6D9CBFE80EA1}"/>
              </a:ext>
            </a:extLst>
          </p:cNvPr>
          <p:cNvSpPr>
            <a:spLocks noGrp="1"/>
          </p:cNvSpPr>
          <p:nvPr>
            <p:ph type="body" sz="quarter" idx="12" hasCustomPrompt="1"/>
          </p:nvPr>
        </p:nvSpPr>
        <p:spPr>
          <a:xfrm>
            <a:off x="291274" y="2209985"/>
            <a:ext cx="1697037" cy="252413"/>
          </a:xfrm>
        </p:spPr>
        <p:txBody>
          <a:bodyPr>
            <a:noAutofit/>
          </a:bodyPr>
          <a:lstStyle>
            <a:lvl1pPr marL="0" indent="0" algn="ctr">
              <a:buNone/>
              <a:defRPr sz="1800">
                <a:solidFill>
                  <a:schemeClr val="bg1"/>
                </a:solidFill>
              </a:defRPr>
            </a:lvl1pPr>
          </a:lstStyle>
          <a:p>
            <a:r>
              <a:rPr lang="en-SA" dirty="0"/>
              <a:t>0.1</a:t>
            </a:r>
          </a:p>
        </p:txBody>
      </p:sp>
      <p:sp>
        <p:nvSpPr>
          <p:cNvPr id="5" name="Text Placeholder 4">
            <a:extLst>
              <a:ext uri="{FF2B5EF4-FFF2-40B4-BE49-F238E27FC236}">
                <a16:creationId xmlns:a16="http://schemas.microsoft.com/office/drawing/2014/main" id="{81B986EA-3711-C430-1624-C5C8D833B810}"/>
              </a:ext>
            </a:extLst>
          </p:cNvPr>
          <p:cNvSpPr>
            <a:spLocks noGrp="1"/>
          </p:cNvSpPr>
          <p:nvPr>
            <p:ph type="body" sz="quarter" idx="16" hasCustomPrompt="1"/>
          </p:nvPr>
        </p:nvSpPr>
        <p:spPr>
          <a:xfrm>
            <a:off x="291274" y="1859297"/>
            <a:ext cx="1697037" cy="275614"/>
          </a:xfrm>
        </p:spPr>
        <p:txBody>
          <a:bodyPr>
            <a:noAutofit/>
          </a:bodyPr>
          <a:lstStyle>
            <a:lvl1pPr marL="0" indent="0" algn="ctr">
              <a:buNone/>
              <a:defRPr sz="1800">
                <a:solidFill>
                  <a:schemeClr val="bg1"/>
                </a:solidFill>
              </a:defRPr>
            </a:lvl1pPr>
          </a:lstStyle>
          <a:p>
            <a:r>
              <a:rPr lang="ar-SA" dirty="0"/>
              <a:t>نسخة</a:t>
            </a:r>
            <a:endParaRPr lang="en-SA" dirty="0"/>
          </a:p>
        </p:txBody>
      </p:sp>
      <p:sp>
        <p:nvSpPr>
          <p:cNvPr id="15" name="Text Placeholder 3">
            <a:extLst>
              <a:ext uri="{FF2B5EF4-FFF2-40B4-BE49-F238E27FC236}">
                <a16:creationId xmlns:a16="http://schemas.microsoft.com/office/drawing/2014/main" id="{61E48885-001F-4ED8-7E26-AF627D85FC21}"/>
              </a:ext>
            </a:extLst>
          </p:cNvPr>
          <p:cNvSpPr>
            <a:spLocks noGrp="1"/>
          </p:cNvSpPr>
          <p:nvPr>
            <p:ph type="body" sz="quarter" idx="15" hasCustomPrompt="1"/>
          </p:nvPr>
        </p:nvSpPr>
        <p:spPr>
          <a:xfrm>
            <a:off x="10526700" y="5917599"/>
            <a:ext cx="1235310" cy="287438"/>
          </a:xfrm>
        </p:spPr>
        <p:txBody>
          <a:bodyPr anchor="ctr">
            <a:noAutofit/>
          </a:bodyPr>
          <a:lstStyle>
            <a:lvl1pPr marL="0" indent="0">
              <a:buNone/>
              <a:defRPr sz="1200">
                <a:solidFill>
                  <a:schemeClr val="bg1"/>
                </a:solidFill>
              </a:defRPr>
            </a:lvl1pPr>
          </a:lstStyle>
          <a:p>
            <a:r>
              <a:rPr lang="en-US" dirty="0"/>
              <a:t>Date 2023/00/00</a:t>
            </a:r>
          </a:p>
        </p:txBody>
      </p:sp>
      <p:sp>
        <p:nvSpPr>
          <p:cNvPr id="18" name="Subtitle 2">
            <a:extLst>
              <a:ext uri="{FF2B5EF4-FFF2-40B4-BE49-F238E27FC236}">
                <a16:creationId xmlns:a16="http://schemas.microsoft.com/office/drawing/2014/main" id="{389B6F38-5F61-87A7-1BF0-62B0CF8146CC}"/>
              </a:ext>
            </a:extLst>
          </p:cNvPr>
          <p:cNvSpPr>
            <a:spLocks noGrp="1"/>
          </p:cNvSpPr>
          <p:nvPr>
            <p:ph type="subTitle" idx="1" hasCustomPrompt="1"/>
          </p:nvPr>
        </p:nvSpPr>
        <p:spPr>
          <a:xfrm>
            <a:off x="3341914" y="3655659"/>
            <a:ext cx="8420097" cy="896443"/>
          </a:xfrm>
        </p:spPr>
        <p:txBody>
          <a:bodyPr>
            <a:normAutofit/>
          </a:bodyPr>
          <a:lstStyle>
            <a:lvl1pPr marL="0" indent="0" algn="r">
              <a:buNone/>
              <a:defRPr sz="2000" b="0" i="0">
                <a:solidFill>
                  <a:schemeClr val="bg1"/>
                </a:solidFill>
                <a:latin typeface="HRSD Gov" pitchFamily="2" charset="-78"/>
                <a:ea typeface="HRSD Gov" pitchFamily="2" charset="-78"/>
                <a:cs typeface="HRSD Gov"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انقر لتحرير النص</a:t>
            </a:r>
          </a:p>
        </p:txBody>
      </p:sp>
      <p:sp>
        <p:nvSpPr>
          <p:cNvPr id="19" name="TextBox 18">
            <a:extLst>
              <a:ext uri="{FF2B5EF4-FFF2-40B4-BE49-F238E27FC236}">
                <a16:creationId xmlns:a16="http://schemas.microsoft.com/office/drawing/2014/main" id="{EE45D926-83D3-3073-87F3-0355515AD561}"/>
              </a:ext>
            </a:extLst>
          </p:cNvPr>
          <p:cNvSpPr txBox="1"/>
          <p:nvPr userDrawn="1"/>
        </p:nvSpPr>
        <p:spPr>
          <a:xfrm>
            <a:off x="10708256" y="6309268"/>
            <a:ext cx="1053753" cy="230832"/>
          </a:xfrm>
          <a:prstGeom prst="rect">
            <a:avLst/>
          </a:prstGeom>
          <a:noFill/>
        </p:spPr>
        <p:txBody>
          <a:bodyPr wrap="square" rtlCol="0">
            <a:spAutoFit/>
          </a:bodyPr>
          <a:lstStyle/>
          <a:p>
            <a:pPr marL="0" algn="r" defTabSz="914400" rtl="1" eaLnBrk="1" latinLnBrk="0" hangingPunct="1"/>
            <a:r>
              <a:rPr lang="en-US" sz="900" b="0" i="0" kern="1200" dirty="0" err="1">
                <a:solidFill>
                  <a:schemeClr val="bg1"/>
                </a:solidFill>
                <a:latin typeface="HRSD Gov" pitchFamily="2" charset="-78"/>
                <a:ea typeface="HRSD Gov" pitchFamily="2" charset="-78"/>
                <a:cs typeface="HRSD Gov" pitchFamily="2" charset="-78"/>
              </a:rPr>
              <a:t>www.hrsd.gov.sa</a:t>
            </a:r>
            <a:endParaRPr lang="en-US" sz="900" b="0" i="0" kern="1200" dirty="0">
              <a:solidFill>
                <a:schemeClr val="bg1"/>
              </a:solidFill>
              <a:latin typeface="HRSD Gov" pitchFamily="2" charset="-78"/>
              <a:ea typeface="HRSD Gov" pitchFamily="2" charset="-78"/>
              <a:cs typeface="HRSD Gov" pitchFamily="2" charset="-78"/>
            </a:endParaRPr>
          </a:p>
        </p:txBody>
      </p:sp>
      <p:sp>
        <p:nvSpPr>
          <p:cNvPr id="9" name="TextBox 8">
            <a:extLst>
              <a:ext uri="{FF2B5EF4-FFF2-40B4-BE49-F238E27FC236}">
                <a16:creationId xmlns:a16="http://schemas.microsoft.com/office/drawing/2014/main" id="{4413EE38-CD6D-41AB-DE13-994B76A5AA0C}"/>
              </a:ext>
            </a:extLst>
          </p:cNvPr>
          <p:cNvSpPr txBox="1"/>
          <p:nvPr userDrawn="1"/>
        </p:nvSpPr>
        <p:spPr>
          <a:xfrm>
            <a:off x="284119" y="6309268"/>
            <a:ext cx="3085246" cy="230832"/>
          </a:xfrm>
          <a:prstGeom prst="rect">
            <a:avLst/>
          </a:prstGeom>
          <a:noFill/>
        </p:spPr>
        <p:txBody>
          <a:bodyPr wrap="square" rtlCol="0">
            <a:spAutoFit/>
          </a:bodyPr>
          <a:lstStyle/>
          <a:p>
            <a:pPr marL="0" algn="l" defTabSz="914400" rtl="1" eaLnBrk="1" latinLnBrk="0" hangingPunct="1"/>
            <a:r>
              <a:rPr lang="ar-SA" sz="900" b="0" i="0" kern="1200" dirty="0">
                <a:solidFill>
                  <a:schemeClr val="bg1"/>
                </a:solidFill>
                <a:latin typeface="HRSD Gov" pitchFamily="2" charset="-78"/>
                <a:ea typeface="HRSD Gov" pitchFamily="2" charset="-78"/>
                <a:cs typeface="HRSD Gov" pitchFamily="2" charset="-78"/>
              </a:rPr>
              <a:t>جميع الحقوق محفوظه لوزارة الموارد البشرية والتنمية الاجتماعية © </a:t>
            </a:r>
            <a:r>
              <a:rPr lang="en-US" sz="900" b="0" i="0" kern="1200" dirty="0">
                <a:solidFill>
                  <a:schemeClr val="bg1"/>
                </a:solidFill>
                <a:latin typeface="HRSD Gov" pitchFamily="2" charset="-78"/>
                <a:ea typeface="HRSD Gov" pitchFamily="2" charset="-78"/>
                <a:cs typeface="HRSD Gov" pitchFamily="2" charset="-78"/>
              </a:rPr>
              <a:t>2025</a:t>
            </a:r>
            <a:endParaRPr lang="ar-SA" sz="900" b="0" i="0" kern="1200" dirty="0">
              <a:solidFill>
                <a:schemeClr val="bg1"/>
              </a:solidFill>
              <a:latin typeface="HRSD Gov" pitchFamily="2" charset="-78"/>
              <a:ea typeface="HRSD Gov" pitchFamily="2" charset="-78"/>
              <a:cs typeface="HRSD Gov" pitchFamily="2" charset="-78"/>
            </a:endParaRPr>
          </a:p>
        </p:txBody>
      </p:sp>
    </p:spTree>
    <p:extLst>
      <p:ext uri="{BB962C8B-B14F-4D97-AF65-F5344CB8AC3E}">
        <p14:creationId xmlns:p14="http://schemas.microsoft.com/office/powerpoint/2010/main" val="15869126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4" name="شكل حر 206">
            <a:extLst>
              <a:ext uri="{FF2B5EF4-FFF2-40B4-BE49-F238E27FC236}">
                <a16:creationId xmlns:a16="http://schemas.microsoft.com/office/drawing/2014/main" id="{D87107D1-57D6-BC75-09AE-46E22E0F6D69}"/>
              </a:ext>
            </a:extLst>
          </p:cNvPr>
          <p:cNvSpPr/>
          <p:nvPr userDrawn="1"/>
        </p:nvSpPr>
        <p:spPr>
          <a:xfrm>
            <a:off x="5069522" y="5142420"/>
            <a:ext cx="7122477" cy="1708721"/>
          </a:xfrm>
          <a:custGeom>
            <a:avLst/>
            <a:gdLst>
              <a:gd name="connsiteX0" fmla="*/ 7122478 w 7122477"/>
              <a:gd name="connsiteY0" fmla="*/ 0 h 1708721"/>
              <a:gd name="connsiteX1" fmla="*/ 0 w 7122477"/>
              <a:gd name="connsiteY1" fmla="*/ 1708722 h 1708721"/>
            </a:gdLst>
            <a:ahLst/>
            <a:cxnLst>
              <a:cxn ang="0">
                <a:pos x="connsiteX0" y="connsiteY0"/>
              </a:cxn>
              <a:cxn ang="0">
                <a:pos x="connsiteX1" y="connsiteY1"/>
              </a:cxn>
            </a:cxnLst>
            <a:rect l="l" t="t" r="r" b="b"/>
            <a:pathLst>
              <a:path w="7122477" h="1708721">
                <a:moveTo>
                  <a:pt x="7122478" y="0"/>
                </a:moveTo>
                <a:cubicBezTo>
                  <a:pt x="7122478" y="0"/>
                  <a:pt x="3634931" y="205930"/>
                  <a:pt x="0" y="1708722"/>
                </a:cubicBezTo>
              </a:path>
            </a:pathLst>
          </a:custGeom>
          <a:noFill/>
          <a:ln w="14542" cap="flat">
            <a:solidFill>
              <a:schemeClr val="accent5"/>
            </a:solidFill>
            <a:prstDash val="solid"/>
            <a:miter/>
          </a:ln>
        </p:spPr>
        <p:txBody>
          <a:bodyPr rtlCol="1" anchor="ctr"/>
          <a:lstStyle/>
          <a:p>
            <a:endParaRPr lang="ar-SA"/>
          </a:p>
        </p:txBody>
      </p:sp>
      <p:pic>
        <p:nvPicPr>
          <p:cNvPr id="7" name="Picture 6">
            <a:extLst>
              <a:ext uri="{FF2B5EF4-FFF2-40B4-BE49-F238E27FC236}">
                <a16:creationId xmlns:a16="http://schemas.microsoft.com/office/drawing/2014/main" id="{AC08D97E-F857-AC3B-1C8B-19C7F9F8D94F}"/>
              </a:ext>
            </a:extLst>
          </p:cNvPr>
          <p:cNvPicPr>
            <a:picLocks noChangeAspect="1"/>
          </p:cNvPicPr>
          <p:nvPr userDrawn="1"/>
        </p:nvPicPr>
        <p:blipFill>
          <a:blip r:embed="rId2"/>
          <a:stretch>
            <a:fillRect/>
          </a:stretch>
        </p:blipFill>
        <p:spPr>
          <a:xfrm>
            <a:off x="9762785" y="347935"/>
            <a:ext cx="2049572" cy="633504"/>
          </a:xfrm>
          <a:prstGeom prst="rect">
            <a:avLst/>
          </a:prstGeom>
        </p:spPr>
      </p:pic>
      <p:sp>
        <p:nvSpPr>
          <p:cNvPr id="6" name="Title 1">
            <a:extLst>
              <a:ext uri="{FF2B5EF4-FFF2-40B4-BE49-F238E27FC236}">
                <a16:creationId xmlns:a16="http://schemas.microsoft.com/office/drawing/2014/main" id="{D8502558-807A-D77A-8647-44B6373C4C49}"/>
              </a:ext>
            </a:extLst>
          </p:cNvPr>
          <p:cNvSpPr>
            <a:spLocks noGrp="1"/>
          </p:cNvSpPr>
          <p:nvPr>
            <p:ph type="ctrTitle" hasCustomPrompt="1"/>
          </p:nvPr>
        </p:nvSpPr>
        <p:spPr>
          <a:xfrm>
            <a:off x="3341914" y="2682122"/>
            <a:ext cx="8420096" cy="896444"/>
          </a:xfrm>
        </p:spPr>
        <p:txBody>
          <a:bodyPr anchor="b">
            <a:normAutofit/>
          </a:bodyPr>
          <a:lstStyle>
            <a:lvl1pPr algn="r">
              <a:defRPr sz="4000" b="1" i="0">
                <a:solidFill>
                  <a:schemeClr val="bg2"/>
                </a:solidFill>
                <a:latin typeface="HRSD Gov Title Title" pitchFamily="2" charset="-78"/>
                <a:ea typeface="HRSD Gov Title Title" pitchFamily="2" charset="-78"/>
                <a:cs typeface="HRSD Gov Title Title" pitchFamily="2" charset="-78"/>
              </a:defRPr>
            </a:lvl1pPr>
          </a:lstStyle>
          <a:p>
            <a:r>
              <a:rPr lang="ar-SA" dirty="0"/>
              <a:t>مثال للعنوان الرئيسي للعرض التقديمي</a:t>
            </a:r>
            <a:endParaRPr lang="en-SA" dirty="0"/>
          </a:p>
        </p:txBody>
      </p:sp>
      <p:sp>
        <p:nvSpPr>
          <p:cNvPr id="15" name="Text Placeholder 3">
            <a:extLst>
              <a:ext uri="{FF2B5EF4-FFF2-40B4-BE49-F238E27FC236}">
                <a16:creationId xmlns:a16="http://schemas.microsoft.com/office/drawing/2014/main" id="{61E48885-001F-4ED8-7E26-AF627D85FC21}"/>
              </a:ext>
            </a:extLst>
          </p:cNvPr>
          <p:cNvSpPr>
            <a:spLocks noGrp="1"/>
          </p:cNvSpPr>
          <p:nvPr>
            <p:ph type="body" sz="quarter" idx="15" hasCustomPrompt="1"/>
          </p:nvPr>
        </p:nvSpPr>
        <p:spPr>
          <a:xfrm>
            <a:off x="10526700" y="5917599"/>
            <a:ext cx="1235310" cy="287438"/>
          </a:xfrm>
        </p:spPr>
        <p:txBody>
          <a:bodyPr anchor="ctr">
            <a:noAutofit/>
          </a:bodyPr>
          <a:lstStyle>
            <a:lvl1pPr marL="0" indent="0">
              <a:buNone/>
              <a:defRPr sz="1200">
                <a:solidFill>
                  <a:schemeClr val="bg1"/>
                </a:solidFill>
              </a:defRPr>
            </a:lvl1pPr>
          </a:lstStyle>
          <a:p>
            <a:r>
              <a:rPr lang="en-US" dirty="0"/>
              <a:t>Date 2023/00/00</a:t>
            </a:r>
          </a:p>
        </p:txBody>
      </p:sp>
      <p:sp>
        <p:nvSpPr>
          <p:cNvPr id="2" name="شكل حر 160">
            <a:extLst>
              <a:ext uri="{FF2B5EF4-FFF2-40B4-BE49-F238E27FC236}">
                <a16:creationId xmlns:a16="http://schemas.microsoft.com/office/drawing/2014/main" id="{8EE36C52-DED1-8097-2049-B1BBE1819BCD}"/>
              </a:ext>
            </a:extLst>
          </p:cNvPr>
          <p:cNvSpPr/>
          <p:nvPr userDrawn="1"/>
        </p:nvSpPr>
        <p:spPr>
          <a:xfrm>
            <a:off x="0" y="1627628"/>
            <a:ext cx="2279586" cy="1305178"/>
          </a:xfrm>
          <a:custGeom>
            <a:avLst/>
            <a:gdLst>
              <a:gd name="connsiteX0" fmla="*/ 0 w 2279586"/>
              <a:gd name="connsiteY0" fmla="*/ 914336 h 1305178"/>
              <a:gd name="connsiteX1" fmla="*/ 2279587 w 2279586"/>
              <a:gd name="connsiteY1" fmla="*/ 1305179 h 1305178"/>
              <a:gd name="connsiteX2" fmla="*/ 2279587 w 2279586"/>
              <a:gd name="connsiteY2" fmla="*/ 0 h 1305178"/>
              <a:gd name="connsiteX3" fmla="*/ 0 w 2279586"/>
              <a:gd name="connsiteY3" fmla="*/ 136716 h 1305178"/>
              <a:gd name="connsiteX4" fmla="*/ 0 w 2279586"/>
              <a:gd name="connsiteY4" fmla="*/ 914400 h 1305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586" h="1305178">
                <a:moveTo>
                  <a:pt x="0" y="914336"/>
                </a:moveTo>
                <a:cubicBezTo>
                  <a:pt x="0" y="914336"/>
                  <a:pt x="1139190" y="911352"/>
                  <a:pt x="2279587" y="1305179"/>
                </a:cubicBezTo>
                <a:lnTo>
                  <a:pt x="2279587" y="0"/>
                </a:lnTo>
                <a:cubicBezTo>
                  <a:pt x="1529779" y="89408"/>
                  <a:pt x="769049" y="135255"/>
                  <a:pt x="0" y="136716"/>
                </a:cubicBezTo>
                <a:lnTo>
                  <a:pt x="0" y="914400"/>
                </a:lnTo>
                <a:close/>
              </a:path>
            </a:pathLst>
          </a:custGeom>
          <a:solidFill>
            <a:srgbClr val="C00000"/>
          </a:solidFill>
          <a:ln w="0" cap="flat">
            <a:noFill/>
            <a:prstDash val="solid"/>
            <a:miter/>
          </a:ln>
        </p:spPr>
        <p:txBody>
          <a:bodyPr rtlCol="1" anchor="ctr"/>
          <a:lstStyle/>
          <a:p>
            <a:pPr marL="0" algn="r" defTabSz="914400" rtl="1" eaLnBrk="1" latinLnBrk="0" hangingPunct="1"/>
            <a:endParaRPr lang="ar-SA">
              <a:solidFill>
                <a:schemeClr val="accent2"/>
              </a:solidFill>
            </a:endParaRPr>
          </a:p>
        </p:txBody>
      </p:sp>
      <p:sp>
        <p:nvSpPr>
          <p:cNvPr id="4" name="شكل حر 161">
            <a:extLst>
              <a:ext uri="{FF2B5EF4-FFF2-40B4-BE49-F238E27FC236}">
                <a16:creationId xmlns:a16="http://schemas.microsoft.com/office/drawing/2014/main" id="{69A1FC85-4934-49D7-279E-6AB3CD68FAF7}"/>
              </a:ext>
            </a:extLst>
          </p:cNvPr>
          <p:cNvSpPr/>
          <p:nvPr userDrawn="1"/>
        </p:nvSpPr>
        <p:spPr>
          <a:xfrm>
            <a:off x="0" y="0"/>
            <a:ext cx="2279586" cy="1784223"/>
          </a:xfrm>
          <a:custGeom>
            <a:avLst/>
            <a:gdLst>
              <a:gd name="connsiteX0" fmla="*/ 0 w 2279586"/>
              <a:gd name="connsiteY0" fmla="*/ 0 h 1784223"/>
              <a:gd name="connsiteX1" fmla="*/ 0 w 2279586"/>
              <a:gd name="connsiteY1" fmla="*/ 1784223 h 1784223"/>
              <a:gd name="connsiteX2" fmla="*/ 2279587 w 2279586"/>
              <a:gd name="connsiteY2" fmla="*/ 1647571 h 1784223"/>
              <a:gd name="connsiteX3" fmla="*/ 2279587 w 2279586"/>
              <a:gd name="connsiteY3" fmla="*/ 0 h 1784223"/>
              <a:gd name="connsiteX4" fmla="*/ 0 w 2279586"/>
              <a:gd name="connsiteY4" fmla="*/ 0 h 1784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586" h="1784223">
                <a:moveTo>
                  <a:pt x="0" y="0"/>
                </a:moveTo>
                <a:lnTo>
                  <a:pt x="0" y="1784223"/>
                </a:lnTo>
                <a:cubicBezTo>
                  <a:pt x="769049" y="1782763"/>
                  <a:pt x="1529779" y="1736916"/>
                  <a:pt x="2279587" y="1647571"/>
                </a:cubicBezTo>
                <a:lnTo>
                  <a:pt x="2279587" y="0"/>
                </a:lnTo>
                <a:lnTo>
                  <a:pt x="0" y="0"/>
                </a:lnTo>
                <a:close/>
              </a:path>
            </a:pathLst>
          </a:custGeom>
          <a:solidFill>
            <a:srgbClr val="C00000"/>
          </a:solidFill>
          <a:ln w="0" cap="flat">
            <a:noFill/>
            <a:prstDash val="solid"/>
            <a:miter/>
          </a:ln>
        </p:spPr>
        <p:txBody>
          <a:bodyPr rtlCol="1" anchor="ctr"/>
          <a:lstStyle/>
          <a:p>
            <a:pPr marL="0" algn="l" defTabSz="914400" rtl="0" eaLnBrk="1" latinLnBrk="0" hangingPunct="1"/>
            <a:endParaRPr lang="ar-SA">
              <a:highlight>
                <a:srgbClr val="002D44"/>
              </a:highlight>
            </a:endParaRPr>
          </a:p>
        </p:txBody>
      </p:sp>
      <p:cxnSp>
        <p:nvCxnSpPr>
          <p:cNvPr id="8" name="Straight Connector 7">
            <a:extLst>
              <a:ext uri="{FF2B5EF4-FFF2-40B4-BE49-F238E27FC236}">
                <a16:creationId xmlns:a16="http://schemas.microsoft.com/office/drawing/2014/main" id="{F8E52B6F-1E96-A296-B7DD-0B39583AF062}"/>
              </a:ext>
            </a:extLst>
          </p:cNvPr>
          <p:cNvCxnSpPr/>
          <p:nvPr userDrawn="1"/>
        </p:nvCxnSpPr>
        <p:spPr>
          <a:xfrm>
            <a:off x="359571" y="1206573"/>
            <a:ext cx="156044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 Placeholder 22">
            <a:extLst>
              <a:ext uri="{FF2B5EF4-FFF2-40B4-BE49-F238E27FC236}">
                <a16:creationId xmlns:a16="http://schemas.microsoft.com/office/drawing/2014/main" id="{F47019B6-07C2-3329-29E7-93D84D9BE864}"/>
              </a:ext>
            </a:extLst>
          </p:cNvPr>
          <p:cNvSpPr>
            <a:spLocks noGrp="1"/>
          </p:cNvSpPr>
          <p:nvPr>
            <p:ph type="body" sz="quarter" idx="12" hasCustomPrompt="1"/>
          </p:nvPr>
        </p:nvSpPr>
        <p:spPr>
          <a:xfrm>
            <a:off x="291274" y="712533"/>
            <a:ext cx="1697037" cy="252413"/>
          </a:xfrm>
        </p:spPr>
        <p:txBody>
          <a:bodyPr anchor="ctr"/>
          <a:lstStyle>
            <a:lvl1pPr marL="0" indent="0" algn="ctr">
              <a:buNone/>
              <a:defRPr lang="en-SA" sz="2800" b="1" i="0" kern="1200" dirty="0">
                <a:solidFill>
                  <a:schemeClr val="bg1"/>
                </a:solidFill>
                <a:latin typeface="HRSD Gov SemiBold" pitchFamily="2" charset="-78"/>
                <a:ea typeface="HRSD Gov SemiBold" pitchFamily="2" charset="-78"/>
                <a:cs typeface="HRSD Gov SemiBold" pitchFamily="2" charset="-78"/>
              </a:defRPr>
            </a:lvl1pPr>
          </a:lstStyle>
          <a:p>
            <a:pPr lvl="0"/>
            <a:r>
              <a:rPr lang="en-US" dirty="0"/>
              <a:t>0.1</a:t>
            </a:r>
            <a:endParaRPr lang="en-SA" dirty="0"/>
          </a:p>
        </p:txBody>
      </p:sp>
      <p:sp>
        <p:nvSpPr>
          <p:cNvPr id="20" name="Text Placeholder 30">
            <a:extLst>
              <a:ext uri="{FF2B5EF4-FFF2-40B4-BE49-F238E27FC236}">
                <a16:creationId xmlns:a16="http://schemas.microsoft.com/office/drawing/2014/main" id="{243F00C0-03E4-868C-531E-A5E153506055}"/>
              </a:ext>
            </a:extLst>
          </p:cNvPr>
          <p:cNvSpPr>
            <a:spLocks noGrp="1"/>
          </p:cNvSpPr>
          <p:nvPr>
            <p:ph type="body" sz="quarter" idx="17" hasCustomPrompt="1"/>
          </p:nvPr>
        </p:nvSpPr>
        <p:spPr>
          <a:xfrm>
            <a:off x="291274" y="358773"/>
            <a:ext cx="1697037" cy="275614"/>
          </a:xfrm>
        </p:spPr>
        <p:txBody>
          <a:bodyPr>
            <a:noAutofit/>
          </a:bodyPr>
          <a:lstStyle>
            <a:lvl1pPr marL="0" indent="0" algn="ctr">
              <a:buNone/>
              <a:defRPr sz="1800" b="0" i="0">
                <a:solidFill>
                  <a:schemeClr val="bg1"/>
                </a:solidFill>
                <a:latin typeface="HRSD Gov Medium" pitchFamily="2" charset="-78"/>
                <a:ea typeface="HRSD Gov Medium" pitchFamily="2" charset="-78"/>
                <a:cs typeface="HRSD Gov Medium" pitchFamily="2" charset="-78"/>
              </a:defRPr>
            </a:lvl1pPr>
          </a:lstStyle>
          <a:p>
            <a:pPr lvl="0"/>
            <a:r>
              <a:rPr lang="ar-SA" dirty="0"/>
              <a:t>نسخة</a:t>
            </a:r>
            <a:endParaRPr lang="en-SA" dirty="0"/>
          </a:p>
        </p:txBody>
      </p:sp>
      <p:sp>
        <p:nvSpPr>
          <p:cNvPr id="22" name="TextBox 21">
            <a:extLst>
              <a:ext uri="{FF2B5EF4-FFF2-40B4-BE49-F238E27FC236}">
                <a16:creationId xmlns:a16="http://schemas.microsoft.com/office/drawing/2014/main" id="{46E355B7-771A-B110-D3C5-3923A6FCE60B}"/>
              </a:ext>
            </a:extLst>
          </p:cNvPr>
          <p:cNvSpPr txBox="1"/>
          <p:nvPr userDrawn="1"/>
        </p:nvSpPr>
        <p:spPr>
          <a:xfrm>
            <a:off x="10708256" y="6309268"/>
            <a:ext cx="1053753" cy="230832"/>
          </a:xfrm>
          <a:prstGeom prst="rect">
            <a:avLst/>
          </a:prstGeom>
          <a:noFill/>
        </p:spPr>
        <p:txBody>
          <a:bodyPr wrap="square" rtlCol="0">
            <a:spAutoFit/>
          </a:bodyPr>
          <a:lstStyle/>
          <a:p>
            <a:pPr marL="0" algn="r" defTabSz="914400" rtl="1" eaLnBrk="1" latinLnBrk="0" hangingPunct="1"/>
            <a:r>
              <a:rPr lang="en-US" sz="900" b="0" i="0" kern="1200" dirty="0" err="1">
                <a:solidFill>
                  <a:schemeClr val="bg1"/>
                </a:solidFill>
                <a:latin typeface="HRSD Gov" pitchFamily="2" charset="-78"/>
                <a:ea typeface="HRSD Gov" pitchFamily="2" charset="-78"/>
                <a:cs typeface="HRSD Gov" pitchFamily="2" charset="-78"/>
              </a:rPr>
              <a:t>www.hrsd.gov.sa</a:t>
            </a:r>
            <a:endParaRPr lang="en-US" sz="900" b="0" i="0" kern="1200" dirty="0">
              <a:solidFill>
                <a:schemeClr val="bg1"/>
              </a:solidFill>
              <a:latin typeface="HRSD Gov" pitchFamily="2" charset="-78"/>
              <a:ea typeface="HRSD Gov" pitchFamily="2" charset="-78"/>
              <a:cs typeface="HRSD Gov" pitchFamily="2" charset="-78"/>
            </a:endParaRPr>
          </a:p>
        </p:txBody>
      </p:sp>
      <p:sp>
        <p:nvSpPr>
          <p:cNvPr id="23" name="Subtitle 2">
            <a:extLst>
              <a:ext uri="{FF2B5EF4-FFF2-40B4-BE49-F238E27FC236}">
                <a16:creationId xmlns:a16="http://schemas.microsoft.com/office/drawing/2014/main" id="{422B3CFB-6129-AE41-B2D6-A222778C5907}"/>
              </a:ext>
            </a:extLst>
          </p:cNvPr>
          <p:cNvSpPr>
            <a:spLocks noGrp="1"/>
          </p:cNvSpPr>
          <p:nvPr>
            <p:ph type="subTitle" idx="1" hasCustomPrompt="1"/>
          </p:nvPr>
        </p:nvSpPr>
        <p:spPr>
          <a:xfrm>
            <a:off x="3341914" y="3682797"/>
            <a:ext cx="8420097" cy="896443"/>
          </a:xfrm>
        </p:spPr>
        <p:txBody>
          <a:bodyPr>
            <a:normAutofit/>
          </a:bodyPr>
          <a:lstStyle>
            <a:lvl1pPr marL="0" indent="0" algn="r">
              <a:buNone/>
              <a:defRPr sz="2000" b="0" i="0">
                <a:solidFill>
                  <a:schemeClr val="bg1"/>
                </a:solidFill>
                <a:latin typeface="HRSD Gov" pitchFamily="2" charset="-78"/>
                <a:ea typeface="HRSD Gov" pitchFamily="2" charset="-78"/>
                <a:cs typeface="HRSD Gov"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انقر لتحرير النص</a:t>
            </a:r>
          </a:p>
        </p:txBody>
      </p:sp>
      <p:sp>
        <p:nvSpPr>
          <p:cNvPr id="3" name="TextBox 2">
            <a:extLst>
              <a:ext uri="{FF2B5EF4-FFF2-40B4-BE49-F238E27FC236}">
                <a16:creationId xmlns:a16="http://schemas.microsoft.com/office/drawing/2014/main" id="{81ED8FE9-09FE-1523-A59A-B3A35912554D}"/>
              </a:ext>
            </a:extLst>
          </p:cNvPr>
          <p:cNvSpPr txBox="1"/>
          <p:nvPr userDrawn="1"/>
        </p:nvSpPr>
        <p:spPr>
          <a:xfrm>
            <a:off x="291274" y="1755697"/>
            <a:ext cx="1697038" cy="523220"/>
          </a:xfrm>
          <a:prstGeom prst="rect">
            <a:avLst/>
          </a:prstGeom>
          <a:noFill/>
        </p:spPr>
        <p:txBody>
          <a:bodyPr wrap="square">
            <a:spAutoFit/>
          </a:bodyPr>
          <a:lstStyle/>
          <a:p>
            <a:pPr algn="ctr"/>
            <a:r>
              <a:rPr lang="ar-SA" sz="2800" b="1" i="0" kern="1200" dirty="0">
                <a:solidFill>
                  <a:schemeClr val="bg1"/>
                </a:solidFill>
                <a:latin typeface="HRSD Gov SemiBold" pitchFamily="2" charset="-78"/>
                <a:ea typeface="HRSD Gov SemiBold" pitchFamily="2" charset="-78"/>
                <a:cs typeface="HRSD Gov SemiBold" pitchFamily="2" charset="-78"/>
              </a:rPr>
              <a:t>عالية</a:t>
            </a:r>
            <a:endParaRPr lang="en-SA" sz="2800" b="1" i="0" kern="1200" dirty="0">
              <a:solidFill>
                <a:schemeClr val="bg1"/>
              </a:solidFill>
              <a:latin typeface="HRSD Gov SemiBold" pitchFamily="2" charset="-78"/>
              <a:ea typeface="HRSD Gov SemiBold" pitchFamily="2" charset="-78"/>
              <a:cs typeface="HRSD Gov SemiBold" pitchFamily="2" charset="-78"/>
            </a:endParaRPr>
          </a:p>
        </p:txBody>
      </p:sp>
      <p:sp>
        <p:nvSpPr>
          <p:cNvPr id="5" name="TextBox 4">
            <a:extLst>
              <a:ext uri="{FF2B5EF4-FFF2-40B4-BE49-F238E27FC236}">
                <a16:creationId xmlns:a16="http://schemas.microsoft.com/office/drawing/2014/main" id="{DF58833B-E2A3-2B74-971D-D1F0C1D80176}"/>
              </a:ext>
            </a:extLst>
          </p:cNvPr>
          <p:cNvSpPr txBox="1"/>
          <p:nvPr userDrawn="1"/>
        </p:nvSpPr>
        <p:spPr>
          <a:xfrm>
            <a:off x="291274" y="1447653"/>
            <a:ext cx="1697038" cy="348557"/>
          </a:xfrm>
          <a:prstGeom prst="rect">
            <a:avLst/>
          </a:prstGeom>
          <a:noFill/>
        </p:spPr>
        <p:txBody>
          <a:bodyPr wrap="square">
            <a:spAutoFit/>
          </a:bodyPr>
          <a:lstStyle/>
          <a:p>
            <a:pPr marL="0" lvl="0" indent="0" algn="ctr" defTabSz="914400" rtl="1" eaLnBrk="1" latinLnBrk="0" hangingPunct="1">
              <a:lnSpc>
                <a:spcPct val="90000"/>
              </a:lnSpc>
              <a:spcBef>
                <a:spcPts val="1000"/>
              </a:spcBef>
              <a:buFont typeface="Arial" panose="020B0604020202020204" pitchFamily="34" charset="0"/>
              <a:buNone/>
            </a:pPr>
            <a:r>
              <a:rPr lang="ar-SA" sz="1800" b="0" i="0" kern="1200" dirty="0">
                <a:solidFill>
                  <a:schemeClr val="bg1"/>
                </a:solidFill>
                <a:latin typeface="HRSD Gov Medium" pitchFamily="2" charset="-78"/>
                <a:ea typeface="HRSD Gov Medium" pitchFamily="2" charset="-78"/>
                <a:cs typeface="HRSD Gov Medium" pitchFamily="2" charset="-78"/>
              </a:rPr>
              <a:t>درجة سرية العرض</a:t>
            </a:r>
            <a:endParaRPr lang="en-SA" sz="1800" b="0" i="0" kern="1200" dirty="0">
              <a:solidFill>
                <a:schemeClr val="bg1"/>
              </a:solidFill>
              <a:latin typeface="HRSD Gov Medium" pitchFamily="2" charset="-78"/>
              <a:ea typeface="HRSD Gov Medium" pitchFamily="2" charset="-78"/>
              <a:cs typeface="HRSD Gov Medium" pitchFamily="2" charset="-78"/>
            </a:endParaRPr>
          </a:p>
        </p:txBody>
      </p:sp>
      <p:sp>
        <p:nvSpPr>
          <p:cNvPr id="10" name="TextBox 9">
            <a:extLst>
              <a:ext uri="{FF2B5EF4-FFF2-40B4-BE49-F238E27FC236}">
                <a16:creationId xmlns:a16="http://schemas.microsoft.com/office/drawing/2014/main" id="{568287E5-E49D-E438-9D4A-1B926A620DFB}"/>
              </a:ext>
            </a:extLst>
          </p:cNvPr>
          <p:cNvSpPr txBox="1"/>
          <p:nvPr userDrawn="1"/>
        </p:nvSpPr>
        <p:spPr>
          <a:xfrm>
            <a:off x="284119" y="6309268"/>
            <a:ext cx="3085246" cy="230832"/>
          </a:xfrm>
          <a:prstGeom prst="rect">
            <a:avLst/>
          </a:prstGeom>
          <a:noFill/>
        </p:spPr>
        <p:txBody>
          <a:bodyPr wrap="square" rtlCol="0">
            <a:spAutoFit/>
          </a:bodyPr>
          <a:lstStyle/>
          <a:p>
            <a:pPr marL="0" algn="l" defTabSz="914400" rtl="1" eaLnBrk="1" latinLnBrk="0" hangingPunct="1"/>
            <a:r>
              <a:rPr lang="ar-SA" sz="900" b="0" i="0" kern="1200" dirty="0">
                <a:solidFill>
                  <a:schemeClr val="bg1"/>
                </a:solidFill>
                <a:latin typeface="HRSD Gov" pitchFamily="2" charset="-78"/>
                <a:ea typeface="HRSD Gov" pitchFamily="2" charset="-78"/>
                <a:cs typeface="HRSD Gov" pitchFamily="2" charset="-78"/>
              </a:rPr>
              <a:t>جميع الحقوق محفوظه لوزارة الموارد البشرية والتنمية الاجتماعية © </a:t>
            </a:r>
            <a:r>
              <a:rPr lang="en-US" sz="900" b="0" i="0" kern="1200" dirty="0">
                <a:solidFill>
                  <a:schemeClr val="bg1"/>
                </a:solidFill>
                <a:latin typeface="HRSD Gov" pitchFamily="2" charset="-78"/>
                <a:ea typeface="HRSD Gov" pitchFamily="2" charset="-78"/>
                <a:cs typeface="HRSD Gov" pitchFamily="2" charset="-78"/>
              </a:rPr>
              <a:t>2025</a:t>
            </a:r>
            <a:endParaRPr lang="ar-SA" sz="900" b="0" i="0" kern="1200" dirty="0">
              <a:solidFill>
                <a:schemeClr val="bg1"/>
              </a:solidFill>
              <a:latin typeface="HRSD Gov" pitchFamily="2" charset="-78"/>
              <a:ea typeface="HRSD Gov" pitchFamily="2" charset="-78"/>
              <a:cs typeface="HRSD Gov" pitchFamily="2" charset="-78"/>
            </a:endParaRPr>
          </a:p>
        </p:txBody>
      </p:sp>
    </p:spTree>
    <p:extLst>
      <p:ext uri="{BB962C8B-B14F-4D97-AF65-F5344CB8AC3E}">
        <p14:creationId xmlns:p14="http://schemas.microsoft.com/office/powerpoint/2010/main" val="31587162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14" name="شكل حر 206">
            <a:extLst>
              <a:ext uri="{FF2B5EF4-FFF2-40B4-BE49-F238E27FC236}">
                <a16:creationId xmlns:a16="http://schemas.microsoft.com/office/drawing/2014/main" id="{D87107D1-57D6-BC75-09AE-46E22E0F6D69}"/>
              </a:ext>
            </a:extLst>
          </p:cNvPr>
          <p:cNvSpPr/>
          <p:nvPr userDrawn="1"/>
        </p:nvSpPr>
        <p:spPr>
          <a:xfrm>
            <a:off x="5069522" y="5142420"/>
            <a:ext cx="7122477" cy="1708721"/>
          </a:xfrm>
          <a:custGeom>
            <a:avLst/>
            <a:gdLst>
              <a:gd name="connsiteX0" fmla="*/ 7122478 w 7122477"/>
              <a:gd name="connsiteY0" fmla="*/ 0 h 1708721"/>
              <a:gd name="connsiteX1" fmla="*/ 0 w 7122477"/>
              <a:gd name="connsiteY1" fmla="*/ 1708722 h 1708721"/>
            </a:gdLst>
            <a:ahLst/>
            <a:cxnLst>
              <a:cxn ang="0">
                <a:pos x="connsiteX0" y="connsiteY0"/>
              </a:cxn>
              <a:cxn ang="0">
                <a:pos x="connsiteX1" y="connsiteY1"/>
              </a:cxn>
            </a:cxnLst>
            <a:rect l="l" t="t" r="r" b="b"/>
            <a:pathLst>
              <a:path w="7122477" h="1708721">
                <a:moveTo>
                  <a:pt x="7122478" y="0"/>
                </a:moveTo>
                <a:cubicBezTo>
                  <a:pt x="7122478" y="0"/>
                  <a:pt x="3634931" y="205930"/>
                  <a:pt x="0" y="1708722"/>
                </a:cubicBezTo>
              </a:path>
            </a:pathLst>
          </a:custGeom>
          <a:noFill/>
          <a:ln w="14542" cap="flat">
            <a:solidFill>
              <a:schemeClr val="accent5"/>
            </a:solidFill>
            <a:prstDash val="solid"/>
            <a:miter/>
          </a:ln>
        </p:spPr>
        <p:txBody>
          <a:bodyPr rtlCol="1" anchor="ctr"/>
          <a:lstStyle/>
          <a:p>
            <a:endParaRPr lang="ar-SA"/>
          </a:p>
        </p:txBody>
      </p:sp>
      <p:pic>
        <p:nvPicPr>
          <p:cNvPr id="7" name="Picture 6">
            <a:extLst>
              <a:ext uri="{FF2B5EF4-FFF2-40B4-BE49-F238E27FC236}">
                <a16:creationId xmlns:a16="http://schemas.microsoft.com/office/drawing/2014/main" id="{AC08D97E-F857-AC3B-1C8B-19C7F9F8D94F}"/>
              </a:ext>
            </a:extLst>
          </p:cNvPr>
          <p:cNvPicPr>
            <a:picLocks noChangeAspect="1"/>
          </p:cNvPicPr>
          <p:nvPr userDrawn="1"/>
        </p:nvPicPr>
        <p:blipFill>
          <a:blip r:embed="rId2"/>
          <a:stretch>
            <a:fillRect/>
          </a:stretch>
        </p:blipFill>
        <p:spPr>
          <a:xfrm>
            <a:off x="9762785" y="347935"/>
            <a:ext cx="2049572" cy="633504"/>
          </a:xfrm>
          <a:prstGeom prst="rect">
            <a:avLst/>
          </a:prstGeom>
        </p:spPr>
      </p:pic>
      <p:sp>
        <p:nvSpPr>
          <p:cNvPr id="6" name="Title 1">
            <a:extLst>
              <a:ext uri="{FF2B5EF4-FFF2-40B4-BE49-F238E27FC236}">
                <a16:creationId xmlns:a16="http://schemas.microsoft.com/office/drawing/2014/main" id="{D8502558-807A-D77A-8647-44B6373C4C49}"/>
              </a:ext>
            </a:extLst>
          </p:cNvPr>
          <p:cNvSpPr>
            <a:spLocks noGrp="1"/>
          </p:cNvSpPr>
          <p:nvPr>
            <p:ph type="ctrTitle" hasCustomPrompt="1"/>
          </p:nvPr>
        </p:nvSpPr>
        <p:spPr>
          <a:xfrm>
            <a:off x="3341914" y="2682122"/>
            <a:ext cx="8420096" cy="896444"/>
          </a:xfrm>
        </p:spPr>
        <p:txBody>
          <a:bodyPr anchor="b">
            <a:normAutofit/>
          </a:bodyPr>
          <a:lstStyle>
            <a:lvl1pPr algn="r">
              <a:defRPr sz="4000" b="1" i="0">
                <a:solidFill>
                  <a:schemeClr val="bg2"/>
                </a:solidFill>
                <a:latin typeface="HRSD Gov Title Title" pitchFamily="2" charset="-78"/>
                <a:ea typeface="HRSD Gov Title Title" pitchFamily="2" charset="-78"/>
                <a:cs typeface="HRSD Gov Title Title" pitchFamily="2" charset="-78"/>
              </a:defRPr>
            </a:lvl1pPr>
          </a:lstStyle>
          <a:p>
            <a:r>
              <a:rPr lang="ar-SA" dirty="0"/>
              <a:t>مثال للعنوان الرئيسي للعرض التقديمي</a:t>
            </a:r>
            <a:endParaRPr lang="en-SA" dirty="0"/>
          </a:p>
        </p:txBody>
      </p:sp>
      <p:sp>
        <p:nvSpPr>
          <p:cNvPr id="15" name="Text Placeholder 3">
            <a:extLst>
              <a:ext uri="{FF2B5EF4-FFF2-40B4-BE49-F238E27FC236}">
                <a16:creationId xmlns:a16="http://schemas.microsoft.com/office/drawing/2014/main" id="{61E48885-001F-4ED8-7E26-AF627D85FC21}"/>
              </a:ext>
            </a:extLst>
          </p:cNvPr>
          <p:cNvSpPr>
            <a:spLocks noGrp="1"/>
          </p:cNvSpPr>
          <p:nvPr>
            <p:ph type="body" sz="quarter" idx="15" hasCustomPrompt="1"/>
          </p:nvPr>
        </p:nvSpPr>
        <p:spPr>
          <a:xfrm>
            <a:off x="10526700" y="5917599"/>
            <a:ext cx="1235310" cy="287438"/>
          </a:xfrm>
        </p:spPr>
        <p:txBody>
          <a:bodyPr anchor="ctr">
            <a:noAutofit/>
          </a:bodyPr>
          <a:lstStyle>
            <a:lvl1pPr marL="0" indent="0">
              <a:buNone/>
              <a:defRPr sz="1200">
                <a:solidFill>
                  <a:schemeClr val="bg1"/>
                </a:solidFill>
              </a:defRPr>
            </a:lvl1pPr>
          </a:lstStyle>
          <a:p>
            <a:r>
              <a:rPr lang="en-US" dirty="0"/>
              <a:t>Date 2023/00/00</a:t>
            </a:r>
          </a:p>
        </p:txBody>
      </p:sp>
      <p:sp>
        <p:nvSpPr>
          <p:cNvPr id="2" name="شكل حر 160">
            <a:extLst>
              <a:ext uri="{FF2B5EF4-FFF2-40B4-BE49-F238E27FC236}">
                <a16:creationId xmlns:a16="http://schemas.microsoft.com/office/drawing/2014/main" id="{8EE36C52-DED1-8097-2049-B1BBE1819BCD}"/>
              </a:ext>
            </a:extLst>
          </p:cNvPr>
          <p:cNvSpPr/>
          <p:nvPr userDrawn="1"/>
        </p:nvSpPr>
        <p:spPr>
          <a:xfrm>
            <a:off x="0" y="1627628"/>
            <a:ext cx="2279586" cy="1305178"/>
          </a:xfrm>
          <a:custGeom>
            <a:avLst/>
            <a:gdLst>
              <a:gd name="connsiteX0" fmla="*/ 0 w 2279586"/>
              <a:gd name="connsiteY0" fmla="*/ 914336 h 1305178"/>
              <a:gd name="connsiteX1" fmla="*/ 2279587 w 2279586"/>
              <a:gd name="connsiteY1" fmla="*/ 1305179 h 1305178"/>
              <a:gd name="connsiteX2" fmla="*/ 2279587 w 2279586"/>
              <a:gd name="connsiteY2" fmla="*/ 0 h 1305178"/>
              <a:gd name="connsiteX3" fmla="*/ 0 w 2279586"/>
              <a:gd name="connsiteY3" fmla="*/ 136716 h 1305178"/>
              <a:gd name="connsiteX4" fmla="*/ 0 w 2279586"/>
              <a:gd name="connsiteY4" fmla="*/ 914400 h 1305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586" h="1305178">
                <a:moveTo>
                  <a:pt x="0" y="914336"/>
                </a:moveTo>
                <a:cubicBezTo>
                  <a:pt x="0" y="914336"/>
                  <a:pt x="1139190" y="911352"/>
                  <a:pt x="2279587" y="1305179"/>
                </a:cubicBezTo>
                <a:lnTo>
                  <a:pt x="2279587" y="0"/>
                </a:lnTo>
                <a:cubicBezTo>
                  <a:pt x="1529779" y="89408"/>
                  <a:pt x="769049" y="135255"/>
                  <a:pt x="0" y="136716"/>
                </a:cubicBezTo>
                <a:lnTo>
                  <a:pt x="0" y="914400"/>
                </a:lnTo>
                <a:close/>
              </a:path>
            </a:pathLst>
          </a:custGeom>
          <a:solidFill>
            <a:schemeClr val="accent5"/>
          </a:solidFill>
          <a:ln w="0" cap="flat">
            <a:noFill/>
            <a:prstDash val="solid"/>
            <a:miter/>
          </a:ln>
        </p:spPr>
        <p:txBody>
          <a:bodyPr rtlCol="1" anchor="ctr"/>
          <a:lstStyle/>
          <a:p>
            <a:pPr marL="0" algn="r" defTabSz="914400" rtl="1" eaLnBrk="1" latinLnBrk="0" hangingPunct="1"/>
            <a:endParaRPr lang="ar-SA">
              <a:solidFill>
                <a:schemeClr val="accent2"/>
              </a:solidFill>
            </a:endParaRPr>
          </a:p>
        </p:txBody>
      </p:sp>
      <p:sp>
        <p:nvSpPr>
          <p:cNvPr id="4" name="شكل حر 161">
            <a:extLst>
              <a:ext uri="{FF2B5EF4-FFF2-40B4-BE49-F238E27FC236}">
                <a16:creationId xmlns:a16="http://schemas.microsoft.com/office/drawing/2014/main" id="{69A1FC85-4934-49D7-279E-6AB3CD68FAF7}"/>
              </a:ext>
            </a:extLst>
          </p:cNvPr>
          <p:cNvSpPr/>
          <p:nvPr userDrawn="1"/>
        </p:nvSpPr>
        <p:spPr>
          <a:xfrm>
            <a:off x="0" y="0"/>
            <a:ext cx="2279586" cy="1784223"/>
          </a:xfrm>
          <a:custGeom>
            <a:avLst/>
            <a:gdLst>
              <a:gd name="connsiteX0" fmla="*/ 0 w 2279586"/>
              <a:gd name="connsiteY0" fmla="*/ 0 h 1784223"/>
              <a:gd name="connsiteX1" fmla="*/ 0 w 2279586"/>
              <a:gd name="connsiteY1" fmla="*/ 1784223 h 1784223"/>
              <a:gd name="connsiteX2" fmla="*/ 2279587 w 2279586"/>
              <a:gd name="connsiteY2" fmla="*/ 1647571 h 1784223"/>
              <a:gd name="connsiteX3" fmla="*/ 2279587 w 2279586"/>
              <a:gd name="connsiteY3" fmla="*/ 0 h 1784223"/>
              <a:gd name="connsiteX4" fmla="*/ 0 w 2279586"/>
              <a:gd name="connsiteY4" fmla="*/ 0 h 1784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586" h="1784223">
                <a:moveTo>
                  <a:pt x="0" y="0"/>
                </a:moveTo>
                <a:lnTo>
                  <a:pt x="0" y="1784223"/>
                </a:lnTo>
                <a:cubicBezTo>
                  <a:pt x="769049" y="1782763"/>
                  <a:pt x="1529779" y="1736916"/>
                  <a:pt x="2279587" y="1647571"/>
                </a:cubicBezTo>
                <a:lnTo>
                  <a:pt x="2279587" y="0"/>
                </a:lnTo>
                <a:lnTo>
                  <a:pt x="0" y="0"/>
                </a:lnTo>
                <a:close/>
              </a:path>
            </a:pathLst>
          </a:custGeom>
          <a:solidFill>
            <a:schemeClr val="accent5"/>
          </a:solidFill>
          <a:ln w="0" cap="flat">
            <a:noFill/>
            <a:prstDash val="solid"/>
            <a:miter/>
          </a:ln>
        </p:spPr>
        <p:txBody>
          <a:bodyPr rtlCol="1" anchor="ctr"/>
          <a:lstStyle/>
          <a:p>
            <a:pPr marL="0" algn="r" defTabSz="914400" rtl="1" eaLnBrk="1" latinLnBrk="0" hangingPunct="1"/>
            <a:endParaRPr lang="ar-SA">
              <a:highlight>
                <a:srgbClr val="002D44"/>
              </a:highlight>
            </a:endParaRPr>
          </a:p>
        </p:txBody>
      </p:sp>
      <p:cxnSp>
        <p:nvCxnSpPr>
          <p:cNvPr id="8" name="Straight Connector 7">
            <a:extLst>
              <a:ext uri="{FF2B5EF4-FFF2-40B4-BE49-F238E27FC236}">
                <a16:creationId xmlns:a16="http://schemas.microsoft.com/office/drawing/2014/main" id="{F8E52B6F-1E96-A296-B7DD-0B39583AF062}"/>
              </a:ext>
            </a:extLst>
          </p:cNvPr>
          <p:cNvCxnSpPr/>
          <p:nvPr userDrawn="1"/>
        </p:nvCxnSpPr>
        <p:spPr>
          <a:xfrm>
            <a:off x="359571" y="1206573"/>
            <a:ext cx="156044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 Placeholder 22">
            <a:extLst>
              <a:ext uri="{FF2B5EF4-FFF2-40B4-BE49-F238E27FC236}">
                <a16:creationId xmlns:a16="http://schemas.microsoft.com/office/drawing/2014/main" id="{F47019B6-07C2-3329-29E7-93D84D9BE864}"/>
              </a:ext>
            </a:extLst>
          </p:cNvPr>
          <p:cNvSpPr>
            <a:spLocks noGrp="1"/>
          </p:cNvSpPr>
          <p:nvPr>
            <p:ph type="body" sz="quarter" idx="12" hasCustomPrompt="1"/>
          </p:nvPr>
        </p:nvSpPr>
        <p:spPr>
          <a:xfrm>
            <a:off x="291274" y="712533"/>
            <a:ext cx="1697037" cy="252413"/>
          </a:xfrm>
        </p:spPr>
        <p:txBody>
          <a:bodyPr anchor="ctr"/>
          <a:lstStyle>
            <a:lvl1pPr marL="0" indent="0" algn="ctr">
              <a:buNone/>
              <a:defRPr lang="en-SA" sz="2800" b="1" i="0" kern="1200" dirty="0">
                <a:solidFill>
                  <a:schemeClr val="bg1"/>
                </a:solidFill>
                <a:latin typeface="HRSD Gov SemiBold" pitchFamily="2" charset="-78"/>
                <a:ea typeface="HRSD Gov SemiBold" pitchFamily="2" charset="-78"/>
                <a:cs typeface="HRSD Gov SemiBold" pitchFamily="2" charset="-78"/>
              </a:defRPr>
            </a:lvl1pPr>
          </a:lstStyle>
          <a:p>
            <a:pPr lvl="0"/>
            <a:r>
              <a:rPr lang="en-US" dirty="0"/>
              <a:t>0.1</a:t>
            </a:r>
            <a:endParaRPr lang="en-SA" dirty="0"/>
          </a:p>
        </p:txBody>
      </p:sp>
      <p:sp>
        <p:nvSpPr>
          <p:cNvPr id="20" name="Text Placeholder 30">
            <a:extLst>
              <a:ext uri="{FF2B5EF4-FFF2-40B4-BE49-F238E27FC236}">
                <a16:creationId xmlns:a16="http://schemas.microsoft.com/office/drawing/2014/main" id="{243F00C0-03E4-868C-531E-A5E153506055}"/>
              </a:ext>
            </a:extLst>
          </p:cNvPr>
          <p:cNvSpPr>
            <a:spLocks noGrp="1"/>
          </p:cNvSpPr>
          <p:nvPr>
            <p:ph type="body" sz="quarter" idx="17" hasCustomPrompt="1"/>
          </p:nvPr>
        </p:nvSpPr>
        <p:spPr>
          <a:xfrm>
            <a:off x="291274" y="358773"/>
            <a:ext cx="1697037" cy="275614"/>
          </a:xfrm>
        </p:spPr>
        <p:txBody>
          <a:bodyPr>
            <a:noAutofit/>
          </a:bodyPr>
          <a:lstStyle>
            <a:lvl1pPr marL="0" indent="0" algn="ctr">
              <a:buNone/>
              <a:defRPr sz="1800" b="0" i="0">
                <a:solidFill>
                  <a:schemeClr val="bg1"/>
                </a:solidFill>
                <a:latin typeface="HRSD Gov Medium" pitchFamily="2" charset="-78"/>
                <a:ea typeface="HRSD Gov Medium" pitchFamily="2" charset="-78"/>
                <a:cs typeface="HRSD Gov Medium" pitchFamily="2" charset="-78"/>
              </a:defRPr>
            </a:lvl1pPr>
          </a:lstStyle>
          <a:p>
            <a:pPr lvl="0"/>
            <a:r>
              <a:rPr lang="ar-SA" dirty="0"/>
              <a:t>نسخة</a:t>
            </a:r>
            <a:endParaRPr lang="en-SA" dirty="0"/>
          </a:p>
        </p:txBody>
      </p:sp>
      <p:sp>
        <p:nvSpPr>
          <p:cNvPr id="5" name="TextBox 4">
            <a:extLst>
              <a:ext uri="{FF2B5EF4-FFF2-40B4-BE49-F238E27FC236}">
                <a16:creationId xmlns:a16="http://schemas.microsoft.com/office/drawing/2014/main" id="{AE3103AC-55B1-19E8-CA90-57130E4F4FDD}"/>
              </a:ext>
            </a:extLst>
          </p:cNvPr>
          <p:cNvSpPr txBox="1"/>
          <p:nvPr userDrawn="1"/>
        </p:nvSpPr>
        <p:spPr>
          <a:xfrm>
            <a:off x="10708256" y="6309268"/>
            <a:ext cx="1053753" cy="230832"/>
          </a:xfrm>
          <a:prstGeom prst="rect">
            <a:avLst/>
          </a:prstGeom>
          <a:noFill/>
        </p:spPr>
        <p:txBody>
          <a:bodyPr wrap="square" rtlCol="0">
            <a:spAutoFit/>
          </a:bodyPr>
          <a:lstStyle/>
          <a:p>
            <a:pPr marL="0" algn="r" defTabSz="914400" rtl="1" eaLnBrk="1" latinLnBrk="0" hangingPunct="1"/>
            <a:r>
              <a:rPr lang="en-US" sz="900" b="0" i="0" kern="1200" dirty="0" err="1">
                <a:solidFill>
                  <a:schemeClr val="bg1"/>
                </a:solidFill>
                <a:latin typeface="HRSD Gov" pitchFamily="2" charset="-78"/>
                <a:ea typeface="HRSD Gov" pitchFamily="2" charset="-78"/>
                <a:cs typeface="HRSD Gov" pitchFamily="2" charset="-78"/>
              </a:rPr>
              <a:t>www.hrsd.gov.sa</a:t>
            </a:r>
            <a:endParaRPr lang="en-US" sz="900" b="0" i="0" kern="1200" dirty="0">
              <a:solidFill>
                <a:schemeClr val="bg1"/>
              </a:solidFill>
              <a:latin typeface="HRSD Gov" pitchFamily="2" charset="-78"/>
              <a:ea typeface="HRSD Gov" pitchFamily="2" charset="-78"/>
              <a:cs typeface="HRSD Gov" pitchFamily="2" charset="-78"/>
            </a:endParaRPr>
          </a:p>
        </p:txBody>
      </p:sp>
      <p:sp>
        <p:nvSpPr>
          <p:cNvPr id="11" name="Subtitle 2">
            <a:extLst>
              <a:ext uri="{FF2B5EF4-FFF2-40B4-BE49-F238E27FC236}">
                <a16:creationId xmlns:a16="http://schemas.microsoft.com/office/drawing/2014/main" id="{5DD0630F-2A96-3538-F679-9AB0B321F0DD}"/>
              </a:ext>
            </a:extLst>
          </p:cNvPr>
          <p:cNvSpPr>
            <a:spLocks noGrp="1"/>
          </p:cNvSpPr>
          <p:nvPr>
            <p:ph type="subTitle" idx="1" hasCustomPrompt="1"/>
          </p:nvPr>
        </p:nvSpPr>
        <p:spPr>
          <a:xfrm>
            <a:off x="3341914" y="3682797"/>
            <a:ext cx="8420097" cy="896443"/>
          </a:xfrm>
        </p:spPr>
        <p:txBody>
          <a:bodyPr>
            <a:normAutofit/>
          </a:bodyPr>
          <a:lstStyle>
            <a:lvl1pPr marL="0" indent="0" algn="r">
              <a:buNone/>
              <a:defRPr sz="2000" b="0" i="0">
                <a:solidFill>
                  <a:schemeClr val="bg1"/>
                </a:solidFill>
                <a:latin typeface="HRSD Gov" pitchFamily="2" charset="-78"/>
                <a:ea typeface="HRSD Gov" pitchFamily="2" charset="-78"/>
                <a:cs typeface="HRSD Gov"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انقر لتحرير النص</a:t>
            </a:r>
          </a:p>
        </p:txBody>
      </p:sp>
      <p:sp>
        <p:nvSpPr>
          <p:cNvPr id="3" name="TextBox 2">
            <a:extLst>
              <a:ext uri="{FF2B5EF4-FFF2-40B4-BE49-F238E27FC236}">
                <a16:creationId xmlns:a16="http://schemas.microsoft.com/office/drawing/2014/main" id="{DF4EB5DB-D02A-DE22-AAD0-263FCBE41BFE}"/>
              </a:ext>
            </a:extLst>
          </p:cNvPr>
          <p:cNvSpPr txBox="1"/>
          <p:nvPr userDrawn="1"/>
        </p:nvSpPr>
        <p:spPr>
          <a:xfrm>
            <a:off x="291274" y="1755697"/>
            <a:ext cx="1697038" cy="523220"/>
          </a:xfrm>
          <a:prstGeom prst="rect">
            <a:avLst/>
          </a:prstGeom>
          <a:noFill/>
        </p:spPr>
        <p:txBody>
          <a:bodyPr wrap="square">
            <a:spAutoFit/>
          </a:bodyPr>
          <a:lstStyle/>
          <a:p>
            <a:pPr algn="ctr"/>
            <a:r>
              <a:rPr lang="ar-SA" sz="2800" b="1" i="0" kern="1200" dirty="0">
                <a:solidFill>
                  <a:schemeClr val="bg1"/>
                </a:solidFill>
                <a:latin typeface="HRSD Gov SemiBold" pitchFamily="2" charset="-78"/>
                <a:ea typeface="HRSD Gov SemiBold" pitchFamily="2" charset="-78"/>
                <a:cs typeface="HRSD Gov SemiBold" pitchFamily="2" charset="-78"/>
              </a:rPr>
              <a:t>متوسطة</a:t>
            </a:r>
          </a:p>
        </p:txBody>
      </p:sp>
      <p:sp>
        <p:nvSpPr>
          <p:cNvPr id="10" name="TextBox 9">
            <a:extLst>
              <a:ext uri="{FF2B5EF4-FFF2-40B4-BE49-F238E27FC236}">
                <a16:creationId xmlns:a16="http://schemas.microsoft.com/office/drawing/2014/main" id="{D538F56F-3F90-FB82-4F77-D4FA29A5FE5A}"/>
              </a:ext>
            </a:extLst>
          </p:cNvPr>
          <p:cNvSpPr txBox="1"/>
          <p:nvPr userDrawn="1"/>
        </p:nvSpPr>
        <p:spPr>
          <a:xfrm>
            <a:off x="291274" y="1447653"/>
            <a:ext cx="1697038" cy="348557"/>
          </a:xfrm>
          <a:prstGeom prst="rect">
            <a:avLst/>
          </a:prstGeom>
          <a:noFill/>
        </p:spPr>
        <p:txBody>
          <a:bodyPr wrap="square">
            <a:spAutoFit/>
          </a:bodyPr>
          <a:lstStyle/>
          <a:p>
            <a:pPr marL="0" lvl="0" indent="0" algn="ctr" defTabSz="914400" rtl="1" eaLnBrk="1" latinLnBrk="0" hangingPunct="1">
              <a:lnSpc>
                <a:spcPct val="90000"/>
              </a:lnSpc>
              <a:spcBef>
                <a:spcPts val="1000"/>
              </a:spcBef>
              <a:buFont typeface="Arial" panose="020B0604020202020204" pitchFamily="34" charset="0"/>
              <a:buNone/>
            </a:pPr>
            <a:r>
              <a:rPr lang="ar-SA" sz="1800" b="0" i="0" kern="1200" dirty="0">
                <a:solidFill>
                  <a:schemeClr val="bg1"/>
                </a:solidFill>
                <a:latin typeface="HRSD Gov Medium" pitchFamily="2" charset="-78"/>
                <a:ea typeface="HRSD Gov Medium" pitchFamily="2" charset="-78"/>
                <a:cs typeface="HRSD Gov Medium" pitchFamily="2" charset="-78"/>
              </a:rPr>
              <a:t>درجة سرية العرض</a:t>
            </a:r>
            <a:endParaRPr lang="en-SA" sz="1800" b="0" i="0" kern="1200" dirty="0">
              <a:solidFill>
                <a:schemeClr val="bg1"/>
              </a:solidFill>
              <a:latin typeface="HRSD Gov Medium" pitchFamily="2" charset="-78"/>
              <a:ea typeface="HRSD Gov Medium" pitchFamily="2" charset="-78"/>
              <a:cs typeface="HRSD Gov Medium" pitchFamily="2" charset="-78"/>
            </a:endParaRPr>
          </a:p>
        </p:txBody>
      </p:sp>
      <p:sp>
        <p:nvSpPr>
          <p:cNvPr id="12" name="TextBox 11">
            <a:extLst>
              <a:ext uri="{FF2B5EF4-FFF2-40B4-BE49-F238E27FC236}">
                <a16:creationId xmlns:a16="http://schemas.microsoft.com/office/drawing/2014/main" id="{B79DD88A-6A29-9E00-5A64-DE389590BD96}"/>
              </a:ext>
            </a:extLst>
          </p:cNvPr>
          <p:cNvSpPr txBox="1"/>
          <p:nvPr userDrawn="1"/>
        </p:nvSpPr>
        <p:spPr>
          <a:xfrm>
            <a:off x="284119" y="6309268"/>
            <a:ext cx="3085246" cy="230832"/>
          </a:xfrm>
          <a:prstGeom prst="rect">
            <a:avLst/>
          </a:prstGeom>
          <a:noFill/>
        </p:spPr>
        <p:txBody>
          <a:bodyPr wrap="square" rtlCol="0">
            <a:spAutoFit/>
          </a:bodyPr>
          <a:lstStyle/>
          <a:p>
            <a:pPr marL="0" algn="l" defTabSz="914400" rtl="1" eaLnBrk="1" latinLnBrk="0" hangingPunct="1"/>
            <a:r>
              <a:rPr lang="ar-SA" sz="900" b="0" i="0" kern="1200" dirty="0">
                <a:solidFill>
                  <a:schemeClr val="bg1"/>
                </a:solidFill>
                <a:latin typeface="HRSD Gov" pitchFamily="2" charset="-78"/>
                <a:ea typeface="HRSD Gov" pitchFamily="2" charset="-78"/>
                <a:cs typeface="HRSD Gov" pitchFamily="2" charset="-78"/>
              </a:rPr>
              <a:t>جميع الحقوق محفوظه لوزارة الموارد البشرية والتنمية الاجتماعية © </a:t>
            </a:r>
            <a:r>
              <a:rPr lang="en-US" sz="900" b="0" i="0" kern="1200" dirty="0">
                <a:solidFill>
                  <a:schemeClr val="bg1"/>
                </a:solidFill>
                <a:latin typeface="HRSD Gov" pitchFamily="2" charset="-78"/>
                <a:ea typeface="HRSD Gov" pitchFamily="2" charset="-78"/>
                <a:cs typeface="HRSD Gov" pitchFamily="2" charset="-78"/>
              </a:rPr>
              <a:t>2025</a:t>
            </a:r>
            <a:endParaRPr lang="ar-SA" sz="900" b="0" i="0" kern="1200" dirty="0">
              <a:solidFill>
                <a:schemeClr val="bg1"/>
              </a:solidFill>
              <a:latin typeface="HRSD Gov" pitchFamily="2" charset="-78"/>
              <a:ea typeface="HRSD Gov" pitchFamily="2" charset="-78"/>
              <a:cs typeface="HRSD Gov" pitchFamily="2" charset="-78"/>
            </a:endParaRPr>
          </a:p>
        </p:txBody>
      </p:sp>
    </p:spTree>
    <p:extLst>
      <p:ext uri="{BB962C8B-B14F-4D97-AF65-F5344CB8AC3E}">
        <p14:creationId xmlns:p14="http://schemas.microsoft.com/office/powerpoint/2010/main" val="4094941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14" name="شكل حر 206">
            <a:extLst>
              <a:ext uri="{FF2B5EF4-FFF2-40B4-BE49-F238E27FC236}">
                <a16:creationId xmlns:a16="http://schemas.microsoft.com/office/drawing/2014/main" id="{D87107D1-57D6-BC75-09AE-46E22E0F6D69}"/>
              </a:ext>
            </a:extLst>
          </p:cNvPr>
          <p:cNvSpPr/>
          <p:nvPr userDrawn="1"/>
        </p:nvSpPr>
        <p:spPr>
          <a:xfrm>
            <a:off x="5069522" y="5142420"/>
            <a:ext cx="7122477" cy="1708721"/>
          </a:xfrm>
          <a:custGeom>
            <a:avLst/>
            <a:gdLst>
              <a:gd name="connsiteX0" fmla="*/ 7122478 w 7122477"/>
              <a:gd name="connsiteY0" fmla="*/ 0 h 1708721"/>
              <a:gd name="connsiteX1" fmla="*/ 0 w 7122477"/>
              <a:gd name="connsiteY1" fmla="*/ 1708722 h 1708721"/>
            </a:gdLst>
            <a:ahLst/>
            <a:cxnLst>
              <a:cxn ang="0">
                <a:pos x="connsiteX0" y="connsiteY0"/>
              </a:cxn>
              <a:cxn ang="0">
                <a:pos x="connsiteX1" y="connsiteY1"/>
              </a:cxn>
            </a:cxnLst>
            <a:rect l="l" t="t" r="r" b="b"/>
            <a:pathLst>
              <a:path w="7122477" h="1708721">
                <a:moveTo>
                  <a:pt x="7122478" y="0"/>
                </a:moveTo>
                <a:cubicBezTo>
                  <a:pt x="7122478" y="0"/>
                  <a:pt x="3634931" y="205930"/>
                  <a:pt x="0" y="1708722"/>
                </a:cubicBezTo>
              </a:path>
            </a:pathLst>
          </a:custGeom>
          <a:noFill/>
          <a:ln w="14542" cap="flat">
            <a:solidFill>
              <a:schemeClr val="accent5"/>
            </a:solidFill>
            <a:prstDash val="solid"/>
            <a:miter/>
          </a:ln>
        </p:spPr>
        <p:txBody>
          <a:bodyPr rtlCol="1" anchor="ctr"/>
          <a:lstStyle/>
          <a:p>
            <a:endParaRPr lang="ar-SA"/>
          </a:p>
        </p:txBody>
      </p:sp>
      <p:pic>
        <p:nvPicPr>
          <p:cNvPr id="7" name="Picture 6">
            <a:extLst>
              <a:ext uri="{FF2B5EF4-FFF2-40B4-BE49-F238E27FC236}">
                <a16:creationId xmlns:a16="http://schemas.microsoft.com/office/drawing/2014/main" id="{AC08D97E-F857-AC3B-1C8B-19C7F9F8D94F}"/>
              </a:ext>
            </a:extLst>
          </p:cNvPr>
          <p:cNvPicPr>
            <a:picLocks noChangeAspect="1"/>
          </p:cNvPicPr>
          <p:nvPr userDrawn="1"/>
        </p:nvPicPr>
        <p:blipFill>
          <a:blip r:embed="rId2"/>
          <a:stretch>
            <a:fillRect/>
          </a:stretch>
        </p:blipFill>
        <p:spPr>
          <a:xfrm>
            <a:off x="9762785" y="347935"/>
            <a:ext cx="2049572" cy="633504"/>
          </a:xfrm>
          <a:prstGeom prst="rect">
            <a:avLst/>
          </a:prstGeom>
        </p:spPr>
      </p:pic>
      <p:sp>
        <p:nvSpPr>
          <p:cNvPr id="6" name="Title 1">
            <a:extLst>
              <a:ext uri="{FF2B5EF4-FFF2-40B4-BE49-F238E27FC236}">
                <a16:creationId xmlns:a16="http://schemas.microsoft.com/office/drawing/2014/main" id="{D8502558-807A-D77A-8647-44B6373C4C49}"/>
              </a:ext>
            </a:extLst>
          </p:cNvPr>
          <p:cNvSpPr>
            <a:spLocks noGrp="1"/>
          </p:cNvSpPr>
          <p:nvPr>
            <p:ph type="ctrTitle" hasCustomPrompt="1"/>
          </p:nvPr>
        </p:nvSpPr>
        <p:spPr>
          <a:xfrm>
            <a:off x="3341914" y="2682122"/>
            <a:ext cx="8420096" cy="896444"/>
          </a:xfrm>
        </p:spPr>
        <p:txBody>
          <a:bodyPr anchor="b">
            <a:normAutofit/>
          </a:bodyPr>
          <a:lstStyle>
            <a:lvl1pPr algn="r">
              <a:defRPr sz="4000" b="1" i="0">
                <a:solidFill>
                  <a:schemeClr val="bg2"/>
                </a:solidFill>
                <a:latin typeface="HRSD Gov Title Title" pitchFamily="2" charset="-78"/>
                <a:ea typeface="HRSD Gov Title Title" pitchFamily="2" charset="-78"/>
                <a:cs typeface="HRSD Gov Title Title" pitchFamily="2" charset="-78"/>
              </a:defRPr>
            </a:lvl1pPr>
          </a:lstStyle>
          <a:p>
            <a:r>
              <a:rPr lang="ar-SA" dirty="0"/>
              <a:t>مثال للعنوان الرئيسي للعرض التقديمي</a:t>
            </a:r>
            <a:endParaRPr lang="en-SA" dirty="0"/>
          </a:p>
        </p:txBody>
      </p:sp>
      <p:sp>
        <p:nvSpPr>
          <p:cNvPr id="15" name="Text Placeholder 3">
            <a:extLst>
              <a:ext uri="{FF2B5EF4-FFF2-40B4-BE49-F238E27FC236}">
                <a16:creationId xmlns:a16="http://schemas.microsoft.com/office/drawing/2014/main" id="{61E48885-001F-4ED8-7E26-AF627D85FC21}"/>
              </a:ext>
            </a:extLst>
          </p:cNvPr>
          <p:cNvSpPr>
            <a:spLocks noGrp="1"/>
          </p:cNvSpPr>
          <p:nvPr>
            <p:ph type="body" sz="quarter" idx="15" hasCustomPrompt="1"/>
          </p:nvPr>
        </p:nvSpPr>
        <p:spPr>
          <a:xfrm>
            <a:off x="10526700" y="5917599"/>
            <a:ext cx="1235310" cy="287438"/>
          </a:xfrm>
        </p:spPr>
        <p:txBody>
          <a:bodyPr anchor="ctr">
            <a:noAutofit/>
          </a:bodyPr>
          <a:lstStyle>
            <a:lvl1pPr marL="0" indent="0">
              <a:buNone/>
              <a:defRPr sz="1200">
                <a:solidFill>
                  <a:schemeClr val="bg1"/>
                </a:solidFill>
              </a:defRPr>
            </a:lvl1pPr>
          </a:lstStyle>
          <a:p>
            <a:r>
              <a:rPr lang="en-US" dirty="0"/>
              <a:t>Date 2023/00/00</a:t>
            </a:r>
          </a:p>
        </p:txBody>
      </p:sp>
      <p:sp>
        <p:nvSpPr>
          <p:cNvPr id="2" name="شكل حر 160">
            <a:extLst>
              <a:ext uri="{FF2B5EF4-FFF2-40B4-BE49-F238E27FC236}">
                <a16:creationId xmlns:a16="http://schemas.microsoft.com/office/drawing/2014/main" id="{8EE36C52-DED1-8097-2049-B1BBE1819BCD}"/>
              </a:ext>
            </a:extLst>
          </p:cNvPr>
          <p:cNvSpPr/>
          <p:nvPr userDrawn="1"/>
        </p:nvSpPr>
        <p:spPr>
          <a:xfrm>
            <a:off x="0" y="1627628"/>
            <a:ext cx="2279586" cy="1305178"/>
          </a:xfrm>
          <a:custGeom>
            <a:avLst/>
            <a:gdLst>
              <a:gd name="connsiteX0" fmla="*/ 0 w 2279586"/>
              <a:gd name="connsiteY0" fmla="*/ 914336 h 1305178"/>
              <a:gd name="connsiteX1" fmla="*/ 2279587 w 2279586"/>
              <a:gd name="connsiteY1" fmla="*/ 1305179 h 1305178"/>
              <a:gd name="connsiteX2" fmla="*/ 2279587 w 2279586"/>
              <a:gd name="connsiteY2" fmla="*/ 0 h 1305178"/>
              <a:gd name="connsiteX3" fmla="*/ 0 w 2279586"/>
              <a:gd name="connsiteY3" fmla="*/ 136716 h 1305178"/>
              <a:gd name="connsiteX4" fmla="*/ 0 w 2279586"/>
              <a:gd name="connsiteY4" fmla="*/ 914400 h 1305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586" h="1305178">
                <a:moveTo>
                  <a:pt x="0" y="914336"/>
                </a:moveTo>
                <a:cubicBezTo>
                  <a:pt x="0" y="914336"/>
                  <a:pt x="1139190" y="911352"/>
                  <a:pt x="2279587" y="1305179"/>
                </a:cubicBezTo>
                <a:lnTo>
                  <a:pt x="2279587" y="0"/>
                </a:lnTo>
                <a:cubicBezTo>
                  <a:pt x="1529779" y="89408"/>
                  <a:pt x="769049" y="135255"/>
                  <a:pt x="0" y="136716"/>
                </a:cubicBezTo>
                <a:lnTo>
                  <a:pt x="0" y="914400"/>
                </a:lnTo>
                <a:close/>
              </a:path>
            </a:pathLst>
          </a:custGeom>
          <a:solidFill>
            <a:schemeClr val="accent4"/>
          </a:solidFill>
          <a:ln w="0" cap="flat">
            <a:noFill/>
            <a:prstDash val="solid"/>
            <a:miter/>
          </a:ln>
        </p:spPr>
        <p:txBody>
          <a:bodyPr rtlCol="1" anchor="ctr"/>
          <a:lstStyle/>
          <a:p>
            <a:pPr marL="0" algn="r" defTabSz="914400" rtl="1" eaLnBrk="1" latinLnBrk="0" hangingPunct="1"/>
            <a:endParaRPr lang="ar-SA">
              <a:solidFill>
                <a:schemeClr val="accent2"/>
              </a:solidFill>
            </a:endParaRPr>
          </a:p>
        </p:txBody>
      </p:sp>
      <p:sp>
        <p:nvSpPr>
          <p:cNvPr id="4" name="شكل حر 161">
            <a:extLst>
              <a:ext uri="{FF2B5EF4-FFF2-40B4-BE49-F238E27FC236}">
                <a16:creationId xmlns:a16="http://schemas.microsoft.com/office/drawing/2014/main" id="{69A1FC85-4934-49D7-279E-6AB3CD68FAF7}"/>
              </a:ext>
            </a:extLst>
          </p:cNvPr>
          <p:cNvSpPr/>
          <p:nvPr userDrawn="1"/>
        </p:nvSpPr>
        <p:spPr>
          <a:xfrm>
            <a:off x="0" y="0"/>
            <a:ext cx="2279586" cy="1784223"/>
          </a:xfrm>
          <a:custGeom>
            <a:avLst/>
            <a:gdLst>
              <a:gd name="connsiteX0" fmla="*/ 0 w 2279586"/>
              <a:gd name="connsiteY0" fmla="*/ 0 h 1784223"/>
              <a:gd name="connsiteX1" fmla="*/ 0 w 2279586"/>
              <a:gd name="connsiteY1" fmla="*/ 1784223 h 1784223"/>
              <a:gd name="connsiteX2" fmla="*/ 2279587 w 2279586"/>
              <a:gd name="connsiteY2" fmla="*/ 1647571 h 1784223"/>
              <a:gd name="connsiteX3" fmla="*/ 2279587 w 2279586"/>
              <a:gd name="connsiteY3" fmla="*/ 0 h 1784223"/>
              <a:gd name="connsiteX4" fmla="*/ 0 w 2279586"/>
              <a:gd name="connsiteY4" fmla="*/ 0 h 1784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586" h="1784223">
                <a:moveTo>
                  <a:pt x="0" y="0"/>
                </a:moveTo>
                <a:lnTo>
                  <a:pt x="0" y="1784223"/>
                </a:lnTo>
                <a:cubicBezTo>
                  <a:pt x="769049" y="1782763"/>
                  <a:pt x="1529779" y="1736916"/>
                  <a:pt x="2279587" y="1647571"/>
                </a:cubicBezTo>
                <a:lnTo>
                  <a:pt x="2279587" y="0"/>
                </a:lnTo>
                <a:lnTo>
                  <a:pt x="0" y="0"/>
                </a:lnTo>
                <a:close/>
              </a:path>
            </a:pathLst>
          </a:custGeom>
          <a:solidFill>
            <a:schemeClr val="accent4"/>
          </a:solidFill>
          <a:ln w="0" cap="flat">
            <a:noFill/>
            <a:prstDash val="solid"/>
            <a:miter/>
          </a:ln>
        </p:spPr>
        <p:txBody>
          <a:bodyPr rtlCol="1" anchor="ctr"/>
          <a:lstStyle/>
          <a:p>
            <a:pPr marL="0" algn="r" defTabSz="914400" rtl="1" eaLnBrk="1" latinLnBrk="0" hangingPunct="1"/>
            <a:endParaRPr lang="ar-SA">
              <a:highlight>
                <a:srgbClr val="002D44"/>
              </a:highlight>
            </a:endParaRPr>
          </a:p>
        </p:txBody>
      </p:sp>
      <p:cxnSp>
        <p:nvCxnSpPr>
          <p:cNvPr id="8" name="Straight Connector 7">
            <a:extLst>
              <a:ext uri="{FF2B5EF4-FFF2-40B4-BE49-F238E27FC236}">
                <a16:creationId xmlns:a16="http://schemas.microsoft.com/office/drawing/2014/main" id="{F8E52B6F-1E96-A296-B7DD-0B39583AF062}"/>
              </a:ext>
            </a:extLst>
          </p:cNvPr>
          <p:cNvCxnSpPr/>
          <p:nvPr userDrawn="1"/>
        </p:nvCxnSpPr>
        <p:spPr>
          <a:xfrm>
            <a:off x="359571" y="1206573"/>
            <a:ext cx="156044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 Placeholder 22">
            <a:extLst>
              <a:ext uri="{FF2B5EF4-FFF2-40B4-BE49-F238E27FC236}">
                <a16:creationId xmlns:a16="http://schemas.microsoft.com/office/drawing/2014/main" id="{F47019B6-07C2-3329-29E7-93D84D9BE864}"/>
              </a:ext>
            </a:extLst>
          </p:cNvPr>
          <p:cNvSpPr>
            <a:spLocks noGrp="1"/>
          </p:cNvSpPr>
          <p:nvPr>
            <p:ph type="body" sz="quarter" idx="12" hasCustomPrompt="1"/>
          </p:nvPr>
        </p:nvSpPr>
        <p:spPr>
          <a:xfrm>
            <a:off x="291274" y="712533"/>
            <a:ext cx="1697037" cy="252413"/>
          </a:xfrm>
        </p:spPr>
        <p:txBody>
          <a:bodyPr anchor="ctr"/>
          <a:lstStyle>
            <a:lvl1pPr marL="0" indent="0" algn="ctr">
              <a:buNone/>
              <a:defRPr lang="en-SA" sz="2800" b="1" i="0" kern="1200" dirty="0">
                <a:solidFill>
                  <a:schemeClr val="bg1"/>
                </a:solidFill>
                <a:latin typeface="HRSD Gov SemiBold" pitchFamily="2" charset="-78"/>
                <a:ea typeface="HRSD Gov SemiBold" pitchFamily="2" charset="-78"/>
                <a:cs typeface="HRSD Gov SemiBold" pitchFamily="2" charset="-78"/>
              </a:defRPr>
            </a:lvl1pPr>
          </a:lstStyle>
          <a:p>
            <a:pPr lvl="0"/>
            <a:r>
              <a:rPr lang="en-US" dirty="0"/>
              <a:t>0.1</a:t>
            </a:r>
            <a:endParaRPr lang="en-SA" dirty="0"/>
          </a:p>
        </p:txBody>
      </p:sp>
      <p:sp>
        <p:nvSpPr>
          <p:cNvPr id="20" name="Text Placeholder 30">
            <a:extLst>
              <a:ext uri="{FF2B5EF4-FFF2-40B4-BE49-F238E27FC236}">
                <a16:creationId xmlns:a16="http://schemas.microsoft.com/office/drawing/2014/main" id="{243F00C0-03E4-868C-531E-A5E153506055}"/>
              </a:ext>
            </a:extLst>
          </p:cNvPr>
          <p:cNvSpPr>
            <a:spLocks noGrp="1"/>
          </p:cNvSpPr>
          <p:nvPr>
            <p:ph type="body" sz="quarter" idx="17" hasCustomPrompt="1"/>
          </p:nvPr>
        </p:nvSpPr>
        <p:spPr>
          <a:xfrm>
            <a:off x="291274" y="358773"/>
            <a:ext cx="1697037" cy="275614"/>
          </a:xfrm>
        </p:spPr>
        <p:txBody>
          <a:bodyPr>
            <a:noAutofit/>
          </a:bodyPr>
          <a:lstStyle>
            <a:lvl1pPr marL="0" indent="0" algn="ctr">
              <a:buNone/>
              <a:defRPr sz="1800" b="0" i="0">
                <a:solidFill>
                  <a:schemeClr val="bg1"/>
                </a:solidFill>
                <a:latin typeface="HRSD Gov Medium" pitchFamily="2" charset="-78"/>
                <a:ea typeface="HRSD Gov Medium" pitchFamily="2" charset="-78"/>
                <a:cs typeface="HRSD Gov Medium" pitchFamily="2" charset="-78"/>
              </a:defRPr>
            </a:lvl1pPr>
          </a:lstStyle>
          <a:p>
            <a:pPr lvl="0"/>
            <a:r>
              <a:rPr lang="ar-SA" dirty="0"/>
              <a:t>نسخة</a:t>
            </a:r>
            <a:endParaRPr lang="en-SA" dirty="0"/>
          </a:p>
        </p:txBody>
      </p:sp>
      <p:sp>
        <p:nvSpPr>
          <p:cNvPr id="5" name="TextBox 4">
            <a:extLst>
              <a:ext uri="{FF2B5EF4-FFF2-40B4-BE49-F238E27FC236}">
                <a16:creationId xmlns:a16="http://schemas.microsoft.com/office/drawing/2014/main" id="{7450FC88-2FCB-3E6A-50FB-A168854F7EA5}"/>
              </a:ext>
            </a:extLst>
          </p:cNvPr>
          <p:cNvSpPr txBox="1"/>
          <p:nvPr userDrawn="1"/>
        </p:nvSpPr>
        <p:spPr>
          <a:xfrm>
            <a:off x="10708256" y="6309268"/>
            <a:ext cx="1053753" cy="230832"/>
          </a:xfrm>
          <a:prstGeom prst="rect">
            <a:avLst/>
          </a:prstGeom>
          <a:noFill/>
        </p:spPr>
        <p:txBody>
          <a:bodyPr wrap="square" rtlCol="0">
            <a:spAutoFit/>
          </a:bodyPr>
          <a:lstStyle/>
          <a:p>
            <a:pPr marL="0" algn="r" defTabSz="914400" rtl="1" eaLnBrk="1" latinLnBrk="0" hangingPunct="1"/>
            <a:r>
              <a:rPr lang="en-US" sz="900" b="0" i="0" kern="1200" dirty="0" err="1">
                <a:solidFill>
                  <a:schemeClr val="bg1"/>
                </a:solidFill>
                <a:latin typeface="HRSD Gov" pitchFamily="2" charset="-78"/>
                <a:ea typeface="HRSD Gov" pitchFamily="2" charset="-78"/>
                <a:cs typeface="HRSD Gov" pitchFamily="2" charset="-78"/>
              </a:rPr>
              <a:t>www.hrsd.gov.sa</a:t>
            </a:r>
            <a:endParaRPr lang="en-US" sz="900" b="0" i="0" kern="1200" dirty="0">
              <a:solidFill>
                <a:schemeClr val="bg1"/>
              </a:solidFill>
              <a:latin typeface="HRSD Gov" pitchFamily="2" charset="-78"/>
              <a:ea typeface="HRSD Gov" pitchFamily="2" charset="-78"/>
              <a:cs typeface="HRSD Gov" pitchFamily="2" charset="-78"/>
            </a:endParaRPr>
          </a:p>
        </p:txBody>
      </p:sp>
      <p:sp>
        <p:nvSpPr>
          <p:cNvPr id="11" name="Subtitle 2">
            <a:extLst>
              <a:ext uri="{FF2B5EF4-FFF2-40B4-BE49-F238E27FC236}">
                <a16:creationId xmlns:a16="http://schemas.microsoft.com/office/drawing/2014/main" id="{D116BDD8-FAAE-0C61-9AFA-17FE99AEA132}"/>
              </a:ext>
            </a:extLst>
          </p:cNvPr>
          <p:cNvSpPr>
            <a:spLocks noGrp="1"/>
          </p:cNvSpPr>
          <p:nvPr>
            <p:ph type="subTitle" idx="1" hasCustomPrompt="1"/>
          </p:nvPr>
        </p:nvSpPr>
        <p:spPr>
          <a:xfrm>
            <a:off x="3341914" y="3682797"/>
            <a:ext cx="8420097" cy="896443"/>
          </a:xfrm>
        </p:spPr>
        <p:txBody>
          <a:bodyPr>
            <a:normAutofit/>
          </a:bodyPr>
          <a:lstStyle>
            <a:lvl1pPr marL="0" indent="0" algn="r">
              <a:buNone/>
              <a:defRPr sz="2000" b="0" i="0">
                <a:solidFill>
                  <a:schemeClr val="bg1"/>
                </a:solidFill>
                <a:latin typeface="HRSD Gov" pitchFamily="2" charset="-78"/>
                <a:ea typeface="HRSD Gov" pitchFamily="2" charset="-78"/>
                <a:cs typeface="HRSD Gov"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انقر لتحرير النص</a:t>
            </a:r>
          </a:p>
        </p:txBody>
      </p:sp>
      <p:sp>
        <p:nvSpPr>
          <p:cNvPr id="3" name="TextBox 2">
            <a:extLst>
              <a:ext uri="{FF2B5EF4-FFF2-40B4-BE49-F238E27FC236}">
                <a16:creationId xmlns:a16="http://schemas.microsoft.com/office/drawing/2014/main" id="{8950D61D-45C3-A513-AD08-84CFE0F71E07}"/>
              </a:ext>
            </a:extLst>
          </p:cNvPr>
          <p:cNvSpPr txBox="1"/>
          <p:nvPr userDrawn="1"/>
        </p:nvSpPr>
        <p:spPr>
          <a:xfrm>
            <a:off x="291274" y="1755697"/>
            <a:ext cx="1697038" cy="523220"/>
          </a:xfrm>
          <a:prstGeom prst="rect">
            <a:avLst/>
          </a:prstGeom>
          <a:noFill/>
        </p:spPr>
        <p:txBody>
          <a:bodyPr wrap="square">
            <a:spAutoFit/>
          </a:bodyPr>
          <a:lstStyle/>
          <a:p>
            <a:pPr algn="ctr"/>
            <a:r>
              <a:rPr lang="ar-SA" sz="2800" b="1" i="0" kern="1200" dirty="0">
                <a:solidFill>
                  <a:schemeClr val="bg1"/>
                </a:solidFill>
                <a:latin typeface="HRSD Gov SemiBold" pitchFamily="2" charset="-78"/>
                <a:ea typeface="HRSD Gov SemiBold" pitchFamily="2" charset="-78"/>
                <a:cs typeface="HRSD Gov SemiBold" pitchFamily="2" charset="-78"/>
              </a:rPr>
              <a:t>منخفضة</a:t>
            </a:r>
          </a:p>
        </p:txBody>
      </p:sp>
      <p:sp>
        <p:nvSpPr>
          <p:cNvPr id="10" name="TextBox 9">
            <a:extLst>
              <a:ext uri="{FF2B5EF4-FFF2-40B4-BE49-F238E27FC236}">
                <a16:creationId xmlns:a16="http://schemas.microsoft.com/office/drawing/2014/main" id="{8FC609EE-B4BB-0AE5-B08F-B212ED375B83}"/>
              </a:ext>
            </a:extLst>
          </p:cNvPr>
          <p:cNvSpPr txBox="1"/>
          <p:nvPr userDrawn="1"/>
        </p:nvSpPr>
        <p:spPr>
          <a:xfrm>
            <a:off x="291274" y="1447653"/>
            <a:ext cx="1697038" cy="348557"/>
          </a:xfrm>
          <a:prstGeom prst="rect">
            <a:avLst/>
          </a:prstGeom>
          <a:noFill/>
        </p:spPr>
        <p:txBody>
          <a:bodyPr wrap="square">
            <a:spAutoFit/>
          </a:bodyPr>
          <a:lstStyle/>
          <a:p>
            <a:pPr marL="0" lvl="0" indent="0" algn="ctr" defTabSz="914400" rtl="1" eaLnBrk="1" latinLnBrk="0" hangingPunct="1">
              <a:lnSpc>
                <a:spcPct val="90000"/>
              </a:lnSpc>
              <a:spcBef>
                <a:spcPts val="1000"/>
              </a:spcBef>
              <a:buFont typeface="Arial" panose="020B0604020202020204" pitchFamily="34" charset="0"/>
              <a:buNone/>
            </a:pPr>
            <a:r>
              <a:rPr lang="ar-SA" sz="1800" b="0" i="0" kern="1200" dirty="0">
                <a:solidFill>
                  <a:schemeClr val="bg1"/>
                </a:solidFill>
                <a:latin typeface="HRSD Gov Medium" pitchFamily="2" charset="-78"/>
                <a:ea typeface="HRSD Gov Medium" pitchFamily="2" charset="-78"/>
                <a:cs typeface="HRSD Gov Medium" pitchFamily="2" charset="-78"/>
              </a:rPr>
              <a:t>درجة سرية العرض</a:t>
            </a:r>
            <a:endParaRPr lang="en-SA" sz="1800" b="0" i="0" kern="1200" dirty="0">
              <a:solidFill>
                <a:schemeClr val="bg1"/>
              </a:solidFill>
              <a:latin typeface="HRSD Gov Medium" pitchFamily="2" charset="-78"/>
              <a:ea typeface="HRSD Gov Medium" pitchFamily="2" charset="-78"/>
              <a:cs typeface="HRSD Gov Medium" pitchFamily="2" charset="-78"/>
            </a:endParaRPr>
          </a:p>
        </p:txBody>
      </p:sp>
      <p:sp>
        <p:nvSpPr>
          <p:cNvPr id="12" name="TextBox 11">
            <a:extLst>
              <a:ext uri="{FF2B5EF4-FFF2-40B4-BE49-F238E27FC236}">
                <a16:creationId xmlns:a16="http://schemas.microsoft.com/office/drawing/2014/main" id="{7BAD25BC-6205-C835-DB23-76B820F6D3D9}"/>
              </a:ext>
            </a:extLst>
          </p:cNvPr>
          <p:cNvSpPr txBox="1"/>
          <p:nvPr userDrawn="1"/>
        </p:nvSpPr>
        <p:spPr>
          <a:xfrm>
            <a:off x="284119" y="6309268"/>
            <a:ext cx="3085246" cy="230832"/>
          </a:xfrm>
          <a:prstGeom prst="rect">
            <a:avLst/>
          </a:prstGeom>
          <a:noFill/>
        </p:spPr>
        <p:txBody>
          <a:bodyPr wrap="square" rtlCol="0">
            <a:spAutoFit/>
          </a:bodyPr>
          <a:lstStyle/>
          <a:p>
            <a:pPr marL="0" algn="l" defTabSz="914400" rtl="1" eaLnBrk="1" latinLnBrk="0" hangingPunct="1"/>
            <a:r>
              <a:rPr lang="ar-SA" sz="900" b="0" i="0" kern="1200" dirty="0">
                <a:solidFill>
                  <a:schemeClr val="bg1"/>
                </a:solidFill>
                <a:latin typeface="HRSD Gov" pitchFamily="2" charset="-78"/>
                <a:ea typeface="HRSD Gov" pitchFamily="2" charset="-78"/>
                <a:cs typeface="HRSD Gov" pitchFamily="2" charset="-78"/>
              </a:rPr>
              <a:t>جميع الحقوق محفوظه لوزارة الموارد البشرية والتنمية الاجتماعية © </a:t>
            </a:r>
            <a:r>
              <a:rPr lang="en-US" sz="900" b="0" i="0" kern="1200" dirty="0">
                <a:solidFill>
                  <a:schemeClr val="bg1"/>
                </a:solidFill>
                <a:latin typeface="HRSD Gov" pitchFamily="2" charset="-78"/>
                <a:ea typeface="HRSD Gov" pitchFamily="2" charset="-78"/>
                <a:cs typeface="HRSD Gov" pitchFamily="2" charset="-78"/>
              </a:rPr>
              <a:t>2025</a:t>
            </a:r>
            <a:endParaRPr lang="ar-SA" sz="900" b="0" i="0" kern="1200" dirty="0">
              <a:solidFill>
                <a:schemeClr val="bg1"/>
              </a:solidFill>
              <a:latin typeface="HRSD Gov" pitchFamily="2" charset="-78"/>
              <a:ea typeface="HRSD Gov" pitchFamily="2" charset="-78"/>
              <a:cs typeface="HRSD Gov" pitchFamily="2" charset="-78"/>
            </a:endParaRPr>
          </a:p>
        </p:txBody>
      </p:sp>
    </p:spTree>
    <p:extLst>
      <p:ext uri="{BB962C8B-B14F-4D97-AF65-F5344CB8AC3E}">
        <p14:creationId xmlns:p14="http://schemas.microsoft.com/office/powerpoint/2010/main" val="15282150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pic>
        <p:nvPicPr>
          <p:cNvPr id="11" name="Picture 10" descr="A couple of people looking at a city&#10;&#10;Description automatically generated">
            <a:extLst>
              <a:ext uri="{FF2B5EF4-FFF2-40B4-BE49-F238E27FC236}">
                <a16:creationId xmlns:a16="http://schemas.microsoft.com/office/drawing/2014/main" id="{211091E8-50F7-0E80-A11B-9069E5B5A7FE}"/>
              </a:ext>
            </a:extLst>
          </p:cNvPr>
          <p:cNvPicPr>
            <a:picLocks noChangeAspect="1"/>
          </p:cNvPicPr>
          <p:nvPr userDrawn="1"/>
        </p:nvPicPr>
        <p:blipFill>
          <a:blip r:embed="rId2"/>
          <a:stretch>
            <a:fillRect/>
          </a:stretch>
        </p:blipFill>
        <p:spPr>
          <a:xfrm>
            <a:off x="-9614" y="-16957"/>
            <a:ext cx="12261944" cy="6924392"/>
          </a:xfrm>
          <a:prstGeom prst="rect">
            <a:avLst/>
          </a:prstGeom>
        </p:spPr>
      </p:pic>
      <p:sp>
        <p:nvSpPr>
          <p:cNvPr id="9" name="Rectangle 8">
            <a:extLst>
              <a:ext uri="{FF2B5EF4-FFF2-40B4-BE49-F238E27FC236}">
                <a16:creationId xmlns:a16="http://schemas.microsoft.com/office/drawing/2014/main" id="{3AE3045E-E7FE-8EE6-5333-A8663DA37086}"/>
              </a:ext>
            </a:extLst>
          </p:cNvPr>
          <p:cNvSpPr/>
          <p:nvPr userDrawn="1"/>
        </p:nvSpPr>
        <p:spPr>
          <a:xfrm>
            <a:off x="-34955" y="-26257"/>
            <a:ext cx="12287285" cy="6933692"/>
          </a:xfrm>
          <a:prstGeom prst="rect">
            <a:avLst/>
          </a:prstGeom>
          <a:solidFill>
            <a:schemeClr val="accent1">
              <a:alpha val="2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SA" dirty="0"/>
          </a:p>
        </p:txBody>
      </p:sp>
      <p:sp>
        <p:nvSpPr>
          <p:cNvPr id="17" name="شكل حر 8">
            <a:extLst>
              <a:ext uri="{FF2B5EF4-FFF2-40B4-BE49-F238E27FC236}">
                <a16:creationId xmlns:a16="http://schemas.microsoft.com/office/drawing/2014/main" id="{220C9226-2DD7-E129-2EBB-C9CE3052BE21}"/>
              </a:ext>
            </a:extLst>
          </p:cNvPr>
          <p:cNvSpPr/>
          <p:nvPr userDrawn="1"/>
        </p:nvSpPr>
        <p:spPr>
          <a:xfrm>
            <a:off x="-9614" y="4929040"/>
            <a:ext cx="10032809" cy="1979421"/>
          </a:xfrm>
          <a:custGeom>
            <a:avLst/>
            <a:gdLst>
              <a:gd name="connsiteX0" fmla="*/ 10032746 w 10032809"/>
              <a:gd name="connsiteY0" fmla="*/ 1979422 h 1979421"/>
              <a:gd name="connsiteX1" fmla="*/ 0 w 10032809"/>
              <a:gd name="connsiteY1" fmla="*/ 1979422 h 1979421"/>
              <a:gd name="connsiteX2" fmla="*/ 0 w 10032809"/>
              <a:gd name="connsiteY2" fmla="*/ 0 h 1979421"/>
              <a:gd name="connsiteX3" fmla="*/ 10032810 w 10032809"/>
              <a:gd name="connsiteY3" fmla="*/ 1170686 h 1979421"/>
              <a:gd name="connsiteX4" fmla="*/ 10032810 w 10032809"/>
              <a:gd name="connsiteY4" fmla="*/ 1979422 h 1979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2809" h="1979421">
                <a:moveTo>
                  <a:pt x="10032746" y="1979422"/>
                </a:moveTo>
                <a:lnTo>
                  <a:pt x="0" y="1979422"/>
                </a:lnTo>
                <a:lnTo>
                  <a:pt x="0" y="0"/>
                </a:lnTo>
                <a:cubicBezTo>
                  <a:pt x="4853369" y="13589"/>
                  <a:pt x="7678801" y="783590"/>
                  <a:pt x="10032810" y="1170686"/>
                </a:cubicBezTo>
                <a:lnTo>
                  <a:pt x="10032810" y="1979422"/>
                </a:lnTo>
                <a:close/>
              </a:path>
            </a:pathLst>
          </a:custGeom>
          <a:solidFill>
            <a:srgbClr val="002D44"/>
          </a:solidFill>
          <a:ln w="0" cap="flat">
            <a:noFill/>
            <a:prstDash val="solid"/>
            <a:miter/>
          </a:ln>
        </p:spPr>
        <p:txBody>
          <a:bodyPr rtlCol="1" anchor="ctr"/>
          <a:lstStyle/>
          <a:p>
            <a:pPr marL="0" algn="l" defTabSz="914400" rtl="0" eaLnBrk="1" latinLnBrk="0" hangingPunct="1"/>
            <a:endParaRPr lang="ar-SA"/>
          </a:p>
        </p:txBody>
      </p:sp>
      <p:sp>
        <p:nvSpPr>
          <p:cNvPr id="15" name="شكل حر 6">
            <a:extLst>
              <a:ext uri="{FF2B5EF4-FFF2-40B4-BE49-F238E27FC236}">
                <a16:creationId xmlns:a16="http://schemas.microsoft.com/office/drawing/2014/main" id="{1B4DFF71-AF00-2868-B7C3-B4FA1AEE978D}"/>
              </a:ext>
            </a:extLst>
          </p:cNvPr>
          <p:cNvSpPr/>
          <p:nvPr userDrawn="1"/>
        </p:nvSpPr>
        <p:spPr>
          <a:xfrm>
            <a:off x="10023195" y="6068811"/>
            <a:ext cx="2229135" cy="839650"/>
          </a:xfrm>
          <a:custGeom>
            <a:avLst/>
            <a:gdLst>
              <a:gd name="connsiteX0" fmla="*/ 0 w 2147061"/>
              <a:gd name="connsiteY0" fmla="*/ 808736 h 808735"/>
              <a:gd name="connsiteX1" fmla="*/ 0 w 2147061"/>
              <a:gd name="connsiteY1" fmla="*/ 0 h 808735"/>
              <a:gd name="connsiteX2" fmla="*/ 2147062 w 2147061"/>
              <a:gd name="connsiteY2" fmla="*/ 216472 h 808735"/>
              <a:gd name="connsiteX3" fmla="*/ 2147062 w 2147061"/>
              <a:gd name="connsiteY3" fmla="*/ 808736 h 808735"/>
              <a:gd name="connsiteX4" fmla="*/ 0 w 2147061"/>
              <a:gd name="connsiteY4" fmla="*/ 808736 h 808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7061" h="808735">
                <a:moveTo>
                  <a:pt x="0" y="808736"/>
                </a:moveTo>
                <a:lnTo>
                  <a:pt x="0" y="0"/>
                </a:lnTo>
                <a:cubicBezTo>
                  <a:pt x="746569" y="122746"/>
                  <a:pt x="1445704" y="207010"/>
                  <a:pt x="2147062" y="216472"/>
                </a:cubicBezTo>
                <a:lnTo>
                  <a:pt x="2147062" y="808736"/>
                </a:lnTo>
                <a:lnTo>
                  <a:pt x="0" y="808736"/>
                </a:lnTo>
                <a:close/>
              </a:path>
            </a:pathLst>
          </a:custGeom>
          <a:solidFill>
            <a:schemeClr val="accent2"/>
          </a:solidFill>
          <a:ln w="0" cap="flat">
            <a:noFill/>
            <a:prstDash val="solid"/>
            <a:miter/>
          </a:ln>
        </p:spPr>
        <p:txBody>
          <a:bodyPr rtlCol="1" anchor="ctr"/>
          <a:lstStyle/>
          <a:p>
            <a:pPr marL="0" algn="r" defTabSz="914400" rtl="1" eaLnBrk="1" latinLnBrk="0" hangingPunct="1"/>
            <a:endParaRPr lang="ar-SA"/>
          </a:p>
        </p:txBody>
      </p:sp>
      <p:sp>
        <p:nvSpPr>
          <p:cNvPr id="18" name="شكل حر 9">
            <a:extLst>
              <a:ext uri="{FF2B5EF4-FFF2-40B4-BE49-F238E27FC236}">
                <a16:creationId xmlns:a16="http://schemas.microsoft.com/office/drawing/2014/main" id="{B9E67FAB-6044-D208-2043-AC6FE71EF3E1}"/>
              </a:ext>
            </a:extLst>
          </p:cNvPr>
          <p:cNvSpPr/>
          <p:nvPr userDrawn="1"/>
        </p:nvSpPr>
        <p:spPr>
          <a:xfrm>
            <a:off x="10023195" y="5043974"/>
            <a:ext cx="2229135" cy="1265673"/>
          </a:xfrm>
          <a:custGeom>
            <a:avLst/>
            <a:gdLst>
              <a:gd name="connsiteX0" fmla="*/ 0 w 2147061"/>
              <a:gd name="connsiteY0" fmla="*/ 0 h 1219073"/>
              <a:gd name="connsiteX1" fmla="*/ 2147062 w 2147061"/>
              <a:gd name="connsiteY1" fmla="*/ 273622 h 1219073"/>
              <a:gd name="connsiteX2" fmla="*/ 2147062 w 2147061"/>
              <a:gd name="connsiteY2" fmla="*/ 1219073 h 1219073"/>
              <a:gd name="connsiteX3" fmla="*/ 0 w 2147061"/>
              <a:gd name="connsiteY3" fmla="*/ 1002602 h 1219073"/>
              <a:gd name="connsiteX4" fmla="*/ 0 w 2147061"/>
              <a:gd name="connsiteY4" fmla="*/ 0 h 1219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7061" h="1219073">
                <a:moveTo>
                  <a:pt x="0" y="0"/>
                </a:moveTo>
                <a:cubicBezTo>
                  <a:pt x="647064" y="164402"/>
                  <a:pt x="1516697" y="261430"/>
                  <a:pt x="2147062" y="273622"/>
                </a:cubicBezTo>
                <a:lnTo>
                  <a:pt x="2147062" y="1219073"/>
                </a:lnTo>
                <a:cubicBezTo>
                  <a:pt x="1445704" y="1209675"/>
                  <a:pt x="746569" y="1125411"/>
                  <a:pt x="0" y="1002602"/>
                </a:cubicBezTo>
                <a:lnTo>
                  <a:pt x="0" y="0"/>
                </a:lnTo>
                <a:close/>
              </a:path>
            </a:pathLst>
          </a:custGeom>
          <a:solidFill>
            <a:schemeClr val="accent2"/>
          </a:solidFill>
          <a:ln w="0" cap="flat">
            <a:noFill/>
            <a:prstDash val="solid"/>
            <a:miter/>
          </a:ln>
        </p:spPr>
        <p:txBody>
          <a:bodyPr rtlCol="1" anchor="ctr"/>
          <a:lstStyle/>
          <a:p>
            <a:pPr marL="0" algn="r" defTabSz="914400" rtl="1" eaLnBrk="1" latinLnBrk="0" hangingPunct="1"/>
            <a:endParaRPr lang="ar-SA" dirty="0"/>
          </a:p>
        </p:txBody>
      </p:sp>
      <p:sp>
        <p:nvSpPr>
          <p:cNvPr id="10" name="شكل حر 10">
            <a:extLst>
              <a:ext uri="{FF2B5EF4-FFF2-40B4-BE49-F238E27FC236}">
                <a16:creationId xmlns:a16="http://schemas.microsoft.com/office/drawing/2014/main" id="{F1411F98-D0C6-6AD8-6447-DB35F851BC7A}"/>
              </a:ext>
            </a:extLst>
          </p:cNvPr>
          <p:cNvSpPr/>
          <p:nvPr userDrawn="1"/>
        </p:nvSpPr>
        <p:spPr>
          <a:xfrm rot="21121779">
            <a:off x="-181069" y="76129"/>
            <a:ext cx="6176390" cy="1612963"/>
          </a:xfrm>
          <a:custGeom>
            <a:avLst/>
            <a:gdLst>
              <a:gd name="connsiteX0" fmla="*/ 0 w 6176390"/>
              <a:gd name="connsiteY0" fmla="*/ 1612964 h 1612963"/>
              <a:gd name="connsiteX1" fmla="*/ 6176391 w 6176390"/>
              <a:gd name="connsiteY1" fmla="*/ 0 h 1612963"/>
            </a:gdLst>
            <a:ahLst/>
            <a:cxnLst>
              <a:cxn ang="0">
                <a:pos x="connsiteX0" y="connsiteY0"/>
              </a:cxn>
              <a:cxn ang="0">
                <a:pos x="connsiteX1" y="connsiteY1"/>
              </a:cxn>
            </a:cxnLst>
            <a:rect l="l" t="t" r="r" b="b"/>
            <a:pathLst>
              <a:path w="6176390" h="1612963">
                <a:moveTo>
                  <a:pt x="0" y="1612964"/>
                </a:moveTo>
                <a:cubicBezTo>
                  <a:pt x="1275271" y="1449642"/>
                  <a:pt x="3688461" y="1028637"/>
                  <a:pt x="6176391" y="0"/>
                </a:cubicBezTo>
              </a:path>
            </a:pathLst>
          </a:custGeom>
          <a:noFill/>
          <a:ln w="14542" cap="flat">
            <a:solidFill>
              <a:schemeClr val="bg1"/>
            </a:solidFill>
            <a:prstDash val="solid"/>
            <a:miter/>
          </a:ln>
        </p:spPr>
        <p:txBody>
          <a:bodyPr rtlCol="1" anchor="ctr"/>
          <a:lstStyle/>
          <a:p>
            <a:pPr marL="0" algn="r" defTabSz="914400" rtl="1" eaLnBrk="1" latinLnBrk="0" hangingPunct="1"/>
            <a:endParaRPr lang="ar-SA"/>
          </a:p>
        </p:txBody>
      </p:sp>
      <p:pic>
        <p:nvPicPr>
          <p:cNvPr id="4" name="صورة 7">
            <a:extLst>
              <a:ext uri="{FF2B5EF4-FFF2-40B4-BE49-F238E27FC236}">
                <a16:creationId xmlns:a16="http://schemas.microsoft.com/office/drawing/2014/main" id="{2105343F-42C1-CD49-5968-EA635C75D62D}"/>
              </a:ext>
            </a:extLst>
          </p:cNvPr>
          <p:cNvPicPr>
            <a:picLocks noChangeAspect="1"/>
          </p:cNvPicPr>
          <p:nvPr userDrawn="1"/>
        </p:nvPicPr>
        <p:blipFill>
          <a:blip r:embed="rId3">
            <a:biLevel thresh="25000"/>
          </a:blip>
          <a:stretch>
            <a:fillRect/>
          </a:stretch>
        </p:blipFill>
        <p:spPr>
          <a:xfrm>
            <a:off x="9755592" y="393370"/>
            <a:ext cx="2045525" cy="613658"/>
          </a:xfrm>
          <a:prstGeom prst="rect">
            <a:avLst/>
          </a:prstGeom>
        </p:spPr>
      </p:pic>
      <p:sp>
        <p:nvSpPr>
          <p:cNvPr id="3" name="Text Placeholder 22">
            <a:extLst>
              <a:ext uri="{FF2B5EF4-FFF2-40B4-BE49-F238E27FC236}">
                <a16:creationId xmlns:a16="http://schemas.microsoft.com/office/drawing/2014/main" id="{20BA5775-2126-0E2B-8209-1A32345167EB}"/>
              </a:ext>
            </a:extLst>
          </p:cNvPr>
          <p:cNvSpPr>
            <a:spLocks noGrp="1"/>
          </p:cNvSpPr>
          <p:nvPr>
            <p:ph type="body" sz="quarter" idx="12" hasCustomPrompt="1"/>
          </p:nvPr>
        </p:nvSpPr>
        <p:spPr>
          <a:xfrm>
            <a:off x="10289244" y="6183756"/>
            <a:ext cx="1697037" cy="252413"/>
          </a:xfrm>
        </p:spPr>
        <p:txBody>
          <a:bodyPr anchor="ctr"/>
          <a:lstStyle>
            <a:lvl1pPr marL="0" indent="0" algn="ctr">
              <a:buNone/>
              <a:defRPr lang="en-SA" sz="2800" b="1" i="0" kern="1200" dirty="0">
                <a:solidFill>
                  <a:schemeClr val="bg1"/>
                </a:solidFill>
                <a:latin typeface="HRSD Gov SemiBold" pitchFamily="2" charset="-78"/>
                <a:ea typeface="HRSD Gov SemiBold" pitchFamily="2" charset="-78"/>
                <a:cs typeface="HRSD Gov SemiBold" pitchFamily="2" charset="-78"/>
              </a:defRPr>
            </a:lvl1pPr>
          </a:lstStyle>
          <a:p>
            <a:pPr lvl="0"/>
            <a:r>
              <a:rPr lang="en-US" dirty="0"/>
              <a:t>0.1</a:t>
            </a:r>
            <a:endParaRPr lang="en-SA" dirty="0"/>
          </a:p>
        </p:txBody>
      </p:sp>
      <p:sp>
        <p:nvSpPr>
          <p:cNvPr id="12" name="Text Placeholder 30">
            <a:extLst>
              <a:ext uri="{FF2B5EF4-FFF2-40B4-BE49-F238E27FC236}">
                <a16:creationId xmlns:a16="http://schemas.microsoft.com/office/drawing/2014/main" id="{94D05546-C30D-66AA-FBDF-7CF3038CFC9B}"/>
              </a:ext>
            </a:extLst>
          </p:cNvPr>
          <p:cNvSpPr>
            <a:spLocks noGrp="1"/>
          </p:cNvSpPr>
          <p:nvPr>
            <p:ph type="body" sz="quarter" idx="16" hasCustomPrompt="1"/>
          </p:nvPr>
        </p:nvSpPr>
        <p:spPr>
          <a:xfrm>
            <a:off x="10289243" y="5822790"/>
            <a:ext cx="1697037" cy="275614"/>
          </a:xfrm>
        </p:spPr>
        <p:txBody>
          <a:bodyPr>
            <a:noAutofit/>
          </a:bodyPr>
          <a:lstStyle>
            <a:lvl1pPr marL="0" indent="0" algn="ctr">
              <a:buNone/>
              <a:defRPr sz="1800" b="0" i="0">
                <a:solidFill>
                  <a:schemeClr val="bg1"/>
                </a:solidFill>
                <a:latin typeface="HRSD Gov Medium" pitchFamily="2" charset="-78"/>
                <a:ea typeface="HRSD Gov Medium" pitchFamily="2" charset="-78"/>
                <a:cs typeface="HRSD Gov Medium" pitchFamily="2" charset="-78"/>
              </a:defRPr>
            </a:lvl1pPr>
          </a:lstStyle>
          <a:p>
            <a:pPr lvl="0"/>
            <a:r>
              <a:rPr lang="ar-SA" dirty="0"/>
              <a:t>نسخة</a:t>
            </a:r>
            <a:endParaRPr lang="en-SA" dirty="0"/>
          </a:p>
        </p:txBody>
      </p:sp>
      <p:sp>
        <p:nvSpPr>
          <p:cNvPr id="19" name="Subtitle 2">
            <a:extLst>
              <a:ext uri="{FF2B5EF4-FFF2-40B4-BE49-F238E27FC236}">
                <a16:creationId xmlns:a16="http://schemas.microsoft.com/office/drawing/2014/main" id="{C637E23B-FCE0-E2BB-624F-DE796503EFE9}"/>
              </a:ext>
            </a:extLst>
          </p:cNvPr>
          <p:cNvSpPr>
            <a:spLocks noGrp="1"/>
          </p:cNvSpPr>
          <p:nvPr>
            <p:ph type="subTitle" idx="1" hasCustomPrompt="1"/>
          </p:nvPr>
        </p:nvSpPr>
        <p:spPr>
          <a:xfrm>
            <a:off x="3475123" y="3297383"/>
            <a:ext cx="8286888" cy="896443"/>
          </a:xfrm>
        </p:spPr>
        <p:txBody>
          <a:bodyPr>
            <a:normAutofit/>
          </a:bodyPr>
          <a:lstStyle>
            <a:lvl1pPr marL="0" indent="0" algn="r">
              <a:buNone/>
              <a:defRPr sz="2000" b="0" i="0">
                <a:solidFill>
                  <a:schemeClr val="bg1"/>
                </a:solidFill>
                <a:latin typeface="HRSD Gov" pitchFamily="2" charset="-78"/>
                <a:ea typeface="HRSD Gov" pitchFamily="2" charset="-78"/>
                <a:cs typeface="HRSD Gov"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انقر لتحرير النص</a:t>
            </a:r>
          </a:p>
        </p:txBody>
      </p:sp>
      <p:sp>
        <p:nvSpPr>
          <p:cNvPr id="20" name="Text Placeholder 28">
            <a:extLst>
              <a:ext uri="{FF2B5EF4-FFF2-40B4-BE49-F238E27FC236}">
                <a16:creationId xmlns:a16="http://schemas.microsoft.com/office/drawing/2014/main" id="{EA4AACDC-E575-FB6D-801F-3E8CAB9130A3}"/>
              </a:ext>
            </a:extLst>
          </p:cNvPr>
          <p:cNvSpPr>
            <a:spLocks noGrp="1"/>
          </p:cNvSpPr>
          <p:nvPr>
            <p:ph type="body" sz="quarter" idx="17" hasCustomPrompt="1"/>
          </p:nvPr>
        </p:nvSpPr>
        <p:spPr>
          <a:xfrm>
            <a:off x="5478345" y="6239695"/>
            <a:ext cx="1235310" cy="365124"/>
          </a:xfrm>
        </p:spPr>
        <p:txBody>
          <a:bodyPr anchor="ctr">
            <a:normAutofit/>
          </a:bodyPr>
          <a:lstStyle>
            <a:lvl1pPr marL="0" indent="0" algn="ctr">
              <a:buNone/>
              <a:defRPr lang="ar-SA" sz="1200" b="0" i="0" kern="1200" dirty="0">
                <a:solidFill>
                  <a:schemeClr val="bg1"/>
                </a:solidFill>
                <a:latin typeface="HRSD Gov" pitchFamily="2" charset="-78"/>
                <a:ea typeface="HRSD Gov" pitchFamily="2" charset="-78"/>
                <a:cs typeface="HRSD Gov" pitchFamily="2" charset="-78"/>
              </a:defRPr>
            </a:lvl1pPr>
          </a:lstStyle>
          <a:p>
            <a:r>
              <a:rPr lang="en-US" dirty="0"/>
              <a:t>Date 2023/00/00</a:t>
            </a:r>
            <a:endParaRPr lang="ar-SA" dirty="0"/>
          </a:p>
        </p:txBody>
      </p:sp>
      <p:sp>
        <p:nvSpPr>
          <p:cNvPr id="5" name="Title 1">
            <a:extLst>
              <a:ext uri="{FF2B5EF4-FFF2-40B4-BE49-F238E27FC236}">
                <a16:creationId xmlns:a16="http://schemas.microsoft.com/office/drawing/2014/main" id="{55135DE1-FFFB-48D1-200C-26903DEDE836}"/>
              </a:ext>
            </a:extLst>
          </p:cNvPr>
          <p:cNvSpPr>
            <a:spLocks noGrp="1"/>
          </p:cNvSpPr>
          <p:nvPr>
            <p:ph type="ctrTitle" hasCustomPrompt="1"/>
          </p:nvPr>
        </p:nvSpPr>
        <p:spPr>
          <a:xfrm>
            <a:off x="3475122" y="2354360"/>
            <a:ext cx="8286888" cy="861209"/>
          </a:xfrm>
        </p:spPr>
        <p:txBody>
          <a:bodyPr anchor="t">
            <a:normAutofit/>
          </a:bodyPr>
          <a:lstStyle>
            <a:lvl1pPr algn="r">
              <a:defRPr sz="4000" b="1" i="0">
                <a:solidFill>
                  <a:schemeClr val="bg1"/>
                </a:solidFill>
                <a:latin typeface="HRSD Gov Title Title" pitchFamily="2" charset="-78"/>
                <a:ea typeface="HRSD Gov Title Title" pitchFamily="2" charset="-78"/>
                <a:cs typeface="HRSD Gov Title Title" pitchFamily="2" charset="-78"/>
              </a:defRPr>
            </a:lvl1pPr>
          </a:lstStyle>
          <a:p>
            <a:r>
              <a:rPr lang="ar-SA" dirty="0"/>
              <a:t>مثال للعنوان الرئيسي للعرض التقديمي</a:t>
            </a:r>
            <a:endParaRPr lang="en-SA" dirty="0"/>
          </a:p>
        </p:txBody>
      </p:sp>
      <p:sp>
        <p:nvSpPr>
          <p:cNvPr id="6" name="TextBox 5">
            <a:extLst>
              <a:ext uri="{FF2B5EF4-FFF2-40B4-BE49-F238E27FC236}">
                <a16:creationId xmlns:a16="http://schemas.microsoft.com/office/drawing/2014/main" id="{A3058754-F3FB-5A2D-0DD7-E816E151E3F2}"/>
              </a:ext>
            </a:extLst>
          </p:cNvPr>
          <p:cNvSpPr txBox="1"/>
          <p:nvPr userDrawn="1"/>
        </p:nvSpPr>
        <p:spPr>
          <a:xfrm>
            <a:off x="8808192" y="6309268"/>
            <a:ext cx="1081978" cy="230832"/>
          </a:xfrm>
          <a:prstGeom prst="rect">
            <a:avLst/>
          </a:prstGeom>
          <a:noFill/>
        </p:spPr>
        <p:txBody>
          <a:bodyPr wrap="square" rtlCol="0">
            <a:spAutoFit/>
          </a:bodyPr>
          <a:lstStyle/>
          <a:p>
            <a:pPr marL="0" algn="r" defTabSz="914400" rtl="1" eaLnBrk="1" latinLnBrk="0" hangingPunct="1"/>
            <a:r>
              <a:rPr lang="en-US" sz="900" b="0" i="0" kern="1200" dirty="0" err="1">
                <a:solidFill>
                  <a:schemeClr val="bg1"/>
                </a:solidFill>
                <a:latin typeface="HRSD Gov" pitchFamily="2" charset="-78"/>
                <a:ea typeface="HRSD Gov" pitchFamily="2" charset="-78"/>
                <a:cs typeface="HRSD Gov" pitchFamily="2" charset="-78"/>
              </a:rPr>
              <a:t>www.hrsd.gov.sa</a:t>
            </a:r>
            <a:endParaRPr lang="en-US" sz="900" b="0" i="0" kern="1200" dirty="0">
              <a:solidFill>
                <a:schemeClr val="bg1"/>
              </a:solidFill>
              <a:latin typeface="HRSD Gov" pitchFamily="2" charset="-78"/>
              <a:ea typeface="HRSD Gov" pitchFamily="2" charset="-78"/>
              <a:cs typeface="HRSD Gov" pitchFamily="2" charset="-78"/>
            </a:endParaRPr>
          </a:p>
        </p:txBody>
      </p:sp>
      <p:sp>
        <p:nvSpPr>
          <p:cNvPr id="7" name="TextBox 6">
            <a:extLst>
              <a:ext uri="{FF2B5EF4-FFF2-40B4-BE49-F238E27FC236}">
                <a16:creationId xmlns:a16="http://schemas.microsoft.com/office/drawing/2014/main" id="{420B8C8A-74C5-642C-B585-DF619328B324}"/>
              </a:ext>
            </a:extLst>
          </p:cNvPr>
          <p:cNvSpPr txBox="1"/>
          <p:nvPr userDrawn="1"/>
        </p:nvSpPr>
        <p:spPr>
          <a:xfrm>
            <a:off x="284119" y="6309268"/>
            <a:ext cx="3085246" cy="230832"/>
          </a:xfrm>
          <a:prstGeom prst="rect">
            <a:avLst/>
          </a:prstGeom>
          <a:noFill/>
        </p:spPr>
        <p:txBody>
          <a:bodyPr wrap="square" rtlCol="0">
            <a:spAutoFit/>
          </a:bodyPr>
          <a:lstStyle/>
          <a:p>
            <a:pPr marL="0" algn="l" defTabSz="914400" rtl="1" eaLnBrk="1" latinLnBrk="0" hangingPunct="1"/>
            <a:r>
              <a:rPr lang="ar-SA" sz="900" b="0" i="0" kern="1200" dirty="0">
                <a:solidFill>
                  <a:schemeClr val="bg1"/>
                </a:solidFill>
                <a:latin typeface="HRSD Gov" pitchFamily="2" charset="-78"/>
                <a:ea typeface="HRSD Gov" pitchFamily="2" charset="-78"/>
                <a:cs typeface="HRSD Gov" pitchFamily="2" charset="-78"/>
              </a:rPr>
              <a:t>جميع الحقوق محفوظه لوزارة الموارد البشرية والتنمية الاجتماعية © </a:t>
            </a:r>
            <a:r>
              <a:rPr lang="en-US" sz="900" b="0" i="0" kern="1200" dirty="0">
                <a:solidFill>
                  <a:schemeClr val="bg1"/>
                </a:solidFill>
                <a:latin typeface="HRSD Gov" pitchFamily="2" charset="-78"/>
                <a:ea typeface="HRSD Gov" pitchFamily="2" charset="-78"/>
                <a:cs typeface="HRSD Gov" pitchFamily="2" charset="-78"/>
              </a:rPr>
              <a:t>2025</a:t>
            </a:r>
            <a:endParaRPr lang="ar-SA" sz="900" b="0" i="0" kern="1200" dirty="0">
              <a:solidFill>
                <a:schemeClr val="bg1"/>
              </a:solidFill>
              <a:latin typeface="HRSD Gov" pitchFamily="2" charset="-78"/>
              <a:ea typeface="HRSD Gov" pitchFamily="2" charset="-78"/>
              <a:cs typeface="HRSD Gov" pitchFamily="2" charset="-78"/>
            </a:endParaRPr>
          </a:p>
        </p:txBody>
      </p:sp>
    </p:spTree>
    <p:extLst>
      <p:ext uri="{BB962C8B-B14F-4D97-AF65-F5344CB8AC3E}">
        <p14:creationId xmlns:p14="http://schemas.microsoft.com/office/powerpoint/2010/main" val="1606469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035A68D-EA0E-8CE0-401B-430D122FD40B}"/>
              </a:ext>
            </a:extLst>
          </p:cNvPr>
          <p:cNvSpPr/>
          <p:nvPr userDrawn="1"/>
        </p:nvSpPr>
        <p:spPr>
          <a:xfrm>
            <a:off x="0" y="6986"/>
            <a:ext cx="12192000" cy="6858000"/>
          </a:xfrm>
          <a:prstGeom prst="rect">
            <a:avLst/>
          </a:prstGeom>
          <a:solidFill>
            <a:schemeClr val="bg1">
              <a:lumMod val="8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algn="ctr" defTabSz="914400" rtl="0" eaLnBrk="1" latinLnBrk="0" hangingPunct="1"/>
            <a:endParaRPr lang="en-SA" dirty="0"/>
          </a:p>
        </p:txBody>
      </p:sp>
      <p:sp>
        <p:nvSpPr>
          <p:cNvPr id="14" name="Freeform 13">
            <a:extLst>
              <a:ext uri="{FF2B5EF4-FFF2-40B4-BE49-F238E27FC236}">
                <a16:creationId xmlns:a16="http://schemas.microsoft.com/office/drawing/2014/main" id="{85110BC0-CF4C-C940-F500-F897ECC88790}"/>
              </a:ext>
            </a:extLst>
          </p:cNvPr>
          <p:cNvSpPr/>
          <p:nvPr userDrawn="1"/>
        </p:nvSpPr>
        <p:spPr>
          <a:xfrm>
            <a:off x="10287000" y="6986"/>
            <a:ext cx="1905000" cy="5668345"/>
          </a:xfrm>
          <a:custGeom>
            <a:avLst/>
            <a:gdLst>
              <a:gd name="connsiteX0" fmla="*/ 0 w 1905000"/>
              <a:gd name="connsiteY0" fmla="*/ 0 h 3947159"/>
              <a:gd name="connsiteX1" fmla="*/ 0 w 1905000"/>
              <a:gd name="connsiteY1" fmla="*/ 1807845 h 3947159"/>
              <a:gd name="connsiteX2" fmla="*/ 0 w 1905000"/>
              <a:gd name="connsiteY2" fmla="*/ 3947160 h 3947159"/>
              <a:gd name="connsiteX3" fmla="*/ 1905000 w 1905000"/>
              <a:gd name="connsiteY3" fmla="*/ 3456940 h 3947159"/>
              <a:gd name="connsiteX4" fmla="*/ 1905000 w 1905000"/>
              <a:gd name="connsiteY4" fmla="*/ 1947545 h 3947159"/>
              <a:gd name="connsiteX5" fmla="*/ 1905000 w 1905000"/>
              <a:gd name="connsiteY5" fmla="*/ 0 h 3947159"/>
              <a:gd name="connsiteX6" fmla="*/ 0 w 1905000"/>
              <a:gd name="connsiteY6" fmla="*/ 0 h 3947159"/>
              <a:gd name="connsiteX0" fmla="*/ 0 w 1905000"/>
              <a:gd name="connsiteY0" fmla="*/ 0 h 3947160"/>
              <a:gd name="connsiteX1" fmla="*/ 0 w 1905000"/>
              <a:gd name="connsiteY1" fmla="*/ 1807845 h 3947160"/>
              <a:gd name="connsiteX2" fmla="*/ 0 w 1905000"/>
              <a:gd name="connsiteY2" fmla="*/ 3947160 h 3947160"/>
              <a:gd name="connsiteX3" fmla="*/ 1891553 w 1905000"/>
              <a:gd name="connsiteY3" fmla="*/ 3624238 h 3947160"/>
              <a:gd name="connsiteX4" fmla="*/ 1905000 w 1905000"/>
              <a:gd name="connsiteY4" fmla="*/ 1947545 h 3947160"/>
              <a:gd name="connsiteX5" fmla="*/ 1905000 w 1905000"/>
              <a:gd name="connsiteY5" fmla="*/ 0 h 3947160"/>
              <a:gd name="connsiteX6" fmla="*/ 0 w 1905000"/>
              <a:gd name="connsiteY6" fmla="*/ 0 h 3947160"/>
              <a:gd name="connsiteX0" fmla="*/ 0 w 1905000"/>
              <a:gd name="connsiteY0" fmla="*/ 0 h 3947160"/>
              <a:gd name="connsiteX1" fmla="*/ 0 w 1905000"/>
              <a:gd name="connsiteY1" fmla="*/ 1807845 h 3947160"/>
              <a:gd name="connsiteX2" fmla="*/ 0 w 1905000"/>
              <a:gd name="connsiteY2" fmla="*/ 3947160 h 3947160"/>
              <a:gd name="connsiteX3" fmla="*/ 1891553 w 1905000"/>
              <a:gd name="connsiteY3" fmla="*/ 3624238 h 3947160"/>
              <a:gd name="connsiteX4" fmla="*/ 1905000 w 1905000"/>
              <a:gd name="connsiteY4" fmla="*/ 1947545 h 3947160"/>
              <a:gd name="connsiteX5" fmla="*/ 1905000 w 1905000"/>
              <a:gd name="connsiteY5" fmla="*/ 0 h 3947160"/>
              <a:gd name="connsiteX6" fmla="*/ 0 w 1905000"/>
              <a:gd name="connsiteY6" fmla="*/ 0 h 3947160"/>
              <a:gd name="connsiteX0" fmla="*/ 0 w 1905000"/>
              <a:gd name="connsiteY0" fmla="*/ 0 h 3947160"/>
              <a:gd name="connsiteX1" fmla="*/ 0 w 1905000"/>
              <a:gd name="connsiteY1" fmla="*/ 1807845 h 3947160"/>
              <a:gd name="connsiteX2" fmla="*/ 0 w 1905000"/>
              <a:gd name="connsiteY2" fmla="*/ 3947160 h 3947160"/>
              <a:gd name="connsiteX3" fmla="*/ 1891553 w 1905000"/>
              <a:gd name="connsiteY3" fmla="*/ 3624238 h 3947160"/>
              <a:gd name="connsiteX4" fmla="*/ 1905000 w 1905000"/>
              <a:gd name="connsiteY4" fmla="*/ 1947545 h 3947160"/>
              <a:gd name="connsiteX5" fmla="*/ 1905000 w 1905000"/>
              <a:gd name="connsiteY5" fmla="*/ 0 h 3947160"/>
              <a:gd name="connsiteX6" fmla="*/ 0 w 1905000"/>
              <a:gd name="connsiteY6" fmla="*/ 0 h 3947160"/>
              <a:gd name="connsiteX0" fmla="*/ 0 w 1905000"/>
              <a:gd name="connsiteY0" fmla="*/ 0 h 3947160"/>
              <a:gd name="connsiteX1" fmla="*/ 0 w 1905000"/>
              <a:gd name="connsiteY1" fmla="*/ 1807845 h 3947160"/>
              <a:gd name="connsiteX2" fmla="*/ 0 w 1905000"/>
              <a:gd name="connsiteY2" fmla="*/ 3947160 h 3947160"/>
              <a:gd name="connsiteX3" fmla="*/ 1899791 w 1905000"/>
              <a:gd name="connsiteY3" fmla="*/ 3658401 h 3947160"/>
              <a:gd name="connsiteX4" fmla="*/ 1905000 w 1905000"/>
              <a:gd name="connsiteY4" fmla="*/ 1947545 h 3947160"/>
              <a:gd name="connsiteX5" fmla="*/ 1905000 w 1905000"/>
              <a:gd name="connsiteY5" fmla="*/ 0 h 3947160"/>
              <a:gd name="connsiteX6" fmla="*/ 0 w 1905000"/>
              <a:gd name="connsiteY6" fmla="*/ 0 h 394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5000" h="3947160">
                <a:moveTo>
                  <a:pt x="0" y="0"/>
                </a:moveTo>
                <a:lnTo>
                  <a:pt x="0" y="1807845"/>
                </a:lnTo>
                <a:lnTo>
                  <a:pt x="0" y="3947160"/>
                </a:lnTo>
                <a:cubicBezTo>
                  <a:pt x="1043116" y="3646721"/>
                  <a:pt x="1899791" y="3658401"/>
                  <a:pt x="1899791" y="3658401"/>
                </a:cubicBezTo>
                <a:cubicBezTo>
                  <a:pt x="1901527" y="3088116"/>
                  <a:pt x="1903264" y="2517830"/>
                  <a:pt x="1905000" y="1947545"/>
                </a:cubicBezTo>
                <a:lnTo>
                  <a:pt x="1905000" y="0"/>
                </a:lnTo>
                <a:lnTo>
                  <a:pt x="0" y="0"/>
                </a:lnTo>
                <a:close/>
              </a:path>
            </a:pathLst>
          </a:custGeom>
          <a:solidFill>
            <a:schemeClr val="accent2"/>
          </a:solidFill>
          <a:ln w="6350" cap="flat">
            <a:noFill/>
            <a:prstDash val="solid"/>
            <a:miter/>
          </a:ln>
        </p:spPr>
        <p:txBody>
          <a:bodyPr rtlCol="0" anchor="ctr"/>
          <a:lstStyle/>
          <a:p>
            <a:pPr marL="0" algn="r" defTabSz="914400" rtl="1" eaLnBrk="1" latinLnBrk="0" hangingPunct="1"/>
            <a:endParaRPr lang="en-SA"/>
          </a:p>
        </p:txBody>
      </p:sp>
      <p:sp>
        <p:nvSpPr>
          <p:cNvPr id="17" name="Freeform 16">
            <a:extLst>
              <a:ext uri="{FF2B5EF4-FFF2-40B4-BE49-F238E27FC236}">
                <a16:creationId xmlns:a16="http://schemas.microsoft.com/office/drawing/2014/main" id="{F5B294B3-03EA-EF9A-B195-62440E22C880}"/>
              </a:ext>
            </a:extLst>
          </p:cNvPr>
          <p:cNvSpPr/>
          <p:nvPr userDrawn="1"/>
        </p:nvSpPr>
        <p:spPr>
          <a:xfrm>
            <a:off x="0" y="4469129"/>
            <a:ext cx="6869430" cy="2381885"/>
          </a:xfrm>
          <a:custGeom>
            <a:avLst/>
            <a:gdLst>
              <a:gd name="connsiteX0" fmla="*/ 0 w 6869430"/>
              <a:gd name="connsiteY0" fmla="*/ 0 h 2381885"/>
              <a:gd name="connsiteX1" fmla="*/ 6869431 w 6869430"/>
              <a:gd name="connsiteY1" fmla="*/ 2381885 h 2381885"/>
            </a:gdLst>
            <a:ahLst/>
            <a:cxnLst>
              <a:cxn ang="0">
                <a:pos x="connsiteX0" y="connsiteY0"/>
              </a:cxn>
              <a:cxn ang="0">
                <a:pos x="connsiteX1" y="connsiteY1"/>
              </a:cxn>
            </a:cxnLst>
            <a:rect l="l" t="t" r="r" b="b"/>
            <a:pathLst>
              <a:path w="6869430" h="2381885">
                <a:moveTo>
                  <a:pt x="0" y="0"/>
                </a:moveTo>
                <a:cubicBezTo>
                  <a:pt x="0" y="0"/>
                  <a:pt x="4502785" y="262255"/>
                  <a:pt x="6869431" y="2381885"/>
                </a:cubicBezTo>
              </a:path>
            </a:pathLst>
          </a:custGeom>
          <a:noFill/>
          <a:ln w="7083" cap="flat">
            <a:solidFill>
              <a:srgbClr val="009A9A"/>
            </a:solidFill>
            <a:prstDash val="solid"/>
            <a:miter/>
          </a:ln>
        </p:spPr>
        <p:txBody>
          <a:bodyPr rtlCol="0" anchor="ctr"/>
          <a:lstStyle/>
          <a:p>
            <a:pPr marL="0" algn="r" defTabSz="914400" rtl="1" eaLnBrk="1" latinLnBrk="0" hangingPunct="1"/>
            <a:endParaRPr lang="en-SA"/>
          </a:p>
        </p:txBody>
      </p:sp>
      <p:sp>
        <p:nvSpPr>
          <p:cNvPr id="20" name="Title 1">
            <a:extLst>
              <a:ext uri="{FF2B5EF4-FFF2-40B4-BE49-F238E27FC236}">
                <a16:creationId xmlns:a16="http://schemas.microsoft.com/office/drawing/2014/main" id="{09B2724A-0378-436F-AD3E-FB819C79A9C7}"/>
              </a:ext>
            </a:extLst>
          </p:cNvPr>
          <p:cNvSpPr>
            <a:spLocks noGrp="1"/>
          </p:cNvSpPr>
          <p:nvPr>
            <p:ph type="ctrTitle" hasCustomPrompt="1"/>
          </p:nvPr>
        </p:nvSpPr>
        <p:spPr>
          <a:xfrm>
            <a:off x="3617242" y="1481695"/>
            <a:ext cx="6307184" cy="1104206"/>
          </a:xfrm>
        </p:spPr>
        <p:txBody>
          <a:bodyPr anchor="ctr">
            <a:normAutofit/>
          </a:bodyPr>
          <a:lstStyle>
            <a:lvl1pPr algn="r">
              <a:defRPr sz="4400" b="1" i="0">
                <a:solidFill>
                  <a:schemeClr val="tx2"/>
                </a:solidFill>
                <a:latin typeface="HRSD Gov SemiBold" pitchFamily="2" charset="-78"/>
                <a:ea typeface="HRSD Gov SemiBold" pitchFamily="2" charset="-78"/>
                <a:cs typeface="HRSD Gov SemiBold" pitchFamily="2" charset="-78"/>
              </a:defRPr>
            </a:lvl1pPr>
          </a:lstStyle>
          <a:p>
            <a:r>
              <a:rPr lang="ar-SA" dirty="0"/>
              <a:t>عنوان الفاصل الرئيسي</a:t>
            </a:r>
            <a:endParaRPr lang="en-SA" dirty="0"/>
          </a:p>
        </p:txBody>
      </p:sp>
      <p:sp>
        <p:nvSpPr>
          <p:cNvPr id="21" name="Subtitle 2">
            <a:extLst>
              <a:ext uri="{FF2B5EF4-FFF2-40B4-BE49-F238E27FC236}">
                <a16:creationId xmlns:a16="http://schemas.microsoft.com/office/drawing/2014/main" id="{5A6F2CB6-26A8-89D5-8A39-D027F1E576E5}"/>
              </a:ext>
            </a:extLst>
          </p:cNvPr>
          <p:cNvSpPr>
            <a:spLocks noGrp="1"/>
          </p:cNvSpPr>
          <p:nvPr>
            <p:ph type="subTitle" idx="1" hasCustomPrompt="1"/>
          </p:nvPr>
        </p:nvSpPr>
        <p:spPr>
          <a:xfrm>
            <a:off x="3617242" y="2646169"/>
            <a:ext cx="6307184" cy="896443"/>
          </a:xfrm>
        </p:spPr>
        <p:txBody>
          <a:bodyPr>
            <a:normAutofit/>
          </a:bodyPr>
          <a:lstStyle>
            <a:lvl1pPr marL="0" indent="0" algn="r">
              <a:buNone/>
              <a:defRPr sz="2000" b="0" i="0">
                <a:solidFill>
                  <a:schemeClr val="tx1"/>
                </a:solidFill>
                <a:latin typeface="HRSD Gov" pitchFamily="2" charset="-78"/>
                <a:ea typeface="HRSD Gov" pitchFamily="2" charset="-78"/>
                <a:cs typeface="HRSD Gov"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انقر لتحرير النص</a:t>
            </a:r>
            <a:endParaRPr lang="en-SA" dirty="0"/>
          </a:p>
        </p:txBody>
      </p:sp>
      <p:sp>
        <p:nvSpPr>
          <p:cNvPr id="27" name="Text Placeholder 29">
            <a:extLst>
              <a:ext uri="{FF2B5EF4-FFF2-40B4-BE49-F238E27FC236}">
                <a16:creationId xmlns:a16="http://schemas.microsoft.com/office/drawing/2014/main" id="{2B4E099D-FE81-E061-79F0-C9211A06F2F7}"/>
              </a:ext>
            </a:extLst>
          </p:cNvPr>
          <p:cNvSpPr>
            <a:spLocks noGrp="1"/>
          </p:cNvSpPr>
          <p:nvPr>
            <p:ph type="body" sz="quarter" idx="14" hasCustomPrompt="1"/>
          </p:nvPr>
        </p:nvSpPr>
        <p:spPr>
          <a:xfrm>
            <a:off x="10286998" y="1481695"/>
            <a:ext cx="1905001" cy="3146425"/>
          </a:xfrm>
        </p:spPr>
        <p:txBody>
          <a:bodyPr/>
          <a:lstStyle>
            <a:lvl1pPr marL="0" indent="0" algn="ctr">
              <a:buNone/>
              <a:defRPr sz="12000" b="1" i="0">
                <a:solidFill>
                  <a:schemeClr val="bg1"/>
                </a:solidFill>
                <a:latin typeface="HRSD Gov SemiBold" pitchFamily="2" charset="-78"/>
                <a:ea typeface="HRSD Gov SemiBold" pitchFamily="2" charset="-78"/>
                <a:cs typeface="HRSD Gov SemiBold" pitchFamily="2" charset="-78"/>
              </a:defRPr>
            </a:lvl1pPr>
          </a:lstStyle>
          <a:p>
            <a:pPr lvl="0"/>
            <a:r>
              <a:rPr lang="en-US" dirty="0"/>
              <a:t>01</a:t>
            </a:r>
            <a:endParaRPr lang="en-SA" dirty="0"/>
          </a:p>
        </p:txBody>
      </p:sp>
      <p:sp>
        <p:nvSpPr>
          <p:cNvPr id="3" name="TextBox 2">
            <a:extLst>
              <a:ext uri="{FF2B5EF4-FFF2-40B4-BE49-F238E27FC236}">
                <a16:creationId xmlns:a16="http://schemas.microsoft.com/office/drawing/2014/main" id="{1D3F39B8-7D63-9C48-ACF6-A12A8916FE47}"/>
              </a:ext>
            </a:extLst>
          </p:cNvPr>
          <p:cNvSpPr txBox="1"/>
          <p:nvPr userDrawn="1"/>
        </p:nvSpPr>
        <p:spPr>
          <a:xfrm>
            <a:off x="284119" y="6309268"/>
            <a:ext cx="3085246" cy="230832"/>
          </a:xfrm>
          <a:prstGeom prst="rect">
            <a:avLst/>
          </a:prstGeom>
          <a:noFill/>
        </p:spPr>
        <p:txBody>
          <a:bodyPr wrap="square" rtlCol="0">
            <a:spAutoFit/>
          </a:bodyPr>
          <a:lstStyle/>
          <a:p>
            <a:pPr marL="0" algn="l" defTabSz="914400" rtl="1" eaLnBrk="1" latinLnBrk="0" hangingPunct="1"/>
            <a:r>
              <a:rPr lang="ar-SA" sz="900" b="0" i="0" kern="1200" dirty="0">
                <a:solidFill>
                  <a:schemeClr val="tx1"/>
                </a:solidFill>
                <a:latin typeface="HRSD Gov" pitchFamily="2" charset="-78"/>
                <a:ea typeface="HRSD Gov" pitchFamily="2" charset="-78"/>
                <a:cs typeface="HRSD Gov" pitchFamily="2" charset="-78"/>
              </a:rPr>
              <a:t>جميع الحقوق محفوظه لوزارة الموارد البشرية والتنمية الاجتماعية © </a:t>
            </a:r>
            <a:r>
              <a:rPr lang="en-US" sz="900" b="0" i="0" kern="1200" dirty="0">
                <a:solidFill>
                  <a:schemeClr val="tx1"/>
                </a:solidFill>
                <a:latin typeface="HRSD Gov" pitchFamily="2" charset="-78"/>
                <a:ea typeface="HRSD Gov" pitchFamily="2" charset="-78"/>
                <a:cs typeface="HRSD Gov" pitchFamily="2" charset="-78"/>
              </a:rPr>
              <a:t>2025</a:t>
            </a:r>
            <a:endParaRPr lang="ar-SA" sz="900" b="0" i="0" kern="1200" dirty="0">
              <a:solidFill>
                <a:schemeClr val="tx1"/>
              </a:solidFill>
              <a:latin typeface="HRSD Gov" pitchFamily="2" charset="-78"/>
              <a:ea typeface="HRSD Gov" pitchFamily="2" charset="-78"/>
              <a:cs typeface="HRSD Gov" pitchFamily="2" charset="-78"/>
            </a:endParaRPr>
          </a:p>
        </p:txBody>
      </p:sp>
      <p:sp>
        <p:nvSpPr>
          <p:cNvPr id="2" name="Slide Number Placeholder 5">
            <a:extLst>
              <a:ext uri="{FF2B5EF4-FFF2-40B4-BE49-F238E27FC236}">
                <a16:creationId xmlns:a16="http://schemas.microsoft.com/office/drawing/2014/main" id="{E542BCE6-7B66-CC21-9F77-108F1D10C79C}"/>
              </a:ext>
            </a:extLst>
          </p:cNvPr>
          <p:cNvSpPr txBox="1">
            <a:spLocks/>
          </p:cNvSpPr>
          <p:nvPr userDrawn="1"/>
        </p:nvSpPr>
        <p:spPr>
          <a:xfrm>
            <a:off x="11416952" y="6242121"/>
            <a:ext cx="418610"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bg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2F6C7-0B97-5D49-B9C6-611F36C3E139}" type="slidenum">
              <a:rPr lang="en-SA" smtClean="0">
                <a:solidFill>
                  <a:schemeClr val="tx1"/>
                </a:solidFill>
              </a:rPr>
              <a:pPr/>
              <a:t>‹#›</a:t>
            </a:fld>
            <a:endParaRPr lang="en-SA" dirty="0">
              <a:solidFill>
                <a:schemeClr val="tx1"/>
              </a:solidFill>
            </a:endParaRPr>
          </a:p>
        </p:txBody>
      </p:sp>
    </p:spTree>
    <p:extLst>
      <p:ext uri="{BB962C8B-B14F-4D97-AF65-F5344CB8AC3E}">
        <p14:creationId xmlns:p14="http://schemas.microsoft.com/office/powerpoint/2010/main" val="18411582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49F66-EA7D-D830-7E43-FA8914C5C744}"/>
              </a:ext>
            </a:extLst>
          </p:cNvPr>
          <p:cNvSpPr/>
          <p:nvPr userDrawn="1"/>
        </p:nvSpPr>
        <p:spPr>
          <a:xfrm>
            <a:off x="0" y="-6986"/>
            <a:ext cx="12192000" cy="6864985"/>
          </a:xfrm>
          <a:prstGeom prst="rect">
            <a:avLst/>
          </a:prstGeom>
          <a:solidFill>
            <a:schemeClr val="bg1">
              <a:lumMod val="8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algn="ctr" defTabSz="914400" rtl="1" eaLnBrk="1" latinLnBrk="0" hangingPunct="1"/>
            <a:endParaRPr lang="en-SA" dirty="0"/>
          </a:p>
        </p:txBody>
      </p:sp>
      <p:sp>
        <p:nvSpPr>
          <p:cNvPr id="11" name="Freeform 10">
            <a:extLst>
              <a:ext uri="{FF2B5EF4-FFF2-40B4-BE49-F238E27FC236}">
                <a16:creationId xmlns:a16="http://schemas.microsoft.com/office/drawing/2014/main" id="{85AFA7D8-060D-95AC-0137-2AEC9E45D220}"/>
              </a:ext>
            </a:extLst>
          </p:cNvPr>
          <p:cNvSpPr/>
          <p:nvPr userDrawn="1"/>
        </p:nvSpPr>
        <p:spPr>
          <a:xfrm>
            <a:off x="5834379" y="5140959"/>
            <a:ext cx="6357620" cy="1717040"/>
          </a:xfrm>
          <a:custGeom>
            <a:avLst/>
            <a:gdLst>
              <a:gd name="connsiteX0" fmla="*/ 6357620 w 6357620"/>
              <a:gd name="connsiteY0" fmla="*/ 1717040 h 1717040"/>
              <a:gd name="connsiteX1" fmla="*/ 6357620 w 6357620"/>
              <a:gd name="connsiteY1" fmla="*/ 0 h 1717040"/>
              <a:gd name="connsiteX2" fmla="*/ 0 w 6357620"/>
              <a:gd name="connsiteY2" fmla="*/ 1717040 h 1717040"/>
            </a:gdLst>
            <a:ahLst/>
            <a:cxnLst>
              <a:cxn ang="0">
                <a:pos x="connsiteX0" y="connsiteY0"/>
              </a:cxn>
              <a:cxn ang="0">
                <a:pos x="connsiteX1" y="connsiteY1"/>
              </a:cxn>
              <a:cxn ang="0">
                <a:pos x="connsiteX2" y="connsiteY2"/>
              </a:cxn>
            </a:cxnLst>
            <a:rect l="l" t="t" r="r" b="b"/>
            <a:pathLst>
              <a:path w="6357620" h="1717040">
                <a:moveTo>
                  <a:pt x="6357620" y="1717040"/>
                </a:moveTo>
                <a:lnTo>
                  <a:pt x="6357620" y="0"/>
                </a:lnTo>
                <a:cubicBezTo>
                  <a:pt x="3773805" y="210820"/>
                  <a:pt x="1253490" y="1071245"/>
                  <a:pt x="0" y="1717040"/>
                </a:cubicBezTo>
              </a:path>
            </a:pathLst>
          </a:custGeom>
          <a:solidFill>
            <a:schemeClr val="accent3"/>
          </a:solidFill>
          <a:ln w="6350" cap="flat">
            <a:noFill/>
            <a:prstDash val="solid"/>
            <a:miter/>
          </a:ln>
        </p:spPr>
        <p:txBody>
          <a:bodyPr rtlCol="0" anchor="ctr"/>
          <a:lstStyle/>
          <a:p>
            <a:pPr marL="0" algn="r" defTabSz="914400" rtl="1" eaLnBrk="1" latinLnBrk="0" hangingPunct="1"/>
            <a:endParaRPr lang="en-SA"/>
          </a:p>
        </p:txBody>
      </p:sp>
      <p:sp>
        <p:nvSpPr>
          <p:cNvPr id="12" name="Freeform 11">
            <a:extLst>
              <a:ext uri="{FF2B5EF4-FFF2-40B4-BE49-F238E27FC236}">
                <a16:creationId xmlns:a16="http://schemas.microsoft.com/office/drawing/2014/main" id="{90408B98-DAF8-B473-C7CE-898CA5350EB3}"/>
              </a:ext>
            </a:extLst>
          </p:cNvPr>
          <p:cNvSpPr/>
          <p:nvPr userDrawn="1"/>
        </p:nvSpPr>
        <p:spPr>
          <a:xfrm>
            <a:off x="0" y="0"/>
            <a:ext cx="1489075" cy="3865879"/>
          </a:xfrm>
          <a:custGeom>
            <a:avLst/>
            <a:gdLst>
              <a:gd name="connsiteX0" fmla="*/ 1489075 w 1489075"/>
              <a:gd name="connsiteY0" fmla="*/ 3865880 h 3865879"/>
              <a:gd name="connsiteX1" fmla="*/ 1489075 w 1489075"/>
              <a:gd name="connsiteY1" fmla="*/ 671830 h 3865879"/>
              <a:gd name="connsiteX2" fmla="*/ 1489075 w 1489075"/>
              <a:gd name="connsiteY2" fmla="*/ 0 h 3865879"/>
              <a:gd name="connsiteX3" fmla="*/ 0 w 1489075"/>
              <a:gd name="connsiteY3" fmla="*/ 0 h 3865879"/>
              <a:gd name="connsiteX4" fmla="*/ 0 w 1489075"/>
              <a:gd name="connsiteY4" fmla="*/ 501650 h 3865879"/>
              <a:gd name="connsiteX5" fmla="*/ 0 w 1489075"/>
              <a:gd name="connsiteY5" fmla="*/ 3650615 h 3865879"/>
              <a:gd name="connsiteX6" fmla="*/ 1489075 w 1489075"/>
              <a:gd name="connsiteY6" fmla="*/ 3865880 h 386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9075" h="3865879">
                <a:moveTo>
                  <a:pt x="1489075" y="3865880"/>
                </a:moveTo>
                <a:lnTo>
                  <a:pt x="1489075" y="671830"/>
                </a:lnTo>
                <a:lnTo>
                  <a:pt x="1489075" y="0"/>
                </a:lnTo>
                <a:lnTo>
                  <a:pt x="0" y="0"/>
                </a:lnTo>
                <a:lnTo>
                  <a:pt x="0" y="501650"/>
                </a:lnTo>
                <a:lnTo>
                  <a:pt x="0" y="3650615"/>
                </a:lnTo>
                <a:cubicBezTo>
                  <a:pt x="478790" y="3679190"/>
                  <a:pt x="1046480" y="3753485"/>
                  <a:pt x="1489075" y="3865880"/>
                </a:cubicBezTo>
                <a:close/>
              </a:path>
            </a:pathLst>
          </a:custGeom>
          <a:solidFill>
            <a:srgbClr val="002E44"/>
          </a:solidFill>
          <a:ln w="6350" cap="flat">
            <a:noFill/>
            <a:prstDash val="solid"/>
            <a:miter/>
          </a:ln>
        </p:spPr>
        <p:txBody>
          <a:bodyPr rtlCol="0" anchor="ctr"/>
          <a:lstStyle/>
          <a:p>
            <a:pPr marL="0" algn="r" defTabSz="914400" rtl="1" eaLnBrk="1" latinLnBrk="0" hangingPunct="1"/>
            <a:endParaRPr lang="en-SA"/>
          </a:p>
        </p:txBody>
      </p:sp>
      <p:sp>
        <p:nvSpPr>
          <p:cNvPr id="13" name="Freeform 12">
            <a:extLst>
              <a:ext uri="{FF2B5EF4-FFF2-40B4-BE49-F238E27FC236}">
                <a16:creationId xmlns:a16="http://schemas.microsoft.com/office/drawing/2014/main" id="{28DB9486-331E-E95C-F61F-6F580F89B772}"/>
              </a:ext>
            </a:extLst>
          </p:cNvPr>
          <p:cNvSpPr/>
          <p:nvPr userDrawn="1"/>
        </p:nvSpPr>
        <p:spPr>
          <a:xfrm>
            <a:off x="0" y="6985"/>
            <a:ext cx="5257165" cy="2061210"/>
          </a:xfrm>
          <a:custGeom>
            <a:avLst/>
            <a:gdLst>
              <a:gd name="connsiteX0" fmla="*/ 0 w 5257165"/>
              <a:gd name="connsiteY0" fmla="*/ 2061210 h 2061210"/>
              <a:gd name="connsiteX1" fmla="*/ 5257165 w 5257165"/>
              <a:gd name="connsiteY1" fmla="*/ 0 h 2061210"/>
            </a:gdLst>
            <a:ahLst/>
            <a:cxnLst>
              <a:cxn ang="0">
                <a:pos x="connsiteX0" y="connsiteY0"/>
              </a:cxn>
              <a:cxn ang="0">
                <a:pos x="connsiteX1" y="connsiteY1"/>
              </a:cxn>
            </a:cxnLst>
            <a:rect l="l" t="t" r="r" b="b"/>
            <a:pathLst>
              <a:path w="5257165" h="2061210">
                <a:moveTo>
                  <a:pt x="0" y="2061210"/>
                </a:moveTo>
                <a:cubicBezTo>
                  <a:pt x="1252855" y="1778635"/>
                  <a:pt x="2879725" y="1256665"/>
                  <a:pt x="5257165" y="0"/>
                </a:cubicBezTo>
              </a:path>
            </a:pathLst>
          </a:custGeom>
          <a:noFill/>
          <a:ln w="17172" cap="flat">
            <a:solidFill>
              <a:srgbClr val="00BB6D"/>
            </a:solidFill>
            <a:prstDash val="solid"/>
            <a:miter/>
          </a:ln>
        </p:spPr>
        <p:txBody>
          <a:bodyPr rtlCol="0" anchor="ctr"/>
          <a:lstStyle/>
          <a:p>
            <a:endParaRPr lang="en-SA"/>
          </a:p>
        </p:txBody>
      </p:sp>
      <p:sp>
        <p:nvSpPr>
          <p:cNvPr id="16" name="Title 1">
            <a:extLst>
              <a:ext uri="{FF2B5EF4-FFF2-40B4-BE49-F238E27FC236}">
                <a16:creationId xmlns:a16="http://schemas.microsoft.com/office/drawing/2014/main" id="{D4B30FAC-4FE7-BD83-0C67-D63171855279}"/>
              </a:ext>
            </a:extLst>
          </p:cNvPr>
          <p:cNvSpPr>
            <a:spLocks noGrp="1"/>
          </p:cNvSpPr>
          <p:nvPr>
            <p:ph type="ctrTitle" hasCustomPrompt="1"/>
          </p:nvPr>
        </p:nvSpPr>
        <p:spPr>
          <a:xfrm>
            <a:off x="5535998" y="2039016"/>
            <a:ext cx="6307184" cy="1068813"/>
          </a:xfrm>
        </p:spPr>
        <p:txBody>
          <a:bodyPr anchor="ctr">
            <a:normAutofit/>
          </a:bodyPr>
          <a:lstStyle>
            <a:lvl1pPr algn="r">
              <a:defRPr sz="4400" b="1" i="0">
                <a:solidFill>
                  <a:schemeClr val="tx2"/>
                </a:solidFill>
                <a:latin typeface="HRSD Gov SemiBold" pitchFamily="2" charset="-78"/>
                <a:ea typeface="HRSD Gov SemiBold" pitchFamily="2" charset="-78"/>
                <a:cs typeface="HRSD Gov SemiBold" pitchFamily="2" charset="-78"/>
              </a:defRPr>
            </a:lvl1pPr>
          </a:lstStyle>
          <a:p>
            <a:r>
              <a:rPr lang="ar-SA" dirty="0"/>
              <a:t>عنوان الفاصل الفرعي</a:t>
            </a:r>
            <a:endParaRPr lang="en-SA" dirty="0"/>
          </a:p>
        </p:txBody>
      </p:sp>
      <p:sp>
        <p:nvSpPr>
          <p:cNvPr id="17" name="Subtitle 2">
            <a:extLst>
              <a:ext uri="{FF2B5EF4-FFF2-40B4-BE49-F238E27FC236}">
                <a16:creationId xmlns:a16="http://schemas.microsoft.com/office/drawing/2014/main" id="{15414B74-ACD7-1215-F5FA-86C3F65CB467}"/>
              </a:ext>
            </a:extLst>
          </p:cNvPr>
          <p:cNvSpPr>
            <a:spLocks noGrp="1"/>
          </p:cNvSpPr>
          <p:nvPr>
            <p:ph type="subTitle" idx="1" hasCustomPrompt="1"/>
          </p:nvPr>
        </p:nvSpPr>
        <p:spPr>
          <a:xfrm>
            <a:off x="5501904" y="3259724"/>
            <a:ext cx="6307184" cy="896443"/>
          </a:xfrm>
        </p:spPr>
        <p:txBody>
          <a:bodyPr>
            <a:normAutofit/>
          </a:bodyPr>
          <a:lstStyle>
            <a:lvl1pPr marL="0" indent="0" algn="r">
              <a:buNone/>
              <a:defRPr sz="2000" b="0" i="0">
                <a:solidFill>
                  <a:schemeClr val="tx1"/>
                </a:solidFill>
                <a:latin typeface="HRSD Gov" pitchFamily="2" charset="-78"/>
                <a:ea typeface="HRSD Gov" pitchFamily="2" charset="-78"/>
                <a:cs typeface="HRSD Gov"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مثال النص يمكن أن يستبدل في نفس المساحة</a:t>
            </a:r>
          </a:p>
        </p:txBody>
      </p:sp>
      <p:sp>
        <p:nvSpPr>
          <p:cNvPr id="18" name="Text Placeholder 29">
            <a:extLst>
              <a:ext uri="{FF2B5EF4-FFF2-40B4-BE49-F238E27FC236}">
                <a16:creationId xmlns:a16="http://schemas.microsoft.com/office/drawing/2014/main" id="{F51F7C40-E5F6-4873-ED8C-BE74C3EE9622}"/>
              </a:ext>
            </a:extLst>
          </p:cNvPr>
          <p:cNvSpPr>
            <a:spLocks noGrp="1"/>
          </p:cNvSpPr>
          <p:nvPr>
            <p:ph type="body" sz="quarter" idx="14" hasCustomPrompt="1"/>
          </p:nvPr>
        </p:nvSpPr>
        <p:spPr>
          <a:xfrm>
            <a:off x="9581322" y="720230"/>
            <a:ext cx="2275715" cy="1068813"/>
          </a:xfrm>
        </p:spPr>
        <p:txBody>
          <a:bodyPr>
            <a:normAutofit/>
          </a:bodyPr>
          <a:lstStyle>
            <a:lvl1pPr marL="0" indent="0">
              <a:buNone/>
              <a:defRPr sz="9000" b="0" i="0">
                <a:solidFill>
                  <a:schemeClr val="accent3"/>
                </a:solidFill>
                <a:latin typeface="HRSD Gov" pitchFamily="2" charset="-78"/>
                <a:ea typeface="HRSD Gov" pitchFamily="2" charset="-78"/>
                <a:cs typeface="HRSD Gov" pitchFamily="2" charset="-78"/>
              </a:defRPr>
            </a:lvl1pPr>
          </a:lstStyle>
          <a:p>
            <a:pPr lvl="0"/>
            <a:r>
              <a:rPr lang="en-US" dirty="0"/>
              <a:t>2-1</a:t>
            </a:r>
            <a:endParaRPr lang="en-SA" dirty="0"/>
          </a:p>
        </p:txBody>
      </p:sp>
      <p:sp>
        <p:nvSpPr>
          <p:cNvPr id="3" name="TextBox 2">
            <a:extLst>
              <a:ext uri="{FF2B5EF4-FFF2-40B4-BE49-F238E27FC236}">
                <a16:creationId xmlns:a16="http://schemas.microsoft.com/office/drawing/2014/main" id="{FE7613F5-C9B3-FFA9-20BA-0DEF9507189B}"/>
              </a:ext>
            </a:extLst>
          </p:cNvPr>
          <p:cNvSpPr txBox="1"/>
          <p:nvPr userDrawn="1"/>
        </p:nvSpPr>
        <p:spPr>
          <a:xfrm>
            <a:off x="284119" y="6309268"/>
            <a:ext cx="3085246" cy="230832"/>
          </a:xfrm>
          <a:prstGeom prst="rect">
            <a:avLst/>
          </a:prstGeom>
          <a:noFill/>
        </p:spPr>
        <p:txBody>
          <a:bodyPr wrap="square" rtlCol="0">
            <a:spAutoFit/>
          </a:bodyPr>
          <a:lstStyle/>
          <a:p>
            <a:pPr marL="0" algn="l" defTabSz="914400" rtl="1" eaLnBrk="1" latinLnBrk="0" hangingPunct="1"/>
            <a:r>
              <a:rPr lang="ar-SA" sz="900" b="0" i="0" kern="1200" dirty="0">
                <a:solidFill>
                  <a:schemeClr val="tx1"/>
                </a:solidFill>
                <a:latin typeface="HRSD Gov" pitchFamily="2" charset="-78"/>
                <a:ea typeface="HRSD Gov" pitchFamily="2" charset="-78"/>
                <a:cs typeface="HRSD Gov" pitchFamily="2" charset="-78"/>
              </a:rPr>
              <a:t>جميع الحقوق محفوظه لوزارة الموارد البشرية والتنمية الاجتماعية © </a:t>
            </a:r>
            <a:r>
              <a:rPr lang="en-US" sz="900" b="0" i="0" kern="1200" dirty="0">
                <a:solidFill>
                  <a:schemeClr val="tx1"/>
                </a:solidFill>
                <a:latin typeface="HRSD Gov" pitchFamily="2" charset="-78"/>
                <a:ea typeface="HRSD Gov" pitchFamily="2" charset="-78"/>
                <a:cs typeface="HRSD Gov" pitchFamily="2" charset="-78"/>
              </a:rPr>
              <a:t>2025</a:t>
            </a:r>
            <a:endParaRPr lang="ar-SA" sz="900" b="0" i="0" kern="1200" dirty="0">
              <a:solidFill>
                <a:schemeClr val="tx1"/>
              </a:solidFill>
              <a:latin typeface="HRSD Gov" pitchFamily="2" charset="-78"/>
              <a:ea typeface="HRSD Gov" pitchFamily="2" charset="-78"/>
              <a:cs typeface="HRSD Gov" pitchFamily="2" charset="-78"/>
            </a:endParaRPr>
          </a:p>
        </p:txBody>
      </p:sp>
      <p:sp>
        <p:nvSpPr>
          <p:cNvPr id="2" name="Slide Number Placeholder 5">
            <a:extLst>
              <a:ext uri="{FF2B5EF4-FFF2-40B4-BE49-F238E27FC236}">
                <a16:creationId xmlns:a16="http://schemas.microsoft.com/office/drawing/2014/main" id="{B5D2D3FF-9B5A-9C57-B056-4B66047F8D87}"/>
              </a:ext>
            </a:extLst>
          </p:cNvPr>
          <p:cNvSpPr>
            <a:spLocks noGrp="1"/>
          </p:cNvSpPr>
          <p:nvPr>
            <p:ph type="sldNum" sz="quarter" idx="4"/>
          </p:nvPr>
        </p:nvSpPr>
        <p:spPr>
          <a:xfrm>
            <a:off x="11416952" y="6242121"/>
            <a:ext cx="418610" cy="365125"/>
          </a:xfrm>
          <a:prstGeom prst="rect">
            <a:avLst/>
          </a:prstGeom>
        </p:spPr>
        <p:txBody>
          <a:bodyPr vert="horz" lIns="91440" tIns="45720" rIns="91440" bIns="45720" rtlCol="0" anchor="ctr"/>
          <a:lstStyle>
            <a:lvl1pPr algn="l">
              <a:defRPr sz="1200" b="0" i="0">
                <a:solidFill>
                  <a:schemeClr val="bg1"/>
                </a:solidFill>
                <a:latin typeface="HRSD Gov" pitchFamily="2" charset="-78"/>
                <a:ea typeface="HRSD Gov" pitchFamily="2" charset="-78"/>
                <a:cs typeface="HRSD Gov" pitchFamily="2" charset="-78"/>
              </a:defRPr>
            </a:lvl1pPr>
          </a:lstStyle>
          <a:p>
            <a:fld id="{D782F6C7-0B97-5D49-B9C6-611F36C3E139}" type="slidenum">
              <a:rPr lang="en-SA" smtClean="0"/>
              <a:pPr/>
              <a:t>‹#›</a:t>
            </a:fld>
            <a:endParaRPr lang="en-SA" dirty="0"/>
          </a:p>
        </p:txBody>
      </p:sp>
    </p:spTree>
    <p:extLst>
      <p:ext uri="{BB962C8B-B14F-4D97-AF65-F5344CB8AC3E}">
        <p14:creationId xmlns:p14="http://schemas.microsoft.com/office/powerpoint/2010/main" val="22468390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grpSp>
        <p:nvGrpSpPr>
          <p:cNvPr id="6" name="Graphic 29">
            <a:extLst>
              <a:ext uri="{FF2B5EF4-FFF2-40B4-BE49-F238E27FC236}">
                <a16:creationId xmlns:a16="http://schemas.microsoft.com/office/drawing/2014/main" id="{2836C477-35E3-E0CA-4DAA-08F3DFD71BAF}"/>
              </a:ext>
            </a:extLst>
          </p:cNvPr>
          <p:cNvGrpSpPr/>
          <p:nvPr userDrawn="1"/>
        </p:nvGrpSpPr>
        <p:grpSpPr>
          <a:xfrm>
            <a:off x="0" y="0"/>
            <a:ext cx="12192000" cy="2303362"/>
            <a:chOff x="0" y="-14604"/>
            <a:chExt cx="12192000" cy="2919094"/>
          </a:xfrm>
        </p:grpSpPr>
        <p:sp>
          <p:nvSpPr>
            <p:cNvPr id="7" name="Freeform 6">
              <a:extLst>
                <a:ext uri="{FF2B5EF4-FFF2-40B4-BE49-F238E27FC236}">
                  <a16:creationId xmlns:a16="http://schemas.microsoft.com/office/drawing/2014/main" id="{4D4A646F-AFDB-8400-4BFC-74B21AA8AD97}"/>
                </a:ext>
              </a:extLst>
            </p:cNvPr>
            <p:cNvSpPr/>
            <p:nvPr/>
          </p:nvSpPr>
          <p:spPr>
            <a:xfrm>
              <a:off x="0" y="-14604"/>
              <a:ext cx="8380730" cy="2919094"/>
            </a:xfrm>
            <a:custGeom>
              <a:avLst/>
              <a:gdLst>
                <a:gd name="connsiteX0" fmla="*/ 0 w 8380730"/>
                <a:gd name="connsiteY0" fmla="*/ 2919095 h 2919094"/>
                <a:gd name="connsiteX1" fmla="*/ 0 w 8380730"/>
                <a:gd name="connsiteY1" fmla="*/ 0 h 2919094"/>
                <a:gd name="connsiteX2" fmla="*/ 8380731 w 8380730"/>
                <a:gd name="connsiteY2" fmla="*/ 11430 h 2919094"/>
                <a:gd name="connsiteX3" fmla="*/ 8380731 w 8380730"/>
                <a:gd name="connsiteY3" fmla="*/ 1081405 h 2919094"/>
                <a:gd name="connsiteX4" fmla="*/ 0 w 8380730"/>
                <a:gd name="connsiteY4" fmla="*/ 2919095 h 291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730" h="2919094">
                  <a:moveTo>
                    <a:pt x="0" y="2919095"/>
                  </a:moveTo>
                  <a:lnTo>
                    <a:pt x="0" y="0"/>
                  </a:lnTo>
                  <a:lnTo>
                    <a:pt x="8380731" y="11430"/>
                  </a:lnTo>
                  <a:lnTo>
                    <a:pt x="8380731" y="1081405"/>
                  </a:lnTo>
                  <a:cubicBezTo>
                    <a:pt x="5193030" y="1931035"/>
                    <a:pt x="3216910" y="2879725"/>
                    <a:pt x="0" y="2919095"/>
                  </a:cubicBezTo>
                  <a:close/>
                </a:path>
              </a:pathLst>
            </a:custGeom>
            <a:solidFill>
              <a:schemeClr val="accent2"/>
            </a:solidFill>
            <a:ln w="6350" cap="flat">
              <a:noFill/>
              <a:prstDash val="solid"/>
              <a:miter/>
            </a:ln>
          </p:spPr>
          <p:txBody>
            <a:bodyPr rtlCol="0" anchor="ctr"/>
            <a:lstStyle/>
            <a:p>
              <a:pPr marL="0" algn="r" defTabSz="914400" rtl="1" eaLnBrk="1" latinLnBrk="0" hangingPunct="1"/>
              <a:endParaRPr lang="en-SA" dirty="0"/>
            </a:p>
          </p:txBody>
        </p:sp>
        <p:sp>
          <p:nvSpPr>
            <p:cNvPr id="8" name="Freeform 7">
              <a:extLst>
                <a:ext uri="{FF2B5EF4-FFF2-40B4-BE49-F238E27FC236}">
                  <a16:creationId xmlns:a16="http://schemas.microsoft.com/office/drawing/2014/main" id="{4DE5215D-2DBD-FBCD-1AC0-6EFC7503FB55}"/>
                </a:ext>
              </a:extLst>
            </p:cNvPr>
            <p:cNvSpPr/>
            <p:nvPr/>
          </p:nvSpPr>
          <p:spPr>
            <a:xfrm>
              <a:off x="8380730" y="-3175"/>
              <a:ext cx="3811269" cy="1818004"/>
            </a:xfrm>
            <a:custGeom>
              <a:avLst/>
              <a:gdLst>
                <a:gd name="connsiteX0" fmla="*/ 0 w 3811269"/>
                <a:gd name="connsiteY0" fmla="*/ 0 h 1818004"/>
                <a:gd name="connsiteX1" fmla="*/ 3811270 w 3811269"/>
                <a:gd name="connsiteY1" fmla="*/ 0 h 1818004"/>
                <a:gd name="connsiteX2" fmla="*/ 3811270 w 3811269"/>
                <a:gd name="connsiteY2" fmla="*/ 1317625 h 1818004"/>
                <a:gd name="connsiteX3" fmla="*/ 0 w 3811269"/>
                <a:gd name="connsiteY3" fmla="*/ 1818005 h 1818004"/>
                <a:gd name="connsiteX4" fmla="*/ 0 w 3811269"/>
                <a:gd name="connsiteY4" fmla="*/ 0 h 1818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1269" h="1818004">
                  <a:moveTo>
                    <a:pt x="0" y="0"/>
                  </a:moveTo>
                  <a:lnTo>
                    <a:pt x="3811270" y="0"/>
                  </a:lnTo>
                  <a:lnTo>
                    <a:pt x="3811270" y="1317625"/>
                  </a:lnTo>
                  <a:cubicBezTo>
                    <a:pt x="2331720" y="1327150"/>
                    <a:pt x="1094739" y="1525905"/>
                    <a:pt x="0" y="1818005"/>
                  </a:cubicBezTo>
                  <a:lnTo>
                    <a:pt x="0" y="0"/>
                  </a:lnTo>
                  <a:close/>
                </a:path>
              </a:pathLst>
            </a:custGeom>
            <a:solidFill>
              <a:schemeClr val="accent2"/>
            </a:solidFill>
            <a:ln w="6350" cap="flat">
              <a:noFill/>
              <a:prstDash val="solid"/>
              <a:miter/>
            </a:ln>
          </p:spPr>
          <p:txBody>
            <a:bodyPr rtlCol="0" anchor="ctr"/>
            <a:lstStyle/>
            <a:p>
              <a:pPr marL="0" algn="r" defTabSz="914400" rtl="1" eaLnBrk="1" latinLnBrk="0" hangingPunct="1"/>
              <a:endParaRPr lang="en-SA"/>
            </a:p>
          </p:txBody>
        </p:sp>
        <p:sp>
          <p:nvSpPr>
            <p:cNvPr id="9" name="Freeform 8">
              <a:extLst>
                <a:ext uri="{FF2B5EF4-FFF2-40B4-BE49-F238E27FC236}">
                  <a16:creationId xmlns:a16="http://schemas.microsoft.com/office/drawing/2014/main" id="{4C74A6B7-7E00-48AC-195B-2BCFDE518D8F}"/>
                </a:ext>
              </a:extLst>
            </p:cNvPr>
            <p:cNvSpPr/>
            <p:nvPr/>
          </p:nvSpPr>
          <p:spPr>
            <a:xfrm>
              <a:off x="8380730" y="553719"/>
              <a:ext cx="3811269" cy="2185669"/>
            </a:xfrm>
            <a:custGeom>
              <a:avLst/>
              <a:gdLst>
                <a:gd name="connsiteX0" fmla="*/ 0 w 3811269"/>
                <a:gd name="connsiteY0" fmla="*/ 2185670 h 2185669"/>
                <a:gd name="connsiteX1" fmla="*/ 0 w 3811269"/>
                <a:gd name="connsiteY1" fmla="*/ 500380 h 2185669"/>
                <a:gd name="connsiteX2" fmla="*/ 3811270 w 3811269"/>
                <a:gd name="connsiteY2" fmla="*/ 0 h 2185669"/>
                <a:gd name="connsiteX3" fmla="*/ 3811270 w 3811269"/>
                <a:gd name="connsiteY3" fmla="*/ 1544955 h 2185669"/>
                <a:gd name="connsiteX4" fmla="*/ 0 w 3811269"/>
                <a:gd name="connsiteY4" fmla="*/ 2185670 h 218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1269" h="2185669">
                  <a:moveTo>
                    <a:pt x="0" y="2185670"/>
                  </a:moveTo>
                  <a:lnTo>
                    <a:pt x="0" y="500380"/>
                  </a:lnTo>
                  <a:cubicBezTo>
                    <a:pt x="1094739" y="208915"/>
                    <a:pt x="2331720" y="9525"/>
                    <a:pt x="3811270" y="0"/>
                  </a:cubicBezTo>
                  <a:lnTo>
                    <a:pt x="3811270" y="1544955"/>
                  </a:lnTo>
                  <a:cubicBezTo>
                    <a:pt x="2670810" y="1536065"/>
                    <a:pt x="757555" y="1856740"/>
                    <a:pt x="0" y="2185670"/>
                  </a:cubicBezTo>
                  <a:close/>
                </a:path>
              </a:pathLst>
            </a:custGeom>
            <a:solidFill>
              <a:schemeClr val="accent3"/>
            </a:solidFill>
            <a:ln w="6350" cap="flat">
              <a:noFill/>
              <a:prstDash val="solid"/>
              <a:miter/>
            </a:ln>
          </p:spPr>
          <p:txBody>
            <a:bodyPr rtlCol="0" anchor="ctr"/>
            <a:lstStyle/>
            <a:p>
              <a:pPr marL="0" algn="r" defTabSz="914400" rtl="1" eaLnBrk="1" latinLnBrk="0" hangingPunct="1"/>
              <a:endParaRPr lang="en-SA"/>
            </a:p>
          </p:txBody>
        </p:sp>
      </p:grpSp>
      <p:sp>
        <p:nvSpPr>
          <p:cNvPr id="17" name="TextBox 16">
            <a:extLst>
              <a:ext uri="{FF2B5EF4-FFF2-40B4-BE49-F238E27FC236}">
                <a16:creationId xmlns:a16="http://schemas.microsoft.com/office/drawing/2014/main" id="{8442C8CD-1C80-831E-75AA-3698DD1D7BB5}"/>
              </a:ext>
            </a:extLst>
          </p:cNvPr>
          <p:cNvSpPr txBox="1"/>
          <p:nvPr userDrawn="1"/>
        </p:nvSpPr>
        <p:spPr>
          <a:xfrm>
            <a:off x="8380730" y="805992"/>
            <a:ext cx="3811270" cy="769441"/>
          </a:xfrm>
          <a:prstGeom prst="rect">
            <a:avLst/>
          </a:prstGeom>
          <a:noFill/>
        </p:spPr>
        <p:txBody>
          <a:bodyPr wrap="square" rtlCol="0">
            <a:spAutoFit/>
          </a:bodyPr>
          <a:lstStyle/>
          <a:p>
            <a:pPr algn="ctr"/>
            <a:r>
              <a:rPr lang="ar-SA" sz="4400" b="1" i="0" kern="1200" dirty="0">
                <a:solidFill>
                  <a:schemeClr val="bg1"/>
                </a:solidFill>
                <a:latin typeface="HRSD Gov Bold" pitchFamily="2" charset="-78"/>
                <a:ea typeface="HRSD Gov Bold" pitchFamily="2" charset="-78"/>
                <a:cs typeface="HRSD Gov Bold" pitchFamily="2" charset="-78"/>
              </a:rPr>
              <a:t>الفهرس</a:t>
            </a:r>
            <a:endParaRPr lang="en-SA" sz="4400" b="1" i="0" kern="1200" dirty="0">
              <a:solidFill>
                <a:schemeClr val="bg1"/>
              </a:solidFill>
              <a:latin typeface="HRSD Gov Bold" pitchFamily="2" charset="-78"/>
              <a:ea typeface="HRSD Gov Bold" pitchFamily="2" charset="-78"/>
              <a:cs typeface="HRSD Gov Bold" pitchFamily="2" charset="-78"/>
            </a:endParaRPr>
          </a:p>
        </p:txBody>
      </p:sp>
      <p:sp>
        <p:nvSpPr>
          <p:cNvPr id="3" name="TextBox 2">
            <a:extLst>
              <a:ext uri="{FF2B5EF4-FFF2-40B4-BE49-F238E27FC236}">
                <a16:creationId xmlns:a16="http://schemas.microsoft.com/office/drawing/2014/main" id="{1B9DBBC5-0E64-F7A9-46B0-2DCCA672650E}"/>
              </a:ext>
            </a:extLst>
          </p:cNvPr>
          <p:cNvSpPr txBox="1"/>
          <p:nvPr userDrawn="1"/>
        </p:nvSpPr>
        <p:spPr>
          <a:xfrm>
            <a:off x="284119" y="6309268"/>
            <a:ext cx="3085246" cy="230832"/>
          </a:xfrm>
          <a:prstGeom prst="rect">
            <a:avLst/>
          </a:prstGeom>
          <a:noFill/>
        </p:spPr>
        <p:txBody>
          <a:bodyPr wrap="square" rtlCol="0">
            <a:spAutoFit/>
          </a:bodyPr>
          <a:lstStyle/>
          <a:p>
            <a:pPr marL="0" algn="l" defTabSz="914400" rtl="1" eaLnBrk="1" latinLnBrk="0" hangingPunct="1"/>
            <a:r>
              <a:rPr lang="ar-SA" sz="900" b="0" i="0" kern="1200" dirty="0">
                <a:solidFill>
                  <a:schemeClr val="bg1"/>
                </a:solidFill>
                <a:latin typeface="HRSD Gov" pitchFamily="2" charset="-78"/>
                <a:ea typeface="HRSD Gov" pitchFamily="2" charset="-78"/>
                <a:cs typeface="HRSD Gov" pitchFamily="2" charset="-78"/>
              </a:rPr>
              <a:t>جميع الحقوق محفوظه لوزارة الموارد البشرية والتنمية الاجتماعية © </a:t>
            </a:r>
            <a:r>
              <a:rPr lang="en-US" sz="900" b="0" i="0" kern="1200" dirty="0">
                <a:solidFill>
                  <a:schemeClr val="bg1"/>
                </a:solidFill>
                <a:latin typeface="HRSD Gov" pitchFamily="2" charset="-78"/>
                <a:ea typeface="HRSD Gov" pitchFamily="2" charset="-78"/>
                <a:cs typeface="HRSD Gov" pitchFamily="2" charset="-78"/>
              </a:rPr>
              <a:t>2025</a:t>
            </a:r>
            <a:endParaRPr lang="ar-SA" sz="900" b="0" i="0" kern="1200" dirty="0">
              <a:solidFill>
                <a:schemeClr val="bg1"/>
              </a:solidFill>
              <a:latin typeface="HRSD Gov" pitchFamily="2" charset="-78"/>
              <a:ea typeface="HRSD Gov" pitchFamily="2" charset="-78"/>
              <a:cs typeface="HRSD Gov" pitchFamily="2" charset="-78"/>
            </a:endParaRPr>
          </a:p>
        </p:txBody>
      </p:sp>
      <p:sp>
        <p:nvSpPr>
          <p:cNvPr id="4" name="Slide Number Placeholder 5">
            <a:extLst>
              <a:ext uri="{FF2B5EF4-FFF2-40B4-BE49-F238E27FC236}">
                <a16:creationId xmlns:a16="http://schemas.microsoft.com/office/drawing/2014/main" id="{2858815B-329F-D568-8A2E-9FFADB82F6C7}"/>
              </a:ext>
            </a:extLst>
          </p:cNvPr>
          <p:cNvSpPr>
            <a:spLocks noGrp="1"/>
          </p:cNvSpPr>
          <p:nvPr>
            <p:ph type="sldNum" sz="quarter" idx="4"/>
          </p:nvPr>
        </p:nvSpPr>
        <p:spPr>
          <a:xfrm>
            <a:off x="11416952" y="6242121"/>
            <a:ext cx="418610" cy="365125"/>
          </a:xfrm>
          <a:prstGeom prst="rect">
            <a:avLst/>
          </a:prstGeom>
        </p:spPr>
        <p:txBody>
          <a:bodyPr vert="horz" lIns="91440" tIns="45720" rIns="91440" bIns="45720" rtlCol="0" anchor="ctr"/>
          <a:lstStyle>
            <a:lvl1pPr algn="l">
              <a:defRPr sz="1200" b="0" i="0">
                <a:solidFill>
                  <a:schemeClr val="bg1"/>
                </a:solidFill>
                <a:latin typeface="HRSD Gov" pitchFamily="2" charset="-78"/>
                <a:ea typeface="HRSD Gov" pitchFamily="2" charset="-78"/>
                <a:cs typeface="HRSD Gov" pitchFamily="2" charset="-78"/>
              </a:defRPr>
            </a:lvl1pPr>
          </a:lstStyle>
          <a:p>
            <a:fld id="{D782F6C7-0B97-5D49-B9C6-611F36C3E139}" type="slidenum">
              <a:rPr lang="en-SA" smtClean="0"/>
              <a:pPr/>
              <a:t>‹#›</a:t>
            </a:fld>
            <a:endParaRPr lang="en-SA" dirty="0"/>
          </a:p>
        </p:txBody>
      </p:sp>
    </p:spTree>
    <p:extLst>
      <p:ext uri="{BB962C8B-B14F-4D97-AF65-F5344CB8AC3E}">
        <p14:creationId xmlns:p14="http://schemas.microsoft.com/office/powerpoint/2010/main" val="42758527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8" name="Graphic 16">
            <a:extLst>
              <a:ext uri="{FF2B5EF4-FFF2-40B4-BE49-F238E27FC236}">
                <a16:creationId xmlns:a16="http://schemas.microsoft.com/office/drawing/2014/main" id="{CE085523-6E1A-5D6A-C5ED-CF36C5C5DD8A}"/>
              </a:ext>
            </a:extLst>
          </p:cNvPr>
          <p:cNvSpPr/>
          <p:nvPr userDrawn="1"/>
        </p:nvSpPr>
        <p:spPr>
          <a:xfrm>
            <a:off x="0" y="6985"/>
            <a:ext cx="4106545" cy="1073150"/>
          </a:xfrm>
          <a:custGeom>
            <a:avLst/>
            <a:gdLst>
              <a:gd name="connsiteX0" fmla="*/ 0 w 4106545"/>
              <a:gd name="connsiteY0" fmla="*/ 1073150 h 1073150"/>
              <a:gd name="connsiteX1" fmla="*/ 1143000 w 4106545"/>
              <a:gd name="connsiteY1" fmla="*/ 996315 h 1073150"/>
              <a:gd name="connsiteX2" fmla="*/ 4106545 w 4106545"/>
              <a:gd name="connsiteY2" fmla="*/ 0 h 1073150"/>
            </a:gdLst>
            <a:ahLst/>
            <a:cxnLst>
              <a:cxn ang="0">
                <a:pos x="connsiteX0" y="connsiteY0"/>
              </a:cxn>
              <a:cxn ang="0">
                <a:pos x="connsiteX1" y="connsiteY1"/>
              </a:cxn>
              <a:cxn ang="0">
                <a:pos x="connsiteX2" y="connsiteY2"/>
              </a:cxn>
            </a:cxnLst>
            <a:rect l="l" t="t" r="r" b="b"/>
            <a:pathLst>
              <a:path w="4106545" h="1073150">
                <a:moveTo>
                  <a:pt x="0" y="1073150"/>
                </a:moveTo>
                <a:cubicBezTo>
                  <a:pt x="405130" y="1073150"/>
                  <a:pt x="786765" y="1044575"/>
                  <a:pt x="1143000" y="996315"/>
                </a:cubicBezTo>
                <a:cubicBezTo>
                  <a:pt x="2964815" y="750570"/>
                  <a:pt x="4106545" y="0"/>
                  <a:pt x="4106545" y="0"/>
                </a:cubicBezTo>
              </a:path>
            </a:pathLst>
          </a:custGeom>
          <a:noFill/>
          <a:ln w="6470" cap="flat">
            <a:solidFill>
              <a:srgbClr val="009A9A"/>
            </a:solidFill>
            <a:prstDash val="solid"/>
            <a:miter/>
          </a:ln>
        </p:spPr>
        <p:txBody>
          <a:bodyPr rtlCol="0" anchor="ctr"/>
          <a:lstStyle/>
          <a:p>
            <a:pPr marL="0" algn="r" defTabSz="914400" rtl="1" eaLnBrk="1" latinLnBrk="0" hangingPunct="1"/>
            <a:endParaRPr lang="en-SA"/>
          </a:p>
        </p:txBody>
      </p:sp>
      <p:sp>
        <p:nvSpPr>
          <p:cNvPr id="2" name="TextBox 1">
            <a:extLst>
              <a:ext uri="{FF2B5EF4-FFF2-40B4-BE49-F238E27FC236}">
                <a16:creationId xmlns:a16="http://schemas.microsoft.com/office/drawing/2014/main" id="{068A4E34-54EC-5C48-3CE3-EE4511EBF1FD}"/>
              </a:ext>
            </a:extLst>
          </p:cNvPr>
          <p:cNvSpPr txBox="1"/>
          <p:nvPr userDrawn="1"/>
        </p:nvSpPr>
        <p:spPr>
          <a:xfrm>
            <a:off x="284119" y="6309268"/>
            <a:ext cx="3085246" cy="230832"/>
          </a:xfrm>
          <a:prstGeom prst="rect">
            <a:avLst/>
          </a:prstGeom>
          <a:noFill/>
        </p:spPr>
        <p:txBody>
          <a:bodyPr wrap="square" rtlCol="0">
            <a:spAutoFit/>
          </a:bodyPr>
          <a:lstStyle/>
          <a:p>
            <a:pPr marL="0" algn="l" defTabSz="914400" rtl="1" eaLnBrk="1" latinLnBrk="0" hangingPunct="1"/>
            <a:r>
              <a:rPr lang="ar-SA" sz="900" b="0" i="0" kern="1200" dirty="0">
                <a:solidFill>
                  <a:schemeClr val="bg1"/>
                </a:solidFill>
                <a:latin typeface="HRSD Gov" pitchFamily="2" charset="-78"/>
                <a:ea typeface="HRSD Gov" pitchFamily="2" charset="-78"/>
                <a:cs typeface="HRSD Gov" pitchFamily="2" charset="-78"/>
              </a:rPr>
              <a:t>جميع الحقوق محفوظه لوزارة الموارد البشرية والتنمية الاجتماعية © </a:t>
            </a:r>
            <a:r>
              <a:rPr lang="en-US" sz="900" b="0" i="0" kern="1200" dirty="0">
                <a:solidFill>
                  <a:schemeClr val="bg1"/>
                </a:solidFill>
                <a:latin typeface="HRSD Gov" pitchFamily="2" charset="-78"/>
                <a:ea typeface="HRSD Gov" pitchFamily="2" charset="-78"/>
                <a:cs typeface="HRSD Gov" pitchFamily="2" charset="-78"/>
              </a:rPr>
              <a:t>2025</a:t>
            </a:r>
            <a:endParaRPr lang="ar-SA" sz="900" b="0" i="0" kern="1200" dirty="0">
              <a:solidFill>
                <a:schemeClr val="bg1"/>
              </a:solidFill>
              <a:latin typeface="HRSD Gov" pitchFamily="2" charset="-78"/>
              <a:ea typeface="HRSD Gov" pitchFamily="2" charset="-78"/>
              <a:cs typeface="HRSD Gov" pitchFamily="2" charset="-78"/>
            </a:endParaRPr>
          </a:p>
        </p:txBody>
      </p:sp>
      <p:sp>
        <p:nvSpPr>
          <p:cNvPr id="3" name="Slide Number Placeholder 5">
            <a:extLst>
              <a:ext uri="{FF2B5EF4-FFF2-40B4-BE49-F238E27FC236}">
                <a16:creationId xmlns:a16="http://schemas.microsoft.com/office/drawing/2014/main" id="{B6612A3D-D3CC-7784-E252-3E1BF0E1F1BF}"/>
              </a:ext>
            </a:extLst>
          </p:cNvPr>
          <p:cNvSpPr>
            <a:spLocks noGrp="1"/>
          </p:cNvSpPr>
          <p:nvPr>
            <p:ph type="sldNum" sz="quarter" idx="4"/>
          </p:nvPr>
        </p:nvSpPr>
        <p:spPr>
          <a:xfrm>
            <a:off x="11416952" y="6242121"/>
            <a:ext cx="418610" cy="365125"/>
          </a:xfrm>
          <a:prstGeom prst="rect">
            <a:avLst/>
          </a:prstGeom>
        </p:spPr>
        <p:txBody>
          <a:bodyPr vert="horz" lIns="91440" tIns="45720" rIns="91440" bIns="45720" rtlCol="0" anchor="ctr"/>
          <a:lstStyle>
            <a:lvl1pPr algn="l">
              <a:defRPr sz="1200" b="0" i="0">
                <a:solidFill>
                  <a:schemeClr val="bg1"/>
                </a:solidFill>
                <a:latin typeface="HRSD Gov" pitchFamily="2" charset="-78"/>
                <a:ea typeface="HRSD Gov" pitchFamily="2" charset="-78"/>
                <a:cs typeface="HRSD Gov" pitchFamily="2" charset="-78"/>
              </a:defRPr>
            </a:lvl1pPr>
          </a:lstStyle>
          <a:p>
            <a:fld id="{D782F6C7-0B97-5D49-B9C6-611F36C3E139}" type="slidenum">
              <a:rPr lang="en-SA" smtClean="0"/>
              <a:pPr/>
              <a:t>‹#›</a:t>
            </a:fld>
            <a:endParaRPr lang="en-SA" dirty="0"/>
          </a:p>
        </p:txBody>
      </p:sp>
      <p:pic>
        <p:nvPicPr>
          <p:cNvPr id="5" name="صورة 14">
            <a:extLst>
              <a:ext uri="{FF2B5EF4-FFF2-40B4-BE49-F238E27FC236}">
                <a16:creationId xmlns:a16="http://schemas.microsoft.com/office/drawing/2014/main" id="{C4F9ED35-F7F4-1F21-F626-50F3CD859B14}"/>
              </a:ext>
            </a:extLst>
          </p:cNvPr>
          <p:cNvPicPr>
            <a:picLocks noChangeAspect="1"/>
          </p:cNvPicPr>
          <p:nvPr userDrawn="1"/>
        </p:nvPicPr>
        <p:blipFill>
          <a:blip r:embed="rId2"/>
          <a:stretch>
            <a:fillRect/>
          </a:stretch>
        </p:blipFill>
        <p:spPr>
          <a:xfrm>
            <a:off x="11373629" y="237893"/>
            <a:ext cx="507199" cy="414981"/>
          </a:xfrm>
          <a:prstGeom prst="rect">
            <a:avLst/>
          </a:prstGeom>
        </p:spPr>
      </p:pic>
    </p:spTree>
    <p:extLst>
      <p:ext uri="{BB962C8B-B14F-4D97-AF65-F5344CB8AC3E}">
        <p14:creationId xmlns:p14="http://schemas.microsoft.com/office/powerpoint/2010/main" val="258262529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grpSp>
        <p:nvGrpSpPr>
          <p:cNvPr id="30" name="Graphic 28">
            <a:extLst>
              <a:ext uri="{FF2B5EF4-FFF2-40B4-BE49-F238E27FC236}">
                <a16:creationId xmlns:a16="http://schemas.microsoft.com/office/drawing/2014/main" id="{877872F9-C160-217A-1222-F106CD65413A}"/>
              </a:ext>
            </a:extLst>
          </p:cNvPr>
          <p:cNvGrpSpPr/>
          <p:nvPr/>
        </p:nvGrpSpPr>
        <p:grpSpPr>
          <a:xfrm>
            <a:off x="0" y="0"/>
            <a:ext cx="2540000" cy="1114486"/>
            <a:chOff x="0" y="0"/>
            <a:chExt cx="2540000" cy="1114486"/>
          </a:xfrm>
        </p:grpSpPr>
        <p:sp>
          <p:nvSpPr>
            <p:cNvPr id="31" name="Freeform 30">
              <a:extLst>
                <a:ext uri="{FF2B5EF4-FFF2-40B4-BE49-F238E27FC236}">
                  <a16:creationId xmlns:a16="http://schemas.microsoft.com/office/drawing/2014/main" id="{D74CB712-8030-685A-3C1F-26FA0F272107}"/>
                </a:ext>
              </a:extLst>
            </p:cNvPr>
            <p:cNvSpPr/>
            <p:nvPr/>
          </p:nvSpPr>
          <p:spPr>
            <a:xfrm>
              <a:off x="0" y="0"/>
              <a:ext cx="892175" cy="716280"/>
            </a:xfrm>
            <a:custGeom>
              <a:avLst/>
              <a:gdLst>
                <a:gd name="connsiteX0" fmla="*/ 0 w 892175"/>
                <a:gd name="connsiteY0" fmla="*/ 0 h 716280"/>
                <a:gd name="connsiteX1" fmla="*/ 0 w 892175"/>
                <a:gd name="connsiteY1" fmla="*/ 716280 h 716280"/>
                <a:gd name="connsiteX2" fmla="*/ 892175 w 892175"/>
                <a:gd name="connsiteY2" fmla="*/ 648970 h 716280"/>
                <a:gd name="connsiteX3" fmla="*/ 892175 w 892175"/>
                <a:gd name="connsiteY3" fmla="*/ 0 h 716280"/>
                <a:gd name="connsiteX4" fmla="*/ 0 w 892175"/>
                <a:gd name="connsiteY4" fmla="*/ 0 h 716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2175" h="716280">
                  <a:moveTo>
                    <a:pt x="0" y="0"/>
                  </a:moveTo>
                  <a:lnTo>
                    <a:pt x="0" y="716280"/>
                  </a:lnTo>
                  <a:cubicBezTo>
                    <a:pt x="316230" y="716280"/>
                    <a:pt x="614680" y="691515"/>
                    <a:pt x="892175" y="648970"/>
                  </a:cubicBezTo>
                  <a:lnTo>
                    <a:pt x="892175" y="0"/>
                  </a:lnTo>
                  <a:lnTo>
                    <a:pt x="0" y="0"/>
                  </a:lnTo>
                  <a:close/>
                </a:path>
              </a:pathLst>
            </a:custGeom>
            <a:solidFill>
              <a:schemeClr val="accent2"/>
            </a:solidFill>
            <a:ln w="6350" cap="flat">
              <a:noFill/>
              <a:prstDash val="solid"/>
              <a:miter/>
            </a:ln>
          </p:spPr>
          <p:txBody>
            <a:bodyPr rtlCol="0" anchor="ctr"/>
            <a:lstStyle/>
            <a:p>
              <a:pPr marL="0" algn="r" defTabSz="914400" rtl="1" eaLnBrk="1" latinLnBrk="0" hangingPunct="1"/>
              <a:endParaRPr lang="en-SA"/>
            </a:p>
          </p:txBody>
        </p:sp>
        <p:sp>
          <p:nvSpPr>
            <p:cNvPr id="32" name="Freeform 31">
              <a:extLst>
                <a:ext uri="{FF2B5EF4-FFF2-40B4-BE49-F238E27FC236}">
                  <a16:creationId xmlns:a16="http://schemas.microsoft.com/office/drawing/2014/main" id="{83C6CA01-7EE3-2D20-FF89-C44184832696}"/>
                </a:ext>
              </a:extLst>
            </p:cNvPr>
            <p:cNvSpPr/>
            <p:nvPr/>
          </p:nvSpPr>
          <p:spPr>
            <a:xfrm>
              <a:off x="892175" y="0"/>
              <a:ext cx="1647825" cy="619759"/>
            </a:xfrm>
            <a:custGeom>
              <a:avLst/>
              <a:gdLst>
                <a:gd name="connsiteX0" fmla="*/ 0 w 1647825"/>
                <a:gd name="connsiteY0" fmla="*/ 0 h 619759"/>
                <a:gd name="connsiteX1" fmla="*/ 0 w 1647825"/>
                <a:gd name="connsiteY1" fmla="*/ 619760 h 619759"/>
                <a:gd name="connsiteX2" fmla="*/ 1647825 w 1647825"/>
                <a:gd name="connsiteY2" fmla="*/ 0 h 619759"/>
                <a:gd name="connsiteX3" fmla="*/ 0 w 1647825"/>
                <a:gd name="connsiteY3" fmla="*/ 0 h 619759"/>
              </a:gdLst>
              <a:ahLst/>
              <a:cxnLst>
                <a:cxn ang="0">
                  <a:pos x="connsiteX0" y="connsiteY0"/>
                </a:cxn>
                <a:cxn ang="0">
                  <a:pos x="connsiteX1" y="connsiteY1"/>
                </a:cxn>
                <a:cxn ang="0">
                  <a:pos x="connsiteX2" y="connsiteY2"/>
                </a:cxn>
                <a:cxn ang="0">
                  <a:pos x="connsiteX3" y="connsiteY3"/>
                </a:cxn>
              </a:cxnLst>
              <a:rect l="l" t="t" r="r" b="b"/>
              <a:pathLst>
                <a:path w="1647825" h="619759">
                  <a:moveTo>
                    <a:pt x="0" y="0"/>
                  </a:moveTo>
                  <a:lnTo>
                    <a:pt x="0" y="619760"/>
                  </a:lnTo>
                  <a:cubicBezTo>
                    <a:pt x="1013460" y="466725"/>
                    <a:pt x="1647825" y="0"/>
                    <a:pt x="1647825" y="0"/>
                  </a:cubicBezTo>
                  <a:lnTo>
                    <a:pt x="0" y="0"/>
                  </a:lnTo>
                  <a:close/>
                </a:path>
              </a:pathLst>
            </a:custGeom>
            <a:solidFill>
              <a:schemeClr val="accent3"/>
            </a:solidFill>
            <a:ln w="6350" cap="flat">
              <a:noFill/>
              <a:prstDash val="solid"/>
              <a:miter/>
            </a:ln>
          </p:spPr>
          <p:txBody>
            <a:bodyPr rtlCol="0" anchor="ctr"/>
            <a:lstStyle/>
            <a:p>
              <a:pPr marL="0" algn="r" defTabSz="914400" rtl="1" eaLnBrk="1" latinLnBrk="0" hangingPunct="1"/>
              <a:endParaRPr lang="en-SA"/>
            </a:p>
          </p:txBody>
        </p:sp>
        <p:sp>
          <p:nvSpPr>
            <p:cNvPr id="33" name="Freeform 32">
              <a:extLst>
                <a:ext uri="{FF2B5EF4-FFF2-40B4-BE49-F238E27FC236}">
                  <a16:creationId xmlns:a16="http://schemas.microsoft.com/office/drawing/2014/main" id="{F5BEEE39-D1E1-80CB-62C7-6BC6EE09B013}"/>
                </a:ext>
              </a:extLst>
            </p:cNvPr>
            <p:cNvSpPr/>
            <p:nvPr/>
          </p:nvSpPr>
          <p:spPr>
            <a:xfrm>
              <a:off x="0" y="640777"/>
              <a:ext cx="892175" cy="473709"/>
            </a:xfrm>
            <a:custGeom>
              <a:avLst/>
              <a:gdLst>
                <a:gd name="connsiteX0" fmla="*/ 0 w 892175"/>
                <a:gd name="connsiteY0" fmla="*/ 67945 h 473709"/>
                <a:gd name="connsiteX1" fmla="*/ 0 w 892175"/>
                <a:gd name="connsiteY1" fmla="*/ 289560 h 473709"/>
                <a:gd name="connsiteX2" fmla="*/ 892175 w 892175"/>
                <a:gd name="connsiteY2" fmla="*/ 473710 h 473709"/>
                <a:gd name="connsiteX3" fmla="*/ 892175 w 892175"/>
                <a:gd name="connsiteY3" fmla="*/ 0 h 473709"/>
                <a:gd name="connsiteX4" fmla="*/ 0 w 892175"/>
                <a:gd name="connsiteY4" fmla="*/ 67945 h 473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2175" h="473709">
                  <a:moveTo>
                    <a:pt x="0" y="67945"/>
                  </a:moveTo>
                  <a:lnTo>
                    <a:pt x="0" y="289560"/>
                  </a:lnTo>
                  <a:cubicBezTo>
                    <a:pt x="0" y="289560"/>
                    <a:pt x="511810" y="291465"/>
                    <a:pt x="892175" y="473710"/>
                  </a:cubicBezTo>
                  <a:lnTo>
                    <a:pt x="892175" y="0"/>
                  </a:lnTo>
                  <a:cubicBezTo>
                    <a:pt x="614680" y="43180"/>
                    <a:pt x="316230" y="67945"/>
                    <a:pt x="0" y="67945"/>
                  </a:cubicBezTo>
                  <a:close/>
                </a:path>
              </a:pathLst>
            </a:custGeom>
            <a:solidFill>
              <a:schemeClr val="accent2"/>
            </a:solidFill>
            <a:ln w="6350" cap="flat">
              <a:noFill/>
              <a:prstDash val="solid"/>
              <a:miter/>
            </a:ln>
          </p:spPr>
          <p:txBody>
            <a:bodyPr rtlCol="0" anchor="ctr"/>
            <a:lstStyle/>
            <a:p>
              <a:pPr marL="0" algn="r" defTabSz="914400" rtl="1" eaLnBrk="1" latinLnBrk="0" hangingPunct="1"/>
              <a:endParaRPr lang="en-SA" dirty="0"/>
            </a:p>
          </p:txBody>
        </p:sp>
      </p:grpSp>
      <p:sp>
        <p:nvSpPr>
          <p:cNvPr id="2" name="TextBox 1">
            <a:extLst>
              <a:ext uri="{FF2B5EF4-FFF2-40B4-BE49-F238E27FC236}">
                <a16:creationId xmlns:a16="http://schemas.microsoft.com/office/drawing/2014/main" id="{8EF02A26-306E-DC21-5380-667EA54E5DF9}"/>
              </a:ext>
            </a:extLst>
          </p:cNvPr>
          <p:cNvSpPr txBox="1"/>
          <p:nvPr userDrawn="1"/>
        </p:nvSpPr>
        <p:spPr>
          <a:xfrm>
            <a:off x="284119" y="6309268"/>
            <a:ext cx="3085246" cy="230832"/>
          </a:xfrm>
          <a:prstGeom prst="rect">
            <a:avLst/>
          </a:prstGeom>
          <a:noFill/>
        </p:spPr>
        <p:txBody>
          <a:bodyPr wrap="square" rtlCol="0">
            <a:spAutoFit/>
          </a:bodyPr>
          <a:lstStyle/>
          <a:p>
            <a:pPr marL="0" algn="l" defTabSz="914400" rtl="1" eaLnBrk="1" latinLnBrk="0" hangingPunct="1"/>
            <a:r>
              <a:rPr lang="ar-SA" sz="900" b="0" i="0" kern="1200" dirty="0">
                <a:solidFill>
                  <a:schemeClr val="bg1"/>
                </a:solidFill>
                <a:latin typeface="HRSD Gov" pitchFamily="2" charset="-78"/>
                <a:ea typeface="HRSD Gov" pitchFamily="2" charset="-78"/>
                <a:cs typeface="HRSD Gov" pitchFamily="2" charset="-78"/>
              </a:rPr>
              <a:t>جميع الحقوق محفوظه لوزارة الموارد البشرية والتنمية الاجتماعية © </a:t>
            </a:r>
            <a:r>
              <a:rPr lang="en-US" sz="900" b="0" i="0" kern="1200" dirty="0">
                <a:solidFill>
                  <a:schemeClr val="bg1"/>
                </a:solidFill>
                <a:latin typeface="HRSD Gov" pitchFamily="2" charset="-78"/>
                <a:ea typeface="HRSD Gov" pitchFamily="2" charset="-78"/>
                <a:cs typeface="HRSD Gov" pitchFamily="2" charset="-78"/>
              </a:rPr>
              <a:t>2025</a:t>
            </a:r>
            <a:endParaRPr lang="ar-SA" sz="900" b="0" i="0" kern="1200" dirty="0">
              <a:solidFill>
                <a:schemeClr val="bg1"/>
              </a:solidFill>
              <a:latin typeface="HRSD Gov" pitchFamily="2" charset="-78"/>
              <a:ea typeface="HRSD Gov" pitchFamily="2" charset="-78"/>
              <a:cs typeface="HRSD Gov" pitchFamily="2" charset="-78"/>
            </a:endParaRPr>
          </a:p>
        </p:txBody>
      </p:sp>
      <p:sp>
        <p:nvSpPr>
          <p:cNvPr id="3" name="Slide Number Placeholder 5">
            <a:extLst>
              <a:ext uri="{FF2B5EF4-FFF2-40B4-BE49-F238E27FC236}">
                <a16:creationId xmlns:a16="http://schemas.microsoft.com/office/drawing/2014/main" id="{350CAADD-3FFE-62EB-EF06-686D57C38BCF}"/>
              </a:ext>
            </a:extLst>
          </p:cNvPr>
          <p:cNvSpPr>
            <a:spLocks noGrp="1"/>
          </p:cNvSpPr>
          <p:nvPr>
            <p:ph type="sldNum" sz="quarter" idx="4"/>
          </p:nvPr>
        </p:nvSpPr>
        <p:spPr>
          <a:xfrm>
            <a:off x="11416952" y="6242121"/>
            <a:ext cx="418610" cy="365125"/>
          </a:xfrm>
          <a:prstGeom prst="rect">
            <a:avLst/>
          </a:prstGeom>
        </p:spPr>
        <p:txBody>
          <a:bodyPr vert="horz" lIns="91440" tIns="45720" rIns="91440" bIns="45720" rtlCol="0" anchor="ctr"/>
          <a:lstStyle>
            <a:lvl1pPr algn="l">
              <a:defRPr sz="1200" b="0" i="0">
                <a:solidFill>
                  <a:schemeClr val="bg1"/>
                </a:solidFill>
                <a:latin typeface="HRSD Gov" pitchFamily="2" charset="-78"/>
                <a:ea typeface="HRSD Gov" pitchFamily="2" charset="-78"/>
                <a:cs typeface="HRSD Gov" pitchFamily="2" charset="-78"/>
              </a:defRPr>
            </a:lvl1pPr>
          </a:lstStyle>
          <a:p>
            <a:fld id="{D782F6C7-0B97-5D49-B9C6-611F36C3E139}" type="slidenum">
              <a:rPr lang="en-SA" smtClean="0"/>
              <a:pPr/>
              <a:t>‹#›</a:t>
            </a:fld>
            <a:endParaRPr lang="en-SA" dirty="0"/>
          </a:p>
        </p:txBody>
      </p:sp>
      <p:pic>
        <p:nvPicPr>
          <p:cNvPr id="4" name="صورة 14">
            <a:extLst>
              <a:ext uri="{FF2B5EF4-FFF2-40B4-BE49-F238E27FC236}">
                <a16:creationId xmlns:a16="http://schemas.microsoft.com/office/drawing/2014/main" id="{91ABDB20-D678-1A17-35A1-B307A0A62354}"/>
              </a:ext>
            </a:extLst>
          </p:cNvPr>
          <p:cNvPicPr>
            <a:picLocks noChangeAspect="1"/>
          </p:cNvPicPr>
          <p:nvPr userDrawn="1"/>
        </p:nvPicPr>
        <p:blipFill>
          <a:blip r:embed="rId2"/>
          <a:stretch>
            <a:fillRect/>
          </a:stretch>
        </p:blipFill>
        <p:spPr>
          <a:xfrm>
            <a:off x="11373629" y="237893"/>
            <a:ext cx="507199" cy="414981"/>
          </a:xfrm>
          <a:prstGeom prst="rect">
            <a:avLst/>
          </a:prstGeom>
        </p:spPr>
      </p:pic>
    </p:spTree>
    <p:extLst>
      <p:ext uri="{BB962C8B-B14F-4D97-AF65-F5344CB8AC3E}">
        <p14:creationId xmlns:p14="http://schemas.microsoft.com/office/powerpoint/2010/main" val="145767538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7EBB3EEB-48A4-8B42-0B9D-4C5B08C7D4F2}"/>
              </a:ext>
            </a:extLst>
          </p:cNvPr>
          <p:cNvSpPr>
            <a:spLocks noGrp="1"/>
          </p:cNvSpPr>
          <p:nvPr>
            <p:ph type="sldNum" sz="quarter" idx="4"/>
          </p:nvPr>
        </p:nvSpPr>
        <p:spPr>
          <a:xfrm>
            <a:off x="11416952" y="6242121"/>
            <a:ext cx="418610" cy="365125"/>
          </a:xfrm>
          <a:prstGeom prst="rect">
            <a:avLst/>
          </a:prstGeom>
        </p:spPr>
        <p:txBody>
          <a:bodyPr vert="horz" lIns="91440" tIns="45720" rIns="91440" bIns="45720" rtlCol="0" anchor="ctr"/>
          <a:lstStyle>
            <a:lvl1pPr algn="l">
              <a:defRPr sz="1200" b="0" i="0">
                <a:solidFill>
                  <a:schemeClr val="bg1"/>
                </a:solidFill>
                <a:latin typeface="HRSD Gov" pitchFamily="2" charset="-78"/>
                <a:ea typeface="HRSD Gov" pitchFamily="2" charset="-78"/>
                <a:cs typeface="HRSD Gov" pitchFamily="2" charset="-78"/>
              </a:defRPr>
            </a:lvl1pPr>
          </a:lstStyle>
          <a:p>
            <a:fld id="{D782F6C7-0B97-5D49-B9C6-611F36C3E139}" type="slidenum">
              <a:rPr lang="en-SA" smtClean="0"/>
              <a:pPr/>
              <a:t>‹#›</a:t>
            </a:fld>
            <a:endParaRPr lang="en-SA" dirty="0"/>
          </a:p>
        </p:txBody>
      </p:sp>
      <p:pic>
        <p:nvPicPr>
          <p:cNvPr id="6" name="صورة 14">
            <a:extLst>
              <a:ext uri="{FF2B5EF4-FFF2-40B4-BE49-F238E27FC236}">
                <a16:creationId xmlns:a16="http://schemas.microsoft.com/office/drawing/2014/main" id="{DA25E214-9753-E739-4A33-6761188A0C50}"/>
              </a:ext>
            </a:extLst>
          </p:cNvPr>
          <p:cNvPicPr>
            <a:picLocks noChangeAspect="1"/>
          </p:cNvPicPr>
          <p:nvPr userDrawn="1"/>
        </p:nvPicPr>
        <p:blipFill>
          <a:blip r:embed="rId2"/>
          <a:stretch>
            <a:fillRect/>
          </a:stretch>
        </p:blipFill>
        <p:spPr>
          <a:xfrm>
            <a:off x="11373629" y="237893"/>
            <a:ext cx="507199" cy="414981"/>
          </a:xfrm>
          <a:prstGeom prst="rect">
            <a:avLst/>
          </a:prstGeom>
        </p:spPr>
      </p:pic>
      <p:sp>
        <p:nvSpPr>
          <p:cNvPr id="2" name="TextBox 1">
            <a:extLst>
              <a:ext uri="{FF2B5EF4-FFF2-40B4-BE49-F238E27FC236}">
                <a16:creationId xmlns:a16="http://schemas.microsoft.com/office/drawing/2014/main" id="{0703B9FD-5F9C-9BCE-B127-323E5AD422D0}"/>
              </a:ext>
            </a:extLst>
          </p:cNvPr>
          <p:cNvSpPr txBox="1"/>
          <p:nvPr userDrawn="1"/>
        </p:nvSpPr>
        <p:spPr>
          <a:xfrm>
            <a:off x="284119" y="6309268"/>
            <a:ext cx="3085246" cy="230832"/>
          </a:xfrm>
          <a:prstGeom prst="rect">
            <a:avLst/>
          </a:prstGeom>
          <a:noFill/>
        </p:spPr>
        <p:txBody>
          <a:bodyPr wrap="square" rtlCol="0">
            <a:spAutoFit/>
          </a:bodyPr>
          <a:lstStyle/>
          <a:p>
            <a:pPr marL="0" algn="l" defTabSz="914400" rtl="1" eaLnBrk="1" latinLnBrk="0" hangingPunct="1"/>
            <a:r>
              <a:rPr lang="ar-SA" sz="900" b="0" i="0" kern="1200" dirty="0">
                <a:solidFill>
                  <a:schemeClr val="bg1"/>
                </a:solidFill>
                <a:latin typeface="HRSD Gov" pitchFamily="2" charset="-78"/>
                <a:ea typeface="HRSD Gov" pitchFamily="2" charset="-78"/>
                <a:cs typeface="HRSD Gov" pitchFamily="2" charset="-78"/>
              </a:rPr>
              <a:t>جميع الحقوق محفوظه لوزارة الموارد البشرية والتنمية الاجتماعية © </a:t>
            </a:r>
            <a:r>
              <a:rPr lang="en-US" sz="900" b="0" i="0" kern="1200" dirty="0">
                <a:solidFill>
                  <a:schemeClr val="bg1"/>
                </a:solidFill>
                <a:latin typeface="HRSD Gov" pitchFamily="2" charset="-78"/>
                <a:ea typeface="HRSD Gov" pitchFamily="2" charset="-78"/>
                <a:cs typeface="HRSD Gov" pitchFamily="2" charset="-78"/>
              </a:rPr>
              <a:t>2025</a:t>
            </a:r>
            <a:endParaRPr lang="ar-SA" sz="900" b="0" i="0" kern="1200" dirty="0">
              <a:solidFill>
                <a:schemeClr val="bg1"/>
              </a:solidFill>
              <a:latin typeface="HRSD Gov" pitchFamily="2" charset="-78"/>
              <a:ea typeface="HRSD Gov" pitchFamily="2" charset="-78"/>
              <a:cs typeface="HRSD Gov" pitchFamily="2" charset="-78"/>
            </a:endParaRPr>
          </a:p>
        </p:txBody>
      </p:sp>
    </p:spTree>
    <p:extLst>
      <p:ext uri="{BB962C8B-B14F-4D97-AF65-F5344CB8AC3E}">
        <p14:creationId xmlns:p14="http://schemas.microsoft.com/office/powerpoint/2010/main" val="16669233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grpSp>
        <p:nvGrpSpPr>
          <p:cNvPr id="6" name="Graphic 4">
            <a:extLst>
              <a:ext uri="{FF2B5EF4-FFF2-40B4-BE49-F238E27FC236}">
                <a16:creationId xmlns:a16="http://schemas.microsoft.com/office/drawing/2014/main" id="{33833E22-482E-64BF-25D5-49A803DFAB0E}"/>
              </a:ext>
            </a:extLst>
          </p:cNvPr>
          <p:cNvGrpSpPr/>
          <p:nvPr/>
        </p:nvGrpSpPr>
        <p:grpSpPr>
          <a:xfrm>
            <a:off x="0" y="3202940"/>
            <a:ext cx="12191999" cy="3655060"/>
            <a:chOff x="0" y="3202939"/>
            <a:chExt cx="12191999" cy="3655060"/>
          </a:xfrm>
        </p:grpSpPr>
        <p:sp>
          <p:nvSpPr>
            <p:cNvPr id="13" name="Freeform 12">
              <a:extLst>
                <a:ext uri="{FF2B5EF4-FFF2-40B4-BE49-F238E27FC236}">
                  <a16:creationId xmlns:a16="http://schemas.microsoft.com/office/drawing/2014/main" id="{EDFD25C5-4AF7-29C3-7631-F57BED8855A8}"/>
                </a:ext>
              </a:extLst>
            </p:cNvPr>
            <p:cNvSpPr/>
            <p:nvPr/>
          </p:nvSpPr>
          <p:spPr>
            <a:xfrm>
              <a:off x="9013371" y="4011816"/>
              <a:ext cx="3178628" cy="325867"/>
            </a:xfrm>
            <a:custGeom>
              <a:avLst/>
              <a:gdLst>
                <a:gd name="connsiteX0" fmla="*/ 3035935 w 3035934"/>
                <a:gd name="connsiteY0" fmla="*/ 0 h 342264"/>
                <a:gd name="connsiteX1" fmla="*/ 0 w 3035934"/>
                <a:gd name="connsiteY1" fmla="*/ 342265 h 342264"/>
              </a:gdLst>
              <a:ahLst/>
              <a:cxnLst>
                <a:cxn ang="0">
                  <a:pos x="connsiteX0" y="connsiteY0"/>
                </a:cxn>
                <a:cxn ang="0">
                  <a:pos x="connsiteX1" y="connsiteY1"/>
                </a:cxn>
              </a:cxnLst>
              <a:rect l="l" t="t" r="r" b="b"/>
              <a:pathLst>
                <a:path w="3035934" h="342264">
                  <a:moveTo>
                    <a:pt x="3035935" y="0"/>
                  </a:moveTo>
                  <a:cubicBezTo>
                    <a:pt x="3035935" y="0"/>
                    <a:pt x="1786890" y="195580"/>
                    <a:pt x="0" y="342265"/>
                  </a:cubicBezTo>
                </a:path>
              </a:pathLst>
            </a:custGeom>
            <a:noFill/>
            <a:ln w="17210" cap="flat">
              <a:solidFill>
                <a:schemeClr val="bg2"/>
              </a:solidFill>
              <a:prstDash val="solid"/>
              <a:miter/>
            </a:ln>
          </p:spPr>
          <p:txBody>
            <a:bodyPr rtlCol="0" anchor="ctr"/>
            <a:lstStyle/>
            <a:p>
              <a:pPr marL="0" algn="r" defTabSz="914400" rtl="1" eaLnBrk="1" latinLnBrk="0" hangingPunct="1"/>
              <a:endParaRPr lang="en-SA"/>
            </a:p>
          </p:txBody>
        </p:sp>
        <p:grpSp>
          <p:nvGrpSpPr>
            <p:cNvPr id="7" name="Graphic 4">
              <a:extLst>
                <a:ext uri="{FF2B5EF4-FFF2-40B4-BE49-F238E27FC236}">
                  <a16:creationId xmlns:a16="http://schemas.microsoft.com/office/drawing/2014/main" id="{9538D04F-931A-341F-DC0B-90FE461F960F}"/>
                </a:ext>
              </a:extLst>
            </p:cNvPr>
            <p:cNvGrpSpPr/>
            <p:nvPr/>
          </p:nvGrpSpPr>
          <p:grpSpPr>
            <a:xfrm>
              <a:off x="0" y="3202939"/>
              <a:ext cx="12191999" cy="3655060"/>
              <a:chOff x="0" y="3202939"/>
              <a:chExt cx="12191999" cy="3655060"/>
            </a:xfrm>
          </p:grpSpPr>
          <p:sp>
            <p:nvSpPr>
              <p:cNvPr id="8" name="Freeform 7">
                <a:extLst>
                  <a:ext uri="{FF2B5EF4-FFF2-40B4-BE49-F238E27FC236}">
                    <a16:creationId xmlns:a16="http://schemas.microsoft.com/office/drawing/2014/main" id="{F7A1C6CE-57A2-49FB-AF8E-E9C14C62F490}"/>
                  </a:ext>
                </a:extLst>
              </p:cNvPr>
              <p:cNvSpPr/>
              <p:nvPr/>
            </p:nvSpPr>
            <p:spPr>
              <a:xfrm>
                <a:off x="0" y="3202939"/>
                <a:ext cx="8380730" cy="3655060"/>
              </a:xfrm>
              <a:custGeom>
                <a:avLst/>
                <a:gdLst>
                  <a:gd name="connsiteX0" fmla="*/ 0 w 8380730"/>
                  <a:gd name="connsiteY0" fmla="*/ 0 h 3655060"/>
                  <a:gd name="connsiteX1" fmla="*/ 0 w 8380730"/>
                  <a:gd name="connsiteY1" fmla="*/ 3655060 h 3655060"/>
                  <a:gd name="connsiteX2" fmla="*/ 8380731 w 8380730"/>
                  <a:gd name="connsiteY2" fmla="*/ 3655060 h 3655060"/>
                  <a:gd name="connsiteX3" fmla="*/ 8380731 w 8380730"/>
                  <a:gd name="connsiteY3" fmla="*/ 1837690 h 3655060"/>
                  <a:gd name="connsiteX4" fmla="*/ 0 w 8380730"/>
                  <a:gd name="connsiteY4" fmla="*/ 0 h 3655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730" h="3655060">
                    <a:moveTo>
                      <a:pt x="0" y="0"/>
                    </a:moveTo>
                    <a:lnTo>
                      <a:pt x="0" y="3655060"/>
                    </a:lnTo>
                    <a:lnTo>
                      <a:pt x="8380731" y="3655060"/>
                    </a:lnTo>
                    <a:lnTo>
                      <a:pt x="8380731" y="1837690"/>
                    </a:lnTo>
                    <a:cubicBezTo>
                      <a:pt x="5193030" y="988060"/>
                      <a:pt x="3216910" y="39370"/>
                      <a:pt x="0" y="0"/>
                    </a:cubicBezTo>
                    <a:close/>
                  </a:path>
                </a:pathLst>
              </a:custGeom>
              <a:solidFill>
                <a:schemeClr val="accent2"/>
              </a:solidFill>
              <a:ln w="6350" cap="flat">
                <a:noFill/>
                <a:prstDash val="solid"/>
                <a:miter/>
              </a:ln>
            </p:spPr>
            <p:txBody>
              <a:bodyPr rtlCol="0" anchor="ctr"/>
              <a:lstStyle/>
              <a:p>
                <a:pPr marL="0" algn="r" defTabSz="914400" rtl="1" eaLnBrk="1" latinLnBrk="0" hangingPunct="1"/>
                <a:endParaRPr lang="en-SA"/>
              </a:p>
            </p:txBody>
          </p:sp>
          <p:sp>
            <p:nvSpPr>
              <p:cNvPr id="9" name="Freeform 8">
                <a:extLst>
                  <a:ext uri="{FF2B5EF4-FFF2-40B4-BE49-F238E27FC236}">
                    <a16:creationId xmlns:a16="http://schemas.microsoft.com/office/drawing/2014/main" id="{90ADCB8B-CC2A-DCF9-50B9-3E1DFC349543}"/>
                  </a:ext>
                </a:extLst>
              </p:cNvPr>
              <p:cNvSpPr/>
              <p:nvPr/>
            </p:nvSpPr>
            <p:spPr>
              <a:xfrm>
                <a:off x="8380730" y="5040629"/>
                <a:ext cx="3811269" cy="1817370"/>
              </a:xfrm>
              <a:custGeom>
                <a:avLst/>
                <a:gdLst>
                  <a:gd name="connsiteX0" fmla="*/ 0 w 3811269"/>
                  <a:gd name="connsiteY0" fmla="*/ 1817370 h 1817370"/>
                  <a:gd name="connsiteX1" fmla="*/ 3811270 w 3811269"/>
                  <a:gd name="connsiteY1" fmla="*/ 1817370 h 1817370"/>
                  <a:gd name="connsiteX2" fmla="*/ 3811270 w 3811269"/>
                  <a:gd name="connsiteY2" fmla="*/ 500380 h 1817370"/>
                  <a:gd name="connsiteX3" fmla="*/ 0 w 3811269"/>
                  <a:gd name="connsiteY3" fmla="*/ 0 h 1817370"/>
                  <a:gd name="connsiteX4" fmla="*/ 0 w 3811269"/>
                  <a:gd name="connsiteY4" fmla="*/ 1817370 h 1817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1269" h="1817370">
                    <a:moveTo>
                      <a:pt x="0" y="1817370"/>
                    </a:moveTo>
                    <a:lnTo>
                      <a:pt x="3811270" y="1817370"/>
                    </a:lnTo>
                    <a:lnTo>
                      <a:pt x="3811270" y="500380"/>
                    </a:lnTo>
                    <a:cubicBezTo>
                      <a:pt x="2331720" y="490855"/>
                      <a:pt x="1094739" y="292100"/>
                      <a:pt x="0" y="0"/>
                    </a:cubicBezTo>
                    <a:lnTo>
                      <a:pt x="0" y="1817370"/>
                    </a:lnTo>
                    <a:close/>
                  </a:path>
                </a:pathLst>
              </a:custGeom>
              <a:solidFill>
                <a:schemeClr val="accent2"/>
              </a:solidFill>
              <a:ln w="6350" cap="flat">
                <a:noFill/>
                <a:prstDash val="solid"/>
                <a:miter/>
              </a:ln>
            </p:spPr>
            <p:txBody>
              <a:bodyPr rtlCol="0" anchor="ctr"/>
              <a:lstStyle/>
              <a:p>
                <a:pPr marL="0" algn="l" defTabSz="914400" rtl="0" eaLnBrk="1" latinLnBrk="0" hangingPunct="1"/>
                <a:endParaRPr lang="en-SA"/>
              </a:p>
            </p:txBody>
          </p:sp>
          <p:sp>
            <p:nvSpPr>
              <p:cNvPr id="10" name="Freeform 9">
                <a:extLst>
                  <a:ext uri="{FF2B5EF4-FFF2-40B4-BE49-F238E27FC236}">
                    <a16:creationId xmlns:a16="http://schemas.microsoft.com/office/drawing/2014/main" id="{3FBAE753-CED4-4899-383C-2478A36E9B8B}"/>
                  </a:ext>
                </a:extLst>
              </p:cNvPr>
              <p:cNvSpPr/>
              <p:nvPr/>
            </p:nvSpPr>
            <p:spPr>
              <a:xfrm>
                <a:off x="8380730" y="4098674"/>
                <a:ext cx="3811269" cy="1457325"/>
              </a:xfrm>
              <a:custGeom>
                <a:avLst/>
                <a:gdLst>
                  <a:gd name="connsiteX0" fmla="*/ 0 w 3811269"/>
                  <a:gd name="connsiteY0" fmla="*/ 0 h 1457325"/>
                  <a:gd name="connsiteX1" fmla="*/ 0 w 3811269"/>
                  <a:gd name="connsiteY1" fmla="*/ 956945 h 1457325"/>
                  <a:gd name="connsiteX2" fmla="*/ 3811270 w 3811269"/>
                  <a:gd name="connsiteY2" fmla="*/ 1457325 h 1457325"/>
                  <a:gd name="connsiteX3" fmla="*/ 3811270 w 3811269"/>
                  <a:gd name="connsiteY3" fmla="*/ 640715 h 1457325"/>
                  <a:gd name="connsiteX4" fmla="*/ 0 w 3811269"/>
                  <a:gd name="connsiteY4" fmla="*/ 0 h 1457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1269" h="1457325">
                    <a:moveTo>
                      <a:pt x="0" y="0"/>
                    </a:moveTo>
                    <a:lnTo>
                      <a:pt x="0" y="956945"/>
                    </a:lnTo>
                    <a:cubicBezTo>
                      <a:pt x="1094739" y="1248410"/>
                      <a:pt x="2331720" y="1447800"/>
                      <a:pt x="3811270" y="1457325"/>
                    </a:cubicBezTo>
                    <a:lnTo>
                      <a:pt x="3811270" y="640715"/>
                    </a:lnTo>
                    <a:cubicBezTo>
                      <a:pt x="2670810" y="650240"/>
                      <a:pt x="757555" y="328930"/>
                      <a:pt x="0" y="0"/>
                    </a:cubicBezTo>
                    <a:close/>
                  </a:path>
                </a:pathLst>
              </a:custGeom>
              <a:solidFill>
                <a:schemeClr val="accent3"/>
              </a:solidFill>
              <a:ln w="6350" cap="flat">
                <a:noFill/>
                <a:prstDash val="solid"/>
                <a:miter/>
              </a:ln>
            </p:spPr>
            <p:txBody>
              <a:bodyPr rtlCol="0" anchor="ctr"/>
              <a:lstStyle/>
              <a:p>
                <a:pPr marL="0" algn="r" defTabSz="914400" rtl="1" eaLnBrk="1" latinLnBrk="0" hangingPunct="1"/>
                <a:endParaRPr lang="en-SA" dirty="0"/>
              </a:p>
            </p:txBody>
          </p:sp>
        </p:grpSp>
        <p:sp>
          <p:nvSpPr>
            <p:cNvPr id="11" name="Freeform 10">
              <a:extLst>
                <a:ext uri="{FF2B5EF4-FFF2-40B4-BE49-F238E27FC236}">
                  <a16:creationId xmlns:a16="http://schemas.microsoft.com/office/drawing/2014/main" id="{CDAEB7CE-03E1-DBF4-CFEB-52FC1AE77EDA}"/>
                </a:ext>
              </a:extLst>
            </p:cNvPr>
            <p:cNvSpPr/>
            <p:nvPr/>
          </p:nvSpPr>
          <p:spPr>
            <a:xfrm>
              <a:off x="0" y="4258945"/>
              <a:ext cx="8385175" cy="227436"/>
            </a:xfrm>
            <a:custGeom>
              <a:avLst/>
              <a:gdLst>
                <a:gd name="connsiteX0" fmla="*/ 8385175 w 8385175"/>
                <a:gd name="connsiteY0" fmla="*/ 132715 h 227436"/>
                <a:gd name="connsiteX1" fmla="*/ 0 w 8385175"/>
                <a:gd name="connsiteY1" fmla="*/ 0 h 227436"/>
              </a:gdLst>
              <a:ahLst/>
              <a:cxnLst>
                <a:cxn ang="0">
                  <a:pos x="connsiteX0" y="connsiteY0"/>
                </a:cxn>
                <a:cxn ang="0">
                  <a:pos x="connsiteX1" y="connsiteY1"/>
                </a:cxn>
              </a:cxnLst>
              <a:rect l="l" t="t" r="r" b="b"/>
              <a:pathLst>
                <a:path w="8385175" h="227436">
                  <a:moveTo>
                    <a:pt x="8385175" y="132715"/>
                  </a:moveTo>
                  <a:cubicBezTo>
                    <a:pt x="6289675" y="254000"/>
                    <a:pt x="3328035" y="304165"/>
                    <a:pt x="0" y="0"/>
                  </a:cubicBezTo>
                </a:path>
              </a:pathLst>
            </a:custGeom>
            <a:noFill/>
            <a:ln w="17210" cap="flat">
              <a:solidFill>
                <a:schemeClr val="bg2"/>
              </a:solidFill>
              <a:prstDash val="solid"/>
              <a:miter/>
            </a:ln>
          </p:spPr>
          <p:txBody>
            <a:bodyPr rtlCol="0" anchor="ctr"/>
            <a:lstStyle/>
            <a:p>
              <a:pPr marL="0" algn="l" defTabSz="914400" rtl="0" eaLnBrk="1" latinLnBrk="0" hangingPunct="1"/>
              <a:endParaRPr lang="en-SA"/>
            </a:p>
          </p:txBody>
        </p:sp>
      </p:grpSp>
      <p:sp>
        <p:nvSpPr>
          <p:cNvPr id="20" name="Title 1">
            <a:extLst>
              <a:ext uri="{FF2B5EF4-FFF2-40B4-BE49-F238E27FC236}">
                <a16:creationId xmlns:a16="http://schemas.microsoft.com/office/drawing/2014/main" id="{09B2724A-0378-436F-AD3E-FB819C79A9C7}"/>
              </a:ext>
            </a:extLst>
          </p:cNvPr>
          <p:cNvSpPr>
            <a:spLocks noGrp="1"/>
          </p:cNvSpPr>
          <p:nvPr>
            <p:ph type="ctrTitle" hasCustomPrompt="1"/>
          </p:nvPr>
        </p:nvSpPr>
        <p:spPr>
          <a:xfrm>
            <a:off x="5549854" y="1892299"/>
            <a:ext cx="6262503" cy="953885"/>
          </a:xfrm>
        </p:spPr>
        <p:txBody>
          <a:bodyPr anchor="b">
            <a:normAutofit/>
          </a:bodyPr>
          <a:lstStyle>
            <a:lvl1pPr algn="r">
              <a:defRPr sz="4400" b="1" i="0">
                <a:solidFill>
                  <a:schemeClr val="bg1"/>
                </a:solidFill>
                <a:latin typeface="HRSD Gov Title Title" pitchFamily="2" charset="-78"/>
                <a:ea typeface="HRSD Gov Title Title" pitchFamily="2" charset="-78"/>
                <a:cs typeface="HRSD Gov Title Title" pitchFamily="2" charset="-78"/>
              </a:defRPr>
            </a:lvl1pPr>
          </a:lstStyle>
          <a:p>
            <a:r>
              <a:rPr lang="ar-SA" dirty="0"/>
              <a:t>شكرًا لكــم</a:t>
            </a:r>
            <a:endParaRPr lang="en-SA" dirty="0"/>
          </a:p>
        </p:txBody>
      </p:sp>
      <p:pic>
        <p:nvPicPr>
          <p:cNvPr id="5" name="Picture 4">
            <a:extLst>
              <a:ext uri="{FF2B5EF4-FFF2-40B4-BE49-F238E27FC236}">
                <a16:creationId xmlns:a16="http://schemas.microsoft.com/office/drawing/2014/main" id="{5DA9087D-F220-137F-996A-E47B0BAEF266}"/>
              </a:ext>
            </a:extLst>
          </p:cNvPr>
          <p:cNvPicPr>
            <a:picLocks noChangeAspect="1"/>
          </p:cNvPicPr>
          <p:nvPr userDrawn="1"/>
        </p:nvPicPr>
        <p:blipFill>
          <a:blip r:embed="rId2"/>
          <a:stretch>
            <a:fillRect/>
          </a:stretch>
        </p:blipFill>
        <p:spPr>
          <a:xfrm>
            <a:off x="9762785" y="347935"/>
            <a:ext cx="2049572" cy="633504"/>
          </a:xfrm>
          <a:prstGeom prst="rect">
            <a:avLst/>
          </a:prstGeom>
        </p:spPr>
      </p:pic>
      <p:sp>
        <p:nvSpPr>
          <p:cNvPr id="16" name="TextBox 15">
            <a:extLst>
              <a:ext uri="{FF2B5EF4-FFF2-40B4-BE49-F238E27FC236}">
                <a16:creationId xmlns:a16="http://schemas.microsoft.com/office/drawing/2014/main" id="{0318DD96-0883-1FEB-B536-2E9844DB3559}"/>
              </a:ext>
            </a:extLst>
          </p:cNvPr>
          <p:cNvSpPr txBox="1"/>
          <p:nvPr userDrawn="1"/>
        </p:nvSpPr>
        <p:spPr>
          <a:xfrm>
            <a:off x="10708256" y="6309268"/>
            <a:ext cx="1053753" cy="230832"/>
          </a:xfrm>
          <a:prstGeom prst="rect">
            <a:avLst/>
          </a:prstGeom>
          <a:noFill/>
        </p:spPr>
        <p:txBody>
          <a:bodyPr wrap="square" rtlCol="0">
            <a:spAutoFit/>
          </a:bodyPr>
          <a:lstStyle/>
          <a:p>
            <a:pPr marL="0" algn="r" defTabSz="914400" rtl="1" eaLnBrk="1" latinLnBrk="0" hangingPunct="1"/>
            <a:r>
              <a:rPr lang="en-US" sz="900" b="0" i="0" kern="1200" dirty="0" err="1">
                <a:solidFill>
                  <a:schemeClr val="bg1"/>
                </a:solidFill>
                <a:latin typeface="HRSD Gov" pitchFamily="2" charset="-78"/>
                <a:ea typeface="HRSD Gov" pitchFamily="2" charset="-78"/>
                <a:cs typeface="HRSD Gov" pitchFamily="2" charset="-78"/>
              </a:rPr>
              <a:t>www.hrsd.gov.sa</a:t>
            </a:r>
            <a:endParaRPr lang="en-US" sz="900" b="0" i="0" kern="1200" dirty="0">
              <a:solidFill>
                <a:schemeClr val="bg1"/>
              </a:solidFill>
              <a:latin typeface="HRSD Gov" pitchFamily="2" charset="-78"/>
              <a:ea typeface="HRSD Gov" pitchFamily="2" charset="-78"/>
              <a:cs typeface="HRSD Gov" pitchFamily="2" charset="-78"/>
            </a:endParaRPr>
          </a:p>
        </p:txBody>
      </p:sp>
      <p:sp>
        <p:nvSpPr>
          <p:cNvPr id="2" name="TextBox 1">
            <a:extLst>
              <a:ext uri="{FF2B5EF4-FFF2-40B4-BE49-F238E27FC236}">
                <a16:creationId xmlns:a16="http://schemas.microsoft.com/office/drawing/2014/main" id="{0670B057-87B4-E378-958C-39729D888589}"/>
              </a:ext>
            </a:extLst>
          </p:cNvPr>
          <p:cNvSpPr txBox="1"/>
          <p:nvPr userDrawn="1"/>
        </p:nvSpPr>
        <p:spPr>
          <a:xfrm>
            <a:off x="284119" y="6309268"/>
            <a:ext cx="3085246" cy="230832"/>
          </a:xfrm>
          <a:prstGeom prst="rect">
            <a:avLst/>
          </a:prstGeom>
          <a:noFill/>
        </p:spPr>
        <p:txBody>
          <a:bodyPr wrap="square" rtlCol="0">
            <a:spAutoFit/>
          </a:bodyPr>
          <a:lstStyle/>
          <a:p>
            <a:pPr marL="0" algn="l" defTabSz="914400" rtl="1" eaLnBrk="1" latinLnBrk="0" hangingPunct="1"/>
            <a:r>
              <a:rPr lang="ar-SA" sz="900" b="0" i="0" kern="1200" dirty="0">
                <a:solidFill>
                  <a:schemeClr val="bg1"/>
                </a:solidFill>
                <a:latin typeface="HRSD Gov" pitchFamily="2" charset="-78"/>
                <a:ea typeface="HRSD Gov" pitchFamily="2" charset="-78"/>
                <a:cs typeface="HRSD Gov" pitchFamily="2" charset="-78"/>
              </a:rPr>
              <a:t>جميع الحقوق محفوظه لوزارة الموارد البشرية والتنمية الاجتماعية © </a:t>
            </a:r>
            <a:r>
              <a:rPr lang="en-US" sz="900" b="0" i="0" kern="1200" dirty="0">
                <a:solidFill>
                  <a:schemeClr val="bg1"/>
                </a:solidFill>
                <a:latin typeface="HRSD Gov" pitchFamily="2" charset="-78"/>
                <a:ea typeface="HRSD Gov" pitchFamily="2" charset="-78"/>
                <a:cs typeface="HRSD Gov" pitchFamily="2" charset="-78"/>
              </a:rPr>
              <a:t>2025</a:t>
            </a:r>
            <a:endParaRPr lang="ar-SA" sz="900" b="0" i="0" kern="1200" dirty="0">
              <a:solidFill>
                <a:schemeClr val="bg1"/>
              </a:solidFill>
              <a:latin typeface="HRSD Gov" pitchFamily="2" charset="-78"/>
              <a:ea typeface="HRSD Gov" pitchFamily="2" charset="-78"/>
              <a:cs typeface="HRSD Gov" pitchFamily="2" charset="-78"/>
            </a:endParaRPr>
          </a:p>
        </p:txBody>
      </p:sp>
    </p:spTree>
    <p:extLst>
      <p:ext uri="{BB962C8B-B14F-4D97-AF65-F5344CB8AC3E}">
        <p14:creationId xmlns:p14="http://schemas.microsoft.com/office/powerpoint/2010/main" val="1017101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7000"/>
            <a:lum/>
          </a:blip>
          <a:srcRect/>
          <a:stretch>
            <a:fillRect l="22000" t="26000" r="27000" b="11000"/>
          </a:stretch>
        </a:blipFill>
        <a:effectLst/>
      </p:bgPr>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FAFD20E2-BEB1-8F9D-A414-BE158E7B420F}"/>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821A7B2E-5C82-ADEA-9B7C-09EEB38E1C2F}"/>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7ACE4F54-E74D-15A6-56C1-53C731B86F47}"/>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3EBCC356-0767-4863-AD8D-3C241EB3CA36}" type="datetimeFigureOut">
              <a:rPr lang="ar-SA" smtClean="0"/>
              <a:t>11/07/1447</a:t>
            </a:fld>
            <a:endParaRPr lang="ar-SA"/>
          </a:p>
        </p:txBody>
      </p:sp>
      <p:sp>
        <p:nvSpPr>
          <p:cNvPr id="5" name="عنصر نائب للتذييل 4">
            <a:extLst>
              <a:ext uri="{FF2B5EF4-FFF2-40B4-BE49-F238E27FC236}">
                <a16:creationId xmlns:a16="http://schemas.microsoft.com/office/drawing/2014/main" id="{40F1BE87-CE05-09A2-1122-3201C3DC5F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ar-SA"/>
          </a:p>
        </p:txBody>
      </p:sp>
      <p:sp>
        <p:nvSpPr>
          <p:cNvPr id="6" name="عنصر نائب لرقم الشريحة 5">
            <a:extLst>
              <a:ext uri="{FF2B5EF4-FFF2-40B4-BE49-F238E27FC236}">
                <a16:creationId xmlns:a16="http://schemas.microsoft.com/office/drawing/2014/main" id="{4C69E626-6C7E-0D2F-3C32-E9D35085660C}"/>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94978297-8277-47E6-965F-4A5A8364C1D4}" type="slidenum">
              <a:rPr lang="ar-SA" smtClean="0"/>
              <a:t>‹#›</a:t>
            </a:fld>
            <a:endParaRPr lang="ar-SA"/>
          </a:p>
        </p:txBody>
      </p:sp>
    </p:spTree>
    <p:extLst>
      <p:ext uri="{BB962C8B-B14F-4D97-AF65-F5344CB8AC3E}">
        <p14:creationId xmlns:p14="http://schemas.microsoft.com/office/powerpoint/2010/main" val="7574363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alphaModFix amt="7000"/>
            <a:lum/>
          </a:blip>
          <a:srcRect/>
          <a:stretch>
            <a:fillRect l="22000" t="26000" r="27000" b="11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D2DAE8-C5AE-579A-ECB3-7F441B5B1A1B}"/>
              </a:ext>
            </a:extLst>
          </p:cNvPr>
          <p:cNvSpPr>
            <a:spLocks noGrp="1"/>
          </p:cNvSpPr>
          <p:nvPr>
            <p:ph type="title"/>
          </p:nvPr>
        </p:nvSpPr>
        <p:spPr>
          <a:xfrm>
            <a:off x="1336964" y="500062"/>
            <a:ext cx="10515600" cy="1325563"/>
          </a:xfrm>
          <a:prstGeom prst="rect">
            <a:avLst/>
          </a:prstGeom>
        </p:spPr>
        <p:txBody>
          <a:bodyPr vert="horz" lIns="91440" tIns="45720" rIns="91440" bIns="45720" rtlCol="0" anchor="ctr">
            <a:normAutofit/>
          </a:bodyPr>
          <a:lstStyle/>
          <a:p>
            <a:pPr algn="r" defTabSz="914400" rtl="0" eaLnBrk="1" latinLnBrk="0" hangingPunct="1">
              <a:lnSpc>
                <a:spcPct val="90000"/>
              </a:lnSpc>
              <a:spcBef>
                <a:spcPct val="0"/>
              </a:spcBef>
              <a:buNone/>
            </a:pPr>
            <a:r>
              <a:rPr lang="ar-SA" dirty="0"/>
              <a:t>مثال لعنوان الصفحة</a:t>
            </a:r>
            <a:endParaRPr lang="en-SA" dirty="0"/>
          </a:p>
        </p:txBody>
      </p:sp>
      <p:sp>
        <p:nvSpPr>
          <p:cNvPr id="3" name="Text Placeholder 2">
            <a:extLst>
              <a:ext uri="{FF2B5EF4-FFF2-40B4-BE49-F238E27FC236}">
                <a16:creationId xmlns:a16="http://schemas.microsoft.com/office/drawing/2014/main" id="{A68B2CA0-2275-3654-5317-B5A34B6FEC76}"/>
              </a:ext>
            </a:extLst>
          </p:cNvPr>
          <p:cNvSpPr>
            <a:spLocks noGrp="1"/>
          </p:cNvSpPr>
          <p:nvPr>
            <p:ph type="body" idx="1"/>
          </p:nvPr>
        </p:nvSpPr>
        <p:spPr>
          <a:xfrm>
            <a:off x="1336964" y="1844602"/>
            <a:ext cx="10515600" cy="4351338"/>
          </a:xfrm>
          <a:prstGeom prst="rect">
            <a:avLst/>
          </a:prstGeom>
        </p:spPr>
        <p:txBody>
          <a:bodyPr vert="horz" lIns="91440" tIns="45720" rIns="91440" bIns="45720" rtlCol="0">
            <a:normAutofit/>
          </a:bodyPr>
          <a:lstStyle/>
          <a:p>
            <a:pPr lvl="0"/>
            <a:r>
              <a:rPr lang="ar-SA" dirty="0"/>
              <a:t>مثال لنص يمكن استبداله</a:t>
            </a:r>
            <a:endParaRPr lang="en-US" dirty="0"/>
          </a:p>
          <a:p>
            <a:pPr lvl="1"/>
            <a:r>
              <a:rPr lang="ar-SA" dirty="0"/>
              <a:t>المستوى الثاني</a:t>
            </a:r>
            <a:endParaRPr lang="en-US" dirty="0"/>
          </a:p>
          <a:p>
            <a:pPr lvl="2"/>
            <a:r>
              <a:rPr lang="ar-SA" dirty="0"/>
              <a:t>المستوى الثالث</a:t>
            </a:r>
            <a:endParaRPr lang="en-US" dirty="0"/>
          </a:p>
          <a:p>
            <a:pPr lvl="3"/>
            <a:r>
              <a:rPr lang="ar-SA" dirty="0"/>
              <a:t>المستوى الرابع</a:t>
            </a:r>
            <a:endParaRPr lang="en-US" dirty="0"/>
          </a:p>
          <a:p>
            <a:pPr lvl="4"/>
            <a:r>
              <a:rPr lang="ar-SA" dirty="0"/>
              <a:t>المستوى الخامس</a:t>
            </a:r>
            <a:endParaRPr lang="en-SA" dirty="0"/>
          </a:p>
        </p:txBody>
      </p:sp>
      <p:sp>
        <p:nvSpPr>
          <p:cNvPr id="6" name="Slide Number Placeholder 5">
            <a:extLst>
              <a:ext uri="{FF2B5EF4-FFF2-40B4-BE49-F238E27FC236}">
                <a16:creationId xmlns:a16="http://schemas.microsoft.com/office/drawing/2014/main" id="{5BE90228-DBED-9420-1C26-7BC9B0C6118D}"/>
              </a:ext>
            </a:extLst>
          </p:cNvPr>
          <p:cNvSpPr>
            <a:spLocks noGrp="1"/>
          </p:cNvSpPr>
          <p:nvPr>
            <p:ph type="sldNum" sz="quarter" idx="4"/>
          </p:nvPr>
        </p:nvSpPr>
        <p:spPr>
          <a:xfrm>
            <a:off x="270159" y="298522"/>
            <a:ext cx="495154" cy="365125"/>
          </a:xfrm>
          <a:prstGeom prst="rect">
            <a:avLst/>
          </a:prstGeom>
        </p:spPr>
        <p:txBody>
          <a:bodyPr vert="horz" lIns="91440" tIns="45720" rIns="91440" bIns="45720" rtlCol="0" anchor="ctr"/>
          <a:lstStyle>
            <a:lvl1pPr algn="l">
              <a:defRPr sz="1200" b="0" i="0">
                <a:solidFill>
                  <a:schemeClr val="tx1"/>
                </a:solidFill>
                <a:latin typeface="HRSD Gov" pitchFamily="2" charset="-78"/>
                <a:ea typeface="HRSD Gov" pitchFamily="2" charset="-78"/>
                <a:cs typeface="HRSD Gov" pitchFamily="2" charset="-78"/>
              </a:defRPr>
            </a:lvl1pPr>
          </a:lstStyle>
          <a:p>
            <a:fld id="{D782F6C7-0B97-5D49-B9C6-611F36C3E139}" type="slidenum">
              <a:rPr lang="en-SA" smtClean="0"/>
              <a:pPr/>
              <a:t>‹#›</a:t>
            </a:fld>
            <a:endParaRPr lang="en-SA" dirty="0"/>
          </a:p>
        </p:txBody>
      </p:sp>
    </p:spTree>
    <p:extLst>
      <p:ext uri="{BB962C8B-B14F-4D97-AF65-F5344CB8AC3E}">
        <p14:creationId xmlns:p14="http://schemas.microsoft.com/office/powerpoint/2010/main" val="9870265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dt="0"/>
  <p:txStyles>
    <p:title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100" b="0" i="0" kern="1200">
          <a:solidFill>
            <a:schemeClr val="tx1"/>
          </a:solidFill>
          <a:latin typeface="HRSD Gov" pitchFamily="2" charset="-78"/>
          <a:ea typeface="HRSD Gov" pitchFamily="2" charset="-78"/>
          <a:cs typeface="HRSD Gov"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0BA7DB9-85E5-598A-46F4-2D6A6E95274A}"/>
              </a:ext>
            </a:extLst>
          </p:cNvPr>
          <p:cNvSpPr/>
          <p:nvPr userDrawn="1"/>
        </p:nvSpPr>
        <p:spPr>
          <a:xfrm>
            <a:off x="0" y="6859"/>
            <a:ext cx="12191999" cy="685114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 name="Title Placeholder 1">
            <a:extLst>
              <a:ext uri="{FF2B5EF4-FFF2-40B4-BE49-F238E27FC236}">
                <a16:creationId xmlns:a16="http://schemas.microsoft.com/office/drawing/2014/main" id="{07D2DAE8-C5AE-579A-ECB3-7F441B5B1A1B}"/>
              </a:ext>
            </a:extLst>
          </p:cNvPr>
          <p:cNvSpPr>
            <a:spLocks noGrp="1"/>
          </p:cNvSpPr>
          <p:nvPr>
            <p:ph type="title"/>
          </p:nvPr>
        </p:nvSpPr>
        <p:spPr>
          <a:xfrm>
            <a:off x="1336964" y="500062"/>
            <a:ext cx="10515600" cy="1325563"/>
          </a:xfrm>
          <a:prstGeom prst="rect">
            <a:avLst/>
          </a:prstGeom>
        </p:spPr>
        <p:txBody>
          <a:bodyPr vert="horz" lIns="91440" tIns="45720" rIns="91440" bIns="45720" rtlCol="0" anchor="ctr">
            <a:normAutofit/>
          </a:bodyPr>
          <a:lstStyle/>
          <a:p>
            <a:pPr algn="r" defTabSz="914400" rtl="0" eaLnBrk="1" latinLnBrk="0" hangingPunct="1">
              <a:lnSpc>
                <a:spcPct val="90000"/>
              </a:lnSpc>
              <a:spcBef>
                <a:spcPct val="0"/>
              </a:spcBef>
              <a:buNone/>
            </a:pPr>
            <a:r>
              <a:rPr lang="ar-SA" dirty="0"/>
              <a:t>مثال لعنوان الصفحة</a:t>
            </a:r>
            <a:endParaRPr lang="en-SA" dirty="0"/>
          </a:p>
        </p:txBody>
      </p:sp>
      <p:sp>
        <p:nvSpPr>
          <p:cNvPr id="3" name="Text Placeholder 2">
            <a:extLst>
              <a:ext uri="{FF2B5EF4-FFF2-40B4-BE49-F238E27FC236}">
                <a16:creationId xmlns:a16="http://schemas.microsoft.com/office/drawing/2014/main" id="{A68B2CA0-2275-3654-5317-B5A34B6FEC76}"/>
              </a:ext>
            </a:extLst>
          </p:cNvPr>
          <p:cNvSpPr>
            <a:spLocks noGrp="1"/>
          </p:cNvSpPr>
          <p:nvPr>
            <p:ph type="body" idx="1"/>
          </p:nvPr>
        </p:nvSpPr>
        <p:spPr>
          <a:xfrm>
            <a:off x="1336964" y="1844602"/>
            <a:ext cx="10515600" cy="4351338"/>
          </a:xfrm>
          <a:prstGeom prst="rect">
            <a:avLst/>
          </a:prstGeom>
        </p:spPr>
        <p:txBody>
          <a:bodyPr vert="horz" lIns="91440" tIns="45720" rIns="91440" bIns="45720" rtlCol="0">
            <a:normAutofit/>
          </a:bodyPr>
          <a:lstStyle/>
          <a:p>
            <a:pPr lvl="0"/>
            <a:r>
              <a:rPr lang="ar-SA" dirty="0"/>
              <a:t>مثال لنص يمكن استبداله</a:t>
            </a:r>
            <a:endParaRPr lang="en-US" dirty="0"/>
          </a:p>
          <a:p>
            <a:pPr lvl="1"/>
            <a:r>
              <a:rPr lang="ar-SA" dirty="0"/>
              <a:t>المستوى الثاني</a:t>
            </a:r>
            <a:endParaRPr lang="en-US" dirty="0"/>
          </a:p>
          <a:p>
            <a:pPr lvl="2"/>
            <a:r>
              <a:rPr lang="ar-SA" dirty="0"/>
              <a:t>المستوى الثالث</a:t>
            </a:r>
            <a:endParaRPr lang="en-US" dirty="0"/>
          </a:p>
          <a:p>
            <a:pPr lvl="3"/>
            <a:r>
              <a:rPr lang="ar-SA" dirty="0"/>
              <a:t>المستوى الرابع</a:t>
            </a:r>
            <a:endParaRPr lang="en-US" dirty="0"/>
          </a:p>
          <a:p>
            <a:pPr lvl="4"/>
            <a:r>
              <a:rPr lang="ar-SA" dirty="0"/>
              <a:t>المستوى الخامس</a:t>
            </a:r>
            <a:endParaRPr lang="en-SA" dirty="0"/>
          </a:p>
        </p:txBody>
      </p:sp>
      <p:sp>
        <p:nvSpPr>
          <p:cNvPr id="6" name="Slide Number Placeholder 5">
            <a:extLst>
              <a:ext uri="{FF2B5EF4-FFF2-40B4-BE49-F238E27FC236}">
                <a16:creationId xmlns:a16="http://schemas.microsoft.com/office/drawing/2014/main" id="{5BE90228-DBED-9420-1C26-7BC9B0C6118D}"/>
              </a:ext>
            </a:extLst>
          </p:cNvPr>
          <p:cNvSpPr>
            <a:spLocks noGrp="1"/>
          </p:cNvSpPr>
          <p:nvPr>
            <p:ph type="sldNum" sz="quarter" idx="4"/>
          </p:nvPr>
        </p:nvSpPr>
        <p:spPr>
          <a:xfrm>
            <a:off x="11436923" y="6214917"/>
            <a:ext cx="415641" cy="365125"/>
          </a:xfrm>
          <a:prstGeom prst="rect">
            <a:avLst/>
          </a:prstGeom>
        </p:spPr>
        <p:txBody>
          <a:bodyPr vert="horz" lIns="91440" tIns="45720" rIns="91440" bIns="45720" rtlCol="0" anchor="ctr"/>
          <a:lstStyle>
            <a:lvl1pPr algn="l">
              <a:defRPr sz="1200" b="0" i="0">
                <a:solidFill>
                  <a:schemeClr val="bg2"/>
                </a:solidFill>
                <a:latin typeface="HRSD Gov" pitchFamily="2" charset="-78"/>
                <a:ea typeface="HRSD Gov" pitchFamily="2" charset="-78"/>
                <a:cs typeface="HRSD Gov" pitchFamily="2" charset="-78"/>
              </a:defRPr>
            </a:lvl1pPr>
          </a:lstStyle>
          <a:p>
            <a:fld id="{D782F6C7-0B97-5D49-B9C6-611F36C3E139}" type="slidenum">
              <a:rPr lang="en-SA" smtClean="0"/>
              <a:pPr/>
              <a:t>‹#›</a:t>
            </a:fld>
            <a:endParaRPr lang="en-SA" dirty="0"/>
          </a:p>
        </p:txBody>
      </p:sp>
    </p:spTree>
    <p:extLst>
      <p:ext uri="{BB962C8B-B14F-4D97-AF65-F5344CB8AC3E}">
        <p14:creationId xmlns:p14="http://schemas.microsoft.com/office/powerpoint/2010/main" val="413656047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dt="0"/>
  <p:txStyles>
    <p:title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100" b="0" i="0" kern="1200">
          <a:solidFill>
            <a:schemeClr val="tx1"/>
          </a:solidFill>
          <a:latin typeface="HRSD Gov" pitchFamily="2" charset="-78"/>
          <a:ea typeface="HRSD Gov" pitchFamily="2" charset="-78"/>
          <a:cs typeface="HRSD Gov"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notesSlide" Target="../notesSlides/notesSlide1.xml"/><Relationship Id="rId7" Type="http://schemas.openxmlformats.org/officeDocument/2006/relationships/image" Target="../media/image10.png"/><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1.xml"/><Relationship Id="rId4" Type="http://schemas.openxmlformats.org/officeDocument/2006/relationships/image" Target="../media/image14.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21.xml"/><Relationship Id="rId4" Type="http://schemas.openxmlformats.org/officeDocument/2006/relationships/image" Target="../media/image17.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3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3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مجموعة 15">
            <a:extLst>
              <a:ext uri="{FF2B5EF4-FFF2-40B4-BE49-F238E27FC236}">
                <a16:creationId xmlns:a16="http://schemas.microsoft.com/office/drawing/2014/main" id="{8A94925D-0854-6F3F-5A4C-9717AE02B468}"/>
              </a:ext>
            </a:extLst>
          </p:cNvPr>
          <p:cNvGrpSpPr/>
          <p:nvPr/>
        </p:nvGrpSpPr>
        <p:grpSpPr>
          <a:xfrm>
            <a:off x="-81328" y="1"/>
            <a:ext cx="12273328" cy="6902058"/>
            <a:chOff x="-81328" y="1"/>
            <a:chExt cx="12273328" cy="6902058"/>
          </a:xfrm>
        </p:grpSpPr>
        <p:sp>
          <p:nvSpPr>
            <p:cNvPr id="5" name="مستطيل 4">
              <a:extLst>
                <a:ext uri="{FF2B5EF4-FFF2-40B4-BE49-F238E27FC236}">
                  <a16:creationId xmlns:a16="http://schemas.microsoft.com/office/drawing/2014/main" id="{6F14E7A7-38BE-8210-E4B2-2E32BFFA339F}"/>
                </a:ext>
              </a:extLst>
            </p:cNvPr>
            <p:cNvSpPr/>
            <p:nvPr/>
          </p:nvSpPr>
          <p:spPr>
            <a:xfrm>
              <a:off x="0" y="1"/>
              <a:ext cx="12192000" cy="6858001"/>
            </a:xfrm>
            <a:prstGeom prst="rect">
              <a:avLst/>
            </a:prstGeom>
            <a:solidFill>
              <a:srgbClr val="0F314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latin typeface="HRSD" panose="02000906030000020004" pitchFamily="2" charset="-78"/>
                <a:cs typeface="HRSD" panose="02000906030000020004" pitchFamily="2" charset="-78"/>
              </a:endParaRPr>
            </a:p>
          </p:txBody>
        </p:sp>
        <p:pic>
          <p:nvPicPr>
            <p:cNvPr id="4" name="Picture 2">
              <a:extLst>
                <a:ext uri="{FF2B5EF4-FFF2-40B4-BE49-F238E27FC236}">
                  <a16:creationId xmlns:a16="http://schemas.microsoft.com/office/drawing/2014/main" id="{FE972B93-65F5-6606-6B60-A6A3B8D5E9DA}"/>
                </a:ext>
              </a:extLst>
            </p:cNvPr>
            <p:cNvPicPr>
              <a:picLocks noChangeAspect="1" noChangeArrowheads="1"/>
            </p:cNvPicPr>
            <p:nvPr>
              <p:custDataLst>
                <p:tags r:id="rId1"/>
              </p:custDataLst>
            </p:nvPr>
          </p:nvPicPr>
          <p:blipFill>
            <a:blip r:embed="rId4" cstate="email">
              <a:duotone>
                <a:schemeClr val="bg2">
                  <a:shade val="45000"/>
                  <a:satMod val="135000"/>
                </a:schemeClr>
                <a:prstClr val="white"/>
              </a:duotone>
              <a:alphaModFix amt="20000"/>
              <a:extLst>
                <a:ext uri="{BEBA8EAE-BF5A-486C-A8C5-ECC9F3942E4B}">
                  <a14:imgProps xmlns:a14="http://schemas.microsoft.com/office/drawing/2010/main">
                    <a14:imgLayer r:embed="rId5">
                      <a14:imgEffect>
                        <a14:brightnessContrast contrast="-20000"/>
                      </a14:imgEffect>
                    </a14:imgLayer>
                  </a14:imgProps>
                </a:ext>
                <a:ext uri="{28A0092B-C50C-407E-A947-70E740481C1C}">
                  <a14:useLocalDpi xmlns:a14="http://schemas.microsoft.com/office/drawing/2010/main"/>
                </a:ext>
              </a:extLst>
            </a:blip>
            <a:stretch>
              <a:fillRect/>
            </a:stretch>
          </p:blipFill>
          <p:spPr bwMode="auto">
            <a:xfrm>
              <a:off x="1458409" y="783766"/>
              <a:ext cx="7801338" cy="3568317"/>
            </a:xfrm>
            <a:prstGeom prst="rect">
              <a:avLst/>
            </a:prstGeom>
            <a:noFill/>
            <a:extLst>
              <a:ext uri="{909E8E84-426E-40DD-AFC4-6F175D3DCCD1}">
                <a14:hiddenFill xmlns:a14="http://schemas.microsoft.com/office/drawing/2010/main">
                  <a:solidFill>
                    <a:srgbClr val="FFFFFF"/>
                  </a:solidFill>
                </a14:hiddenFill>
              </a:ext>
            </a:extLst>
          </p:spPr>
        </p:pic>
        <p:pic>
          <p:nvPicPr>
            <p:cNvPr id="7" name="صورة 6">
              <a:extLst>
                <a:ext uri="{FF2B5EF4-FFF2-40B4-BE49-F238E27FC236}">
                  <a16:creationId xmlns:a16="http://schemas.microsoft.com/office/drawing/2014/main" id="{417B585D-86B5-67CF-8B9B-FD721AB87F8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24288" y="164321"/>
              <a:ext cx="2922037" cy="895727"/>
            </a:xfrm>
            <a:prstGeom prst="rect">
              <a:avLst/>
            </a:prstGeom>
          </p:spPr>
        </p:pic>
        <p:pic>
          <p:nvPicPr>
            <p:cNvPr id="15" name="Graphic 6">
              <a:extLst>
                <a:ext uri="{FF2B5EF4-FFF2-40B4-BE49-F238E27FC236}">
                  <a16:creationId xmlns:a16="http://schemas.microsoft.com/office/drawing/2014/main" id="{242CDF33-CA6A-1DBB-62A2-A87033E1F52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0800000">
              <a:off x="0" y="2231295"/>
              <a:ext cx="2612240" cy="2314226"/>
            </a:xfrm>
            <a:prstGeom prst="rect">
              <a:avLst/>
            </a:prstGeom>
          </p:spPr>
        </p:pic>
        <p:sp>
          <p:nvSpPr>
            <p:cNvPr id="10" name="Freeform 32">
              <a:extLst>
                <a:ext uri="{FF2B5EF4-FFF2-40B4-BE49-F238E27FC236}">
                  <a16:creationId xmlns:a16="http://schemas.microsoft.com/office/drawing/2014/main" id="{1A06C26B-C9FD-0F9D-098F-EC657F83791B}"/>
                </a:ext>
              </a:extLst>
            </p:cNvPr>
            <p:cNvSpPr/>
            <p:nvPr/>
          </p:nvSpPr>
          <p:spPr>
            <a:xfrm rot="10800000">
              <a:off x="-81328" y="3485474"/>
              <a:ext cx="12273327" cy="3416585"/>
            </a:xfrm>
            <a:custGeom>
              <a:avLst/>
              <a:gdLst>
                <a:gd name="connsiteX0" fmla="*/ 0 w 892175"/>
                <a:gd name="connsiteY0" fmla="*/ 67945 h 473709"/>
                <a:gd name="connsiteX1" fmla="*/ 0 w 892175"/>
                <a:gd name="connsiteY1" fmla="*/ 289560 h 473709"/>
                <a:gd name="connsiteX2" fmla="*/ 892175 w 892175"/>
                <a:gd name="connsiteY2" fmla="*/ 473710 h 473709"/>
                <a:gd name="connsiteX3" fmla="*/ 892175 w 892175"/>
                <a:gd name="connsiteY3" fmla="*/ 0 h 473709"/>
                <a:gd name="connsiteX4" fmla="*/ 0 w 892175"/>
                <a:gd name="connsiteY4" fmla="*/ 67945 h 473709"/>
                <a:gd name="connsiteX0" fmla="*/ 0 w 894206"/>
                <a:gd name="connsiteY0" fmla="*/ 0 h 474829"/>
                <a:gd name="connsiteX1" fmla="*/ 2031 w 894206"/>
                <a:gd name="connsiteY1" fmla="*/ 290679 h 474829"/>
                <a:gd name="connsiteX2" fmla="*/ 894206 w 894206"/>
                <a:gd name="connsiteY2" fmla="*/ 474829 h 474829"/>
                <a:gd name="connsiteX3" fmla="*/ 894206 w 894206"/>
                <a:gd name="connsiteY3" fmla="*/ 1119 h 474829"/>
                <a:gd name="connsiteX4" fmla="*/ 0 w 894206"/>
                <a:gd name="connsiteY4" fmla="*/ 0 h 474829"/>
                <a:gd name="connsiteX0" fmla="*/ 0 w 894206"/>
                <a:gd name="connsiteY0" fmla="*/ 1521 h 476350"/>
                <a:gd name="connsiteX1" fmla="*/ 2031 w 894206"/>
                <a:gd name="connsiteY1" fmla="*/ 292200 h 476350"/>
                <a:gd name="connsiteX2" fmla="*/ 894206 w 894206"/>
                <a:gd name="connsiteY2" fmla="*/ 476350 h 476350"/>
                <a:gd name="connsiteX3" fmla="*/ 894206 w 894206"/>
                <a:gd name="connsiteY3" fmla="*/ 2640 h 476350"/>
                <a:gd name="connsiteX4" fmla="*/ 0 w 894206"/>
                <a:gd name="connsiteY4" fmla="*/ 1521 h 476350"/>
                <a:gd name="connsiteX0" fmla="*/ 0 w 1025662"/>
                <a:gd name="connsiteY0" fmla="*/ 5010 h 479839"/>
                <a:gd name="connsiteX1" fmla="*/ 2031 w 1025662"/>
                <a:gd name="connsiteY1" fmla="*/ 295689 h 479839"/>
                <a:gd name="connsiteX2" fmla="*/ 894206 w 1025662"/>
                <a:gd name="connsiteY2" fmla="*/ 479839 h 479839"/>
                <a:gd name="connsiteX3" fmla="*/ 894206 w 1025662"/>
                <a:gd name="connsiteY3" fmla="*/ 6129 h 479839"/>
                <a:gd name="connsiteX4" fmla="*/ 0 w 1025662"/>
                <a:gd name="connsiteY4" fmla="*/ 5010 h 479839"/>
                <a:gd name="connsiteX0" fmla="*/ 0 w 895701"/>
                <a:gd name="connsiteY0" fmla="*/ 5984 h 480813"/>
                <a:gd name="connsiteX1" fmla="*/ 2031 w 895701"/>
                <a:gd name="connsiteY1" fmla="*/ 296663 h 480813"/>
                <a:gd name="connsiteX2" fmla="*/ 894206 w 895701"/>
                <a:gd name="connsiteY2" fmla="*/ 480813 h 480813"/>
                <a:gd name="connsiteX3" fmla="*/ 894206 w 895701"/>
                <a:gd name="connsiteY3" fmla="*/ 7103 h 480813"/>
                <a:gd name="connsiteX4" fmla="*/ 0 w 895701"/>
                <a:gd name="connsiteY4" fmla="*/ 5984 h 480813"/>
                <a:gd name="connsiteX0" fmla="*/ 0 w 960443"/>
                <a:gd name="connsiteY0" fmla="*/ 8034 h 546977"/>
                <a:gd name="connsiteX1" fmla="*/ 2031 w 960443"/>
                <a:gd name="connsiteY1" fmla="*/ 362827 h 546977"/>
                <a:gd name="connsiteX2" fmla="*/ 894206 w 960443"/>
                <a:gd name="connsiteY2" fmla="*/ 546977 h 546977"/>
                <a:gd name="connsiteX3" fmla="*/ 894206 w 960443"/>
                <a:gd name="connsiteY3" fmla="*/ 73267 h 546977"/>
                <a:gd name="connsiteX4" fmla="*/ 0 w 960443"/>
                <a:gd name="connsiteY4" fmla="*/ 8034 h 546977"/>
                <a:gd name="connsiteX0" fmla="*/ 0 w 959476"/>
                <a:gd name="connsiteY0" fmla="*/ 40805 h 579748"/>
                <a:gd name="connsiteX1" fmla="*/ 2031 w 959476"/>
                <a:gd name="connsiteY1" fmla="*/ 395598 h 579748"/>
                <a:gd name="connsiteX2" fmla="*/ 894206 w 959476"/>
                <a:gd name="connsiteY2" fmla="*/ 579748 h 579748"/>
                <a:gd name="connsiteX3" fmla="*/ 892898 w 959476"/>
                <a:gd name="connsiteY3" fmla="*/ 43232 h 579748"/>
                <a:gd name="connsiteX4" fmla="*/ 0 w 959476"/>
                <a:gd name="connsiteY4" fmla="*/ 40805 h 579748"/>
                <a:gd name="connsiteX0" fmla="*/ 0 w 969943"/>
                <a:gd name="connsiteY0" fmla="*/ 5414 h 544357"/>
                <a:gd name="connsiteX1" fmla="*/ 2031 w 969943"/>
                <a:gd name="connsiteY1" fmla="*/ 360207 h 544357"/>
                <a:gd name="connsiteX2" fmla="*/ 894206 w 969943"/>
                <a:gd name="connsiteY2" fmla="*/ 544357 h 544357"/>
                <a:gd name="connsiteX3" fmla="*/ 892898 w 969943"/>
                <a:gd name="connsiteY3" fmla="*/ 7841 h 544357"/>
                <a:gd name="connsiteX4" fmla="*/ 0 w 969943"/>
                <a:gd name="connsiteY4" fmla="*/ 5414 h 544357"/>
                <a:gd name="connsiteX0" fmla="*/ 0 w 894485"/>
                <a:gd name="connsiteY0" fmla="*/ 74441 h 613384"/>
                <a:gd name="connsiteX1" fmla="*/ 2031 w 894485"/>
                <a:gd name="connsiteY1" fmla="*/ 429234 h 613384"/>
                <a:gd name="connsiteX2" fmla="*/ 894206 w 894485"/>
                <a:gd name="connsiteY2" fmla="*/ 613384 h 613384"/>
                <a:gd name="connsiteX3" fmla="*/ 892898 w 894485"/>
                <a:gd name="connsiteY3" fmla="*/ 76868 h 613384"/>
                <a:gd name="connsiteX4" fmla="*/ 0 w 894485"/>
                <a:gd name="connsiteY4" fmla="*/ 74441 h 613384"/>
                <a:gd name="connsiteX0" fmla="*/ 0 w 894206"/>
                <a:gd name="connsiteY0" fmla="*/ 5107 h 544050"/>
                <a:gd name="connsiteX1" fmla="*/ 2031 w 894206"/>
                <a:gd name="connsiteY1" fmla="*/ 359900 h 544050"/>
                <a:gd name="connsiteX2" fmla="*/ 894206 w 894206"/>
                <a:gd name="connsiteY2" fmla="*/ 544050 h 544050"/>
                <a:gd name="connsiteX3" fmla="*/ 892898 w 894206"/>
                <a:gd name="connsiteY3" fmla="*/ 7534 h 544050"/>
                <a:gd name="connsiteX4" fmla="*/ 0 w 894206"/>
                <a:gd name="connsiteY4" fmla="*/ 5107 h 544050"/>
                <a:gd name="connsiteX0" fmla="*/ 0 w 894206"/>
                <a:gd name="connsiteY0" fmla="*/ 1038 h 539981"/>
                <a:gd name="connsiteX1" fmla="*/ 2031 w 894206"/>
                <a:gd name="connsiteY1" fmla="*/ 355831 h 539981"/>
                <a:gd name="connsiteX2" fmla="*/ 894206 w 894206"/>
                <a:gd name="connsiteY2" fmla="*/ 539981 h 539981"/>
                <a:gd name="connsiteX3" fmla="*/ 892898 w 894206"/>
                <a:gd name="connsiteY3" fmla="*/ 3465 h 539981"/>
                <a:gd name="connsiteX4" fmla="*/ 0 w 894206"/>
                <a:gd name="connsiteY4" fmla="*/ 1038 h 539981"/>
                <a:gd name="connsiteX0" fmla="*/ 0 w 897646"/>
                <a:gd name="connsiteY0" fmla="*/ 3727 h 542670"/>
                <a:gd name="connsiteX1" fmla="*/ 2031 w 897646"/>
                <a:gd name="connsiteY1" fmla="*/ 358520 h 542670"/>
                <a:gd name="connsiteX2" fmla="*/ 894206 w 897646"/>
                <a:gd name="connsiteY2" fmla="*/ 542670 h 542670"/>
                <a:gd name="connsiteX3" fmla="*/ 897644 w 897646"/>
                <a:gd name="connsiteY3" fmla="*/ 1408 h 542670"/>
                <a:gd name="connsiteX4" fmla="*/ 0 w 897646"/>
                <a:gd name="connsiteY4" fmla="*/ 3727 h 542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7646" h="542670">
                  <a:moveTo>
                    <a:pt x="0" y="3727"/>
                  </a:moveTo>
                  <a:cubicBezTo>
                    <a:pt x="0" y="77599"/>
                    <a:pt x="2031" y="284648"/>
                    <a:pt x="2031" y="358520"/>
                  </a:cubicBezTo>
                  <a:cubicBezTo>
                    <a:pt x="2031" y="358520"/>
                    <a:pt x="513841" y="360425"/>
                    <a:pt x="894206" y="542670"/>
                  </a:cubicBezTo>
                  <a:cubicBezTo>
                    <a:pt x="894206" y="384767"/>
                    <a:pt x="896206" y="4874"/>
                    <a:pt x="897644" y="1408"/>
                  </a:cubicBezTo>
                  <a:cubicBezTo>
                    <a:pt x="899082" y="-2058"/>
                    <a:pt x="357616" y="1714"/>
                    <a:pt x="0" y="3727"/>
                  </a:cubicBezTo>
                  <a:close/>
                </a:path>
              </a:pathLst>
            </a:custGeom>
            <a:solidFill>
              <a:srgbClr val="334E5D"/>
            </a:solidFill>
            <a:ln w="6350" cap="flat">
              <a:noFill/>
              <a:prstDash val="solid"/>
              <a:miter/>
            </a:ln>
          </p:spPr>
          <p:txBody>
            <a:bodyPr rtlCol="0" anchor="ctr"/>
            <a:lstStyle/>
            <a:p>
              <a:endParaRPr lang="en-SA" dirty="0">
                <a:latin typeface="HRSD" panose="02000906030000020004" pitchFamily="2" charset="-78"/>
                <a:cs typeface="HRSD" panose="02000906030000020004" pitchFamily="2" charset="-78"/>
              </a:endParaRPr>
            </a:p>
          </p:txBody>
        </p:sp>
      </p:grpSp>
      <p:sp>
        <p:nvSpPr>
          <p:cNvPr id="8" name="Title 4">
            <a:extLst>
              <a:ext uri="{FF2B5EF4-FFF2-40B4-BE49-F238E27FC236}">
                <a16:creationId xmlns:a16="http://schemas.microsoft.com/office/drawing/2014/main" id="{B857BB43-071A-61EA-160E-D980C516C75B}"/>
              </a:ext>
            </a:extLst>
          </p:cNvPr>
          <p:cNvSpPr>
            <a:spLocks noGrp="1"/>
          </p:cNvSpPr>
          <p:nvPr>
            <p:ph type="ctrTitle"/>
          </p:nvPr>
        </p:nvSpPr>
        <p:spPr>
          <a:xfrm>
            <a:off x="1953692" y="4930918"/>
            <a:ext cx="10192633" cy="868694"/>
          </a:xfrm>
        </p:spPr>
        <p:txBody>
          <a:bodyPr>
            <a:normAutofit fontScale="90000"/>
          </a:bodyPr>
          <a:lstStyle/>
          <a:p>
            <a:pPr algn="r"/>
            <a:r>
              <a:rPr lang="ar-SA" b="1" dirty="0">
                <a:solidFill>
                  <a:schemeClr val="bg2"/>
                </a:solidFill>
                <a:latin typeface="HRSD" panose="02000906030000020004" pitchFamily="2" charset="-78"/>
                <a:cs typeface="HRSD" panose="02000906030000020004" pitchFamily="2" charset="-78"/>
              </a:rPr>
              <a:t>تقرير ادارة وتشغيل الفروع الافتراضية</a:t>
            </a:r>
            <a:endParaRPr lang="en-SA" b="1" dirty="0">
              <a:solidFill>
                <a:schemeClr val="bg2"/>
              </a:solidFill>
              <a:latin typeface="HRSD" panose="02000906030000020004" pitchFamily="2" charset="-78"/>
              <a:cs typeface="HRSD" panose="02000906030000020004" pitchFamily="2" charset="-78"/>
            </a:endParaRPr>
          </a:p>
        </p:txBody>
      </p:sp>
    </p:spTree>
    <p:extLst>
      <p:ext uri="{BB962C8B-B14F-4D97-AF65-F5344CB8AC3E}">
        <p14:creationId xmlns:p14="http://schemas.microsoft.com/office/powerpoint/2010/main" val="964512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7A77F-197D-1978-3C89-64C41CCD9DD2}"/>
            </a:ext>
          </a:extLst>
        </p:cNvPr>
        <p:cNvGrpSpPr/>
        <p:nvPr/>
      </p:nvGrpSpPr>
      <p:grpSpPr>
        <a:xfrm>
          <a:off x="0" y="0"/>
          <a:ext cx="0" cy="0"/>
          <a:chOff x="0" y="0"/>
          <a:chExt cx="0" cy="0"/>
        </a:xfrm>
      </p:grpSpPr>
      <p:grpSp>
        <p:nvGrpSpPr>
          <p:cNvPr id="2" name="Graphic 9">
            <a:extLst>
              <a:ext uri="{FF2B5EF4-FFF2-40B4-BE49-F238E27FC236}">
                <a16:creationId xmlns:a16="http://schemas.microsoft.com/office/drawing/2014/main" id="{9A55BCEE-4D7E-DCED-5A3E-0B6F4CDD0885}"/>
              </a:ext>
            </a:extLst>
          </p:cNvPr>
          <p:cNvGrpSpPr/>
          <p:nvPr/>
        </p:nvGrpSpPr>
        <p:grpSpPr>
          <a:xfrm>
            <a:off x="6397625" y="0"/>
            <a:ext cx="5794375" cy="4062729"/>
            <a:chOff x="6397625" y="0"/>
            <a:chExt cx="5794375" cy="4062729"/>
          </a:xfrm>
        </p:grpSpPr>
        <p:sp>
          <p:nvSpPr>
            <p:cNvPr id="3" name="Freeform 2">
              <a:extLst>
                <a:ext uri="{FF2B5EF4-FFF2-40B4-BE49-F238E27FC236}">
                  <a16:creationId xmlns:a16="http://schemas.microsoft.com/office/drawing/2014/main" id="{47EB0224-2EA9-3EB2-0D07-2505A7A3117F}"/>
                </a:ext>
              </a:extLst>
            </p:cNvPr>
            <p:cNvSpPr/>
            <p:nvPr/>
          </p:nvSpPr>
          <p:spPr>
            <a:xfrm>
              <a:off x="6397625" y="0"/>
              <a:ext cx="5794375" cy="1946910"/>
            </a:xfrm>
            <a:custGeom>
              <a:avLst/>
              <a:gdLst>
                <a:gd name="connsiteX0" fmla="*/ 5794375 w 5794375"/>
                <a:gd name="connsiteY0" fmla="*/ 1946910 h 1946910"/>
                <a:gd name="connsiteX1" fmla="*/ 4181475 w 5794375"/>
                <a:gd name="connsiteY1" fmla="*/ 1807210 h 1946910"/>
                <a:gd name="connsiteX2" fmla="*/ 0 w 5794375"/>
                <a:gd name="connsiteY2" fmla="*/ 0 h 1946910"/>
                <a:gd name="connsiteX3" fmla="*/ 5794375 w 5794375"/>
                <a:gd name="connsiteY3" fmla="*/ 0 h 1946910"/>
                <a:gd name="connsiteX4" fmla="*/ 5794375 w 5794375"/>
                <a:gd name="connsiteY4" fmla="*/ 1946910 h 1946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4375" h="1946910">
                  <a:moveTo>
                    <a:pt x="5794375" y="1946910"/>
                  </a:moveTo>
                  <a:cubicBezTo>
                    <a:pt x="5222875" y="1946910"/>
                    <a:pt x="4683760" y="1894840"/>
                    <a:pt x="4181475" y="1807210"/>
                  </a:cubicBezTo>
                  <a:cubicBezTo>
                    <a:pt x="1610995" y="1362075"/>
                    <a:pt x="0" y="0"/>
                    <a:pt x="0" y="0"/>
                  </a:cubicBezTo>
                  <a:lnTo>
                    <a:pt x="5794375" y="0"/>
                  </a:lnTo>
                  <a:lnTo>
                    <a:pt x="5794375" y="1946910"/>
                  </a:lnTo>
                  <a:close/>
                </a:path>
              </a:pathLst>
            </a:custGeom>
            <a:solidFill>
              <a:srgbClr val="0F314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A" sz="1800" b="0" i="0" u="none" strike="noStrike" kern="1200" cap="none" spc="0" normalizeH="0" baseline="0" noProof="0">
                <a:ln>
                  <a:noFill/>
                </a:ln>
                <a:solidFill>
                  <a:srgbClr val="7A7A7A"/>
                </a:solidFill>
                <a:effectLst/>
                <a:uLnTx/>
                <a:uFillTx/>
                <a:latin typeface="Calibri" panose="020F0502020204030204"/>
                <a:ea typeface="+mn-ea"/>
                <a:cs typeface="+mn-cs"/>
              </a:endParaRPr>
            </a:p>
          </p:txBody>
        </p:sp>
        <p:sp>
          <p:nvSpPr>
            <p:cNvPr id="4" name="Freeform 3">
              <a:extLst>
                <a:ext uri="{FF2B5EF4-FFF2-40B4-BE49-F238E27FC236}">
                  <a16:creationId xmlns:a16="http://schemas.microsoft.com/office/drawing/2014/main" id="{C2A5B771-492A-C3BC-5355-88EB2C98250F}"/>
                </a:ext>
              </a:extLst>
            </p:cNvPr>
            <p:cNvSpPr/>
            <p:nvPr/>
          </p:nvSpPr>
          <p:spPr>
            <a:xfrm>
              <a:off x="8461375" y="0"/>
              <a:ext cx="2774315" cy="4062729"/>
            </a:xfrm>
            <a:custGeom>
              <a:avLst/>
              <a:gdLst>
                <a:gd name="connsiteX0" fmla="*/ 0 w 2774315"/>
                <a:gd name="connsiteY0" fmla="*/ 0 h 4062729"/>
                <a:gd name="connsiteX1" fmla="*/ 0 w 2774315"/>
                <a:gd name="connsiteY1" fmla="*/ 1393190 h 4062729"/>
                <a:gd name="connsiteX2" fmla="*/ 0 w 2774315"/>
                <a:gd name="connsiteY2" fmla="*/ 4062730 h 4062729"/>
                <a:gd name="connsiteX3" fmla="*/ 2774315 w 2774315"/>
                <a:gd name="connsiteY3" fmla="*/ 3288665 h 4062729"/>
                <a:gd name="connsiteX4" fmla="*/ 2774315 w 2774315"/>
                <a:gd name="connsiteY4" fmla="*/ 1613535 h 4062729"/>
                <a:gd name="connsiteX5" fmla="*/ 2774315 w 2774315"/>
                <a:gd name="connsiteY5" fmla="*/ 0 h 4062729"/>
                <a:gd name="connsiteX6" fmla="*/ 0 w 2774315"/>
                <a:gd name="connsiteY6" fmla="*/ 0 h 4062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74315" h="4062729">
                  <a:moveTo>
                    <a:pt x="0" y="0"/>
                  </a:moveTo>
                  <a:lnTo>
                    <a:pt x="0" y="1393190"/>
                  </a:lnTo>
                  <a:lnTo>
                    <a:pt x="0" y="4062730"/>
                  </a:lnTo>
                  <a:cubicBezTo>
                    <a:pt x="1387475" y="3282950"/>
                    <a:pt x="2774315" y="3288665"/>
                    <a:pt x="2774315" y="3288665"/>
                  </a:cubicBezTo>
                  <a:lnTo>
                    <a:pt x="2774315" y="1613535"/>
                  </a:lnTo>
                  <a:lnTo>
                    <a:pt x="2774315" y="0"/>
                  </a:lnTo>
                  <a:lnTo>
                    <a:pt x="0" y="0"/>
                  </a:lnTo>
                  <a:close/>
                </a:path>
              </a:pathLst>
            </a:custGeom>
            <a:solidFill>
              <a:srgbClr val="009F9D"/>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A" sz="1800" b="0" i="0" u="none" strike="noStrike" kern="1200" cap="none" spc="0" normalizeH="0" baseline="0" noProof="0">
                <a:ln>
                  <a:noFill/>
                </a:ln>
                <a:solidFill>
                  <a:srgbClr val="7A7A7A"/>
                </a:solidFill>
                <a:effectLst/>
                <a:uLnTx/>
                <a:uFillTx/>
                <a:latin typeface="Calibri" panose="020F0502020204030204"/>
                <a:ea typeface="+mn-ea"/>
                <a:cs typeface="+mn-cs"/>
              </a:endParaRPr>
            </a:p>
          </p:txBody>
        </p:sp>
      </p:grpSp>
      <p:sp>
        <p:nvSpPr>
          <p:cNvPr id="7" name="Slide Number Placeholder 5">
            <a:extLst>
              <a:ext uri="{FF2B5EF4-FFF2-40B4-BE49-F238E27FC236}">
                <a16:creationId xmlns:a16="http://schemas.microsoft.com/office/drawing/2014/main" id="{2F4E77D2-195C-1B7E-9892-F03A473542E9}"/>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0" name="Title 1">
            <a:extLst>
              <a:ext uri="{FF2B5EF4-FFF2-40B4-BE49-F238E27FC236}">
                <a16:creationId xmlns:a16="http://schemas.microsoft.com/office/drawing/2014/main" id="{2C8D303C-420A-8401-661A-667D286FC4CD}"/>
              </a:ext>
            </a:extLst>
          </p:cNvPr>
          <p:cNvSpPr txBox="1">
            <a:spLocks/>
          </p:cNvSpPr>
          <p:nvPr/>
        </p:nvSpPr>
        <p:spPr>
          <a:xfrm>
            <a:off x="8461370" y="1630474"/>
            <a:ext cx="2774319" cy="963807"/>
          </a:xfrm>
          <a:prstGeom prst="rect">
            <a:avLst/>
          </a:prstGeom>
        </p:spPr>
        <p:txBody>
          <a:bodyPr>
            <a:normAutofit/>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kumimoji="0" lang="ar-SA" sz="4000" b="0" i="0" u="none" strike="noStrike" kern="1200" cap="none" spc="0" normalizeH="0" baseline="0" noProof="0" dirty="0">
                <a:ln>
                  <a:noFill/>
                </a:ln>
                <a:solidFill>
                  <a:srgbClr val="FFFFFF"/>
                </a:solidFill>
                <a:effectLst/>
                <a:uLnTx/>
                <a:uFillTx/>
                <a:cs typeface="HRSD Gov Title Bold" pitchFamily="2" charset="-78"/>
              </a:rPr>
              <a:t>الفهرس</a:t>
            </a:r>
            <a:endParaRPr kumimoji="0" lang="en-SA" sz="4000" b="0" i="0" u="none" strike="noStrike" kern="1200" cap="none" spc="0" normalizeH="0" baseline="0" noProof="0" dirty="0">
              <a:ln>
                <a:noFill/>
              </a:ln>
              <a:solidFill>
                <a:srgbClr val="FFFFFF"/>
              </a:solidFill>
              <a:effectLst/>
              <a:uLnTx/>
              <a:uFillTx/>
              <a:cs typeface="HRSD Gov Title Bold" pitchFamily="2" charset="-78"/>
            </a:endParaRPr>
          </a:p>
        </p:txBody>
      </p:sp>
      <p:sp>
        <p:nvSpPr>
          <p:cNvPr id="5" name="Slide Number Placeholder 4">
            <a:extLst>
              <a:ext uri="{FF2B5EF4-FFF2-40B4-BE49-F238E27FC236}">
                <a16:creationId xmlns:a16="http://schemas.microsoft.com/office/drawing/2014/main" id="{A37E10FB-7933-2BAB-A685-1318A3B9BDE4}"/>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7" name="مجموعة 16">
            <a:extLst>
              <a:ext uri="{FF2B5EF4-FFF2-40B4-BE49-F238E27FC236}">
                <a16:creationId xmlns:a16="http://schemas.microsoft.com/office/drawing/2014/main" id="{1A190ED7-406C-8A36-7811-68066FFABF81}"/>
              </a:ext>
            </a:extLst>
          </p:cNvPr>
          <p:cNvGrpSpPr/>
          <p:nvPr/>
        </p:nvGrpSpPr>
        <p:grpSpPr>
          <a:xfrm>
            <a:off x="370391" y="1262314"/>
            <a:ext cx="7620624" cy="4297180"/>
            <a:chOff x="795125" y="1272228"/>
            <a:chExt cx="7445661" cy="3506303"/>
          </a:xfrm>
        </p:grpSpPr>
        <p:sp>
          <p:nvSpPr>
            <p:cNvPr id="6" name="AutoShape 59">
              <a:extLst>
                <a:ext uri="{FF2B5EF4-FFF2-40B4-BE49-F238E27FC236}">
                  <a16:creationId xmlns:a16="http://schemas.microsoft.com/office/drawing/2014/main" id="{5140CC26-098F-890B-AEBF-1FD1372585D3}"/>
                </a:ext>
              </a:extLst>
            </p:cNvPr>
            <p:cNvSpPr>
              <a:spLocks noChangeArrowheads="1"/>
            </p:cNvSpPr>
            <p:nvPr/>
          </p:nvSpPr>
          <p:spPr bwMode="blackWhite">
            <a:xfrm>
              <a:off x="795129" y="1272228"/>
              <a:ext cx="7445657" cy="365124"/>
            </a:xfrm>
            <a:prstGeom prst="roundRect">
              <a:avLst>
                <a:gd name="adj" fmla="val 18402"/>
              </a:avLst>
            </a:prstGeom>
            <a:solidFill>
              <a:schemeClr val="bg2">
                <a:lumMod val="95000"/>
              </a:schemeClr>
            </a:solidFill>
            <a:ln w="9525" algn="ctr">
              <a:noFill/>
              <a:round/>
              <a:headEnd/>
              <a:tailEnd/>
            </a:ln>
          </p:spPr>
          <p:txBody>
            <a:bodyPr lIns="32652" tIns="32652" rIns="32652" bIns="32652" anchor="ctr" anchorCtr="0"/>
            <a:lstStyle/>
            <a:p>
              <a:pPr marL="0" marR="0" lvl="0" indent="0" algn="r" defTabSz="914400" rtl="1" eaLnBrk="1" fontAlgn="auto" latinLnBrk="0" hangingPunct="1">
                <a:lnSpc>
                  <a:spcPct val="100000"/>
                </a:lnSpc>
                <a:spcBef>
                  <a:spcPct val="0"/>
                </a:spcBef>
                <a:spcAft>
                  <a:spcPts val="272"/>
                </a:spcAft>
                <a:buClr>
                  <a:srgbClr val="83AE42"/>
                </a:buClr>
                <a:buSzTx/>
                <a:buFontTx/>
                <a:buNone/>
                <a:tabLst/>
                <a:defRPr/>
              </a:pPr>
              <a:r>
                <a:rPr kumimoji="0" lang="ar-SA"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 تمهيد</a:t>
              </a:r>
              <a:r>
                <a:rPr kumimoji="0" lang="en-US"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   </a:t>
              </a:r>
              <a:r>
                <a:rPr kumimoji="0" lang="ar-SA"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 </a:t>
              </a:r>
              <a:r>
                <a:rPr kumimoji="0" lang="ar-SA" sz="1600" b="1" i="0" u="none" strike="noStrike" kern="1200" cap="none" spc="0" normalizeH="0" baseline="0" noProof="0" dirty="0">
                  <a:ln>
                    <a:noFill/>
                  </a:ln>
                  <a:solidFill>
                    <a:srgbClr val="FFFFFF">
                      <a:lumMod val="65000"/>
                    </a:srgbClr>
                  </a:solidFill>
                  <a:effectLst/>
                  <a:uLnTx/>
                  <a:uFillTx/>
                  <a:latin typeface="HRSD" panose="02000906030000020004" pitchFamily="2" charset="-78"/>
                  <a:ea typeface="+mn-ea"/>
                  <a:cs typeface="HRSD" panose="02000906030000020004" pitchFamily="2" charset="-78"/>
                </a:rPr>
                <a:t>.....................................................................................................................................................................................3</a:t>
              </a:r>
              <a:endParaRPr kumimoji="0" lang="en-GB" sz="1600" b="1" i="0" u="none" strike="noStrike" kern="1200" cap="none" spc="0" normalizeH="0" baseline="0" noProof="0" dirty="0">
                <a:ln>
                  <a:noFill/>
                </a:ln>
                <a:solidFill>
                  <a:srgbClr val="FFFFFF">
                    <a:lumMod val="65000"/>
                  </a:srgbClr>
                </a:solidFill>
                <a:effectLst/>
                <a:uLnTx/>
                <a:uFillTx/>
                <a:latin typeface="HRSD" panose="02000906030000020004" pitchFamily="2" charset="-78"/>
                <a:ea typeface="+mn-ea"/>
                <a:cs typeface="HRSD" panose="02000906030000020004" pitchFamily="2" charset="-78"/>
              </a:endParaRPr>
            </a:p>
          </p:txBody>
        </p:sp>
        <p:sp>
          <p:nvSpPr>
            <p:cNvPr id="8" name="AutoShape 59">
              <a:extLst>
                <a:ext uri="{FF2B5EF4-FFF2-40B4-BE49-F238E27FC236}">
                  <a16:creationId xmlns:a16="http://schemas.microsoft.com/office/drawing/2014/main" id="{73AEC548-BF16-6F31-1054-F8388D8D6890}"/>
                </a:ext>
              </a:extLst>
            </p:cNvPr>
            <p:cNvSpPr>
              <a:spLocks noChangeArrowheads="1"/>
            </p:cNvSpPr>
            <p:nvPr/>
          </p:nvSpPr>
          <p:spPr bwMode="blackWhite">
            <a:xfrm>
              <a:off x="795128" y="1884657"/>
              <a:ext cx="7445657" cy="365124"/>
            </a:xfrm>
            <a:prstGeom prst="roundRect">
              <a:avLst>
                <a:gd name="adj" fmla="val 18402"/>
              </a:avLst>
            </a:prstGeom>
            <a:noFill/>
            <a:ln w="9525" algn="ctr">
              <a:noFill/>
              <a:round/>
              <a:headEnd/>
              <a:tailEnd/>
            </a:ln>
          </p:spPr>
          <p:txBody>
            <a:bodyPr lIns="32652" tIns="32652" rIns="32652" bIns="32652" anchor="ctr" anchorCtr="0"/>
            <a:lstStyle/>
            <a:p>
              <a:pPr marL="0" marR="0" lvl="0" indent="0" algn="r" defTabSz="914400" rtl="1" eaLnBrk="1" fontAlgn="auto" latinLnBrk="0" hangingPunct="1">
                <a:lnSpc>
                  <a:spcPct val="100000"/>
                </a:lnSpc>
                <a:spcBef>
                  <a:spcPct val="0"/>
                </a:spcBef>
                <a:spcAft>
                  <a:spcPts val="272"/>
                </a:spcAft>
                <a:buClr>
                  <a:srgbClr val="83AE42"/>
                </a:buClr>
                <a:buSzTx/>
                <a:buFontTx/>
                <a:buNone/>
                <a:tabLst/>
                <a:defRPr/>
              </a:pPr>
              <a:r>
                <a:rPr kumimoji="0" lang="ar-SA"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 الهدف من التقرير </a:t>
              </a:r>
              <a:r>
                <a:rPr kumimoji="0" lang="en-US"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   </a:t>
              </a:r>
              <a:r>
                <a:rPr kumimoji="0" lang="ar-SA"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 </a:t>
              </a:r>
              <a:r>
                <a:rPr kumimoji="0" lang="ar-SA" sz="1600" b="1" i="0" u="none" strike="noStrike" kern="1200" cap="none" spc="0" normalizeH="0" baseline="0" noProof="0" dirty="0">
                  <a:ln>
                    <a:noFill/>
                  </a:ln>
                  <a:solidFill>
                    <a:srgbClr val="FFFFFF">
                      <a:lumMod val="65000"/>
                    </a:srgbClr>
                  </a:solidFill>
                  <a:effectLst/>
                  <a:uLnTx/>
                  <a:uFillTx/>
                  <a:latin typeface="HRSD" panose="02000906030000020004" pitchFamily="2" charset="-78"/>
                  <a:ea typeface="+mn-ea"/>
                  <a:cs typeface="HRSD" panose="02000906030000020004" pitchFamily="2" charset="-78"/>
                </a:rPr>
                <a:t>.................................................................................................................................................................3</a:t>
              </a:r>
              <a:endParaRPr kumimoji="0" lang="en-GB" sz="1600" b="1" i="0" u="none" strike="noStrike" kern="1200" cap="none" spc="0" normalizeH="0" baseline="0" noProof="0" dirty="0">
                <a:ln>
                  <a:noFill/>
                </a:ln>
                <a:solidFill>
                  <a:srgbClr val="FFFFFF">
                    <a:lumMod val="65000"/>
                  </a:srgbClr>
                </a:solidFill>
                <a:effectLst/>
                <a:uLnTx/>
                <a:uFillTx/>
                <a:latin typeface="HRSD" panose="02000906030000020004" pitchFamily="2" charset="-78"/>
                <a:ea typeface="+mn-ea"/>
                <a:cs typeface="HRSD" panose="02000906030000020004" pitchFamily="2" charset="-78"/>
              </a:endParaRPr>
            </a:p>
          </p:txBody>
        </p:sp>
        <p:sp>
          <p:nvSpPr>
            <p:cNvPr id="9" name="AutoShape 59">
              <a:extLst>
                <a:ext uri="{FF2B5EF4-FFF2-40B4-BE49-F238E27FC236}">
                  <a16:creationId xmlns:a16="http://schemas.microsoft.com/office/drawing/2014/main" id="{1EE2D12D-3DD4-29F2-E54B-354FC0C2B1A6}"/>
                </a:ext>
              </a:extLst>
            </p:cNvPr>
            <p:cNvSpPr>
              <a:spLocks noChangeArrowheads="1"/>
            </p:cNvSpPr>
            <p:nvPr/>
          </p:nvSpPr>
          <p:spPr bwMode="blackWhite">
            <a:xfrm>
              <a:off x="795128" y="2319440"/>
              <a:ext cx="7445657" cy="365124"/>
            </a:xfrm>
            <a:prstGeom prst="roundRect">
              <a:avLst>
                <a:gd name="adj" fmla="val 18402"/>
              </a:avLst>
            </a:prstGeom>
            <a:solidFill>
              <a:schemeClr val="bg2">
                <a:lumMod val="95000"/>
              </a:schemeClr>
            </a:solidFill>
            <a:ln w="9525" algn="ctr">
              <a:noFill/>
              <a:round/>
              <a:headEnd/>
              <a:tailEnd/>
            </a:ln>
          </p:spPr>
          <p:txBody>
            <a:bodyPr lIns="32652" tIns="32652" rIns="32652" bIns="32652" anchor="ctr" anchorCtr="0"/>
            <a:lstStyle/>
            <a:p>
              <a:pPr marL="0" marR="0" lvl="0" indent="0" algn="r" defTabSz="914400" rtl="1" eaLnBrk="1" fontAlgn="auto" latinLnBrk="0" hangingPunct="1">
                <a:lnSpc>
                  <a:spcPct val="100000"/>
                </a:lnSpc>
                <a:spcBef>
                  <a:spcPct val="0"/>
                </a:spcBef>
                <a:spcAft>
                  <a:spcPts val="272"/>
                </a:spcAft>
                <a:buClr>
                  <a:srgbClr val="83AE42"/>
                </a:buClr>
                <a:buSzTx/>
                <a:buFontTx/>
                <a:buNone/>
                <a:tabLst/>
                <a:defRPr/>
              </a:pPr>
              <a:r>
                <a:rPr kumimoji="0" lang="ar-SA"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الإطار المرجعي والمنهجي </a:t>
              </a:r>
              <a:r>
                <a:rPr kumimoji="0" lang="en-US"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   </a:t>
              </a:r>
              <a:r>
                <a:rPr kumimoji="0" lang="ar-SA"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 </a:t>
              </a:r>
              <a:r>
                <a:rPr kumimoji="0" lang="ar-SA" sz="1600" b="1" i="0" u="none" strike="noStrike" kern="1200" cap="none" spc="0" normalizeH="0" baseline="0" noProof="0" dirty="0">
                  <a:ln>
                    <a:noFill/>
                  </a:ln>
                  <a:solidFill>
                    <a:srgbClr val="FFFFFF">
                      <a:lumMod val="65000"/>
                    </a:srgbClr>
                  </a:solidFill>
                  <a:effectLst/>
                  <a:uLnTx/>
                  <a:uFillTx/>
                  <a:latin typeface="HRSD" panose="02000906030000020004" pitchFamily="2" charset="-78"/>
                  <a:ea typeface="+mn-ea"/>
                  <a:cs typeface="HRSD" panose="02000906030000020004" pitchFamily="2" charset="-78"/>
                </a:rPr>
                <a:t>..................................................................................................................5</a:t>
              </a:r>
              <a:endParaRPr kumimoji="0" lang="en-GB" sz="1600" b="1" i="0" u="none" strike="noStrike" kern="1200" cap="none" spc="0" normalizeH="0" baseline="0" noProof="0" dirty="0">
                <a:ln>
                  <a:noFill/>
                </a:ln>
                <a:solidFill>
                  <a:srgbClr val="FFFFFF">
                    <a:lumMod val="65000"/>
                  </a:srgbClr>
                </a:solidFill>
                <a:effectLst/>
                <a:uLnTx/>
                <a:uFillTx/>
                <a:latin typeface="HRSD" panose="02000906030000020004" pitchFamily="2" charset="-78"/>
                <a:ea typeface="+mn-ea"/>
                <a:cs typeface="HRSD" panose="02000906030000020004" pitchFamily="2" charset="-78"/>
              </a:endParaRPr>
            </a:p>
          </p:txBody>
        </p:sp>
        <p:sp>
          <p:nvSpPr>
            <p:cNvPr id="11" name="AutoShape 59">
              <a:extLst>
                <a:ext uri="{FF2B5EF4-FFF2-40B4-BE49-F238E27FC236}">
                  <a16:creationId xmlns:a16="http://schemas.microsoft.com/office/drawing/2014/main" id="{67F27753-B179-3E8A-F5B9-14B1277E5718}"/>
                </a:ext>
              </a:extLst>
            </p:cNvPr>
            <p:cNvSpPr>
              <a:spLocks noChangeArrowheads="1"/>
            </p:cNvSpPr>
            <p:nvPr/>
          </p:nvSpPr>
          <p:spPr bwMode="blackWhite">
            <a:xfrm>
              <a:off x="795127" y="2727574"/>
              <a:ext cx="7445657" cy="365124"/>
            </a:xfrm>
            <a:prstGeom prst="roundRect">
              <a:avLst>
                <a:gd name="adj" fmla="val 18402"/>
              </a:avLst>
            </a:prstGeom>
            <a:noFill/>
            <a:ln w="9525" algn="ctr">
              <a:noFill/>
              <a:round/>
              <a:headEnd/>
              <a:tailEnd/>
            </a:ln>
          </p:spPr>
          <p:txBody>
            <a:bodyPr lIns="32652" tIns="32652" rIns="32652" bIns="32652" anchor="ctr" anchorCtr="0"/>
            <a:lstStyle/>
            <a:p>
              <a:pPr marL="0" marR="0" lvl="0" indent="0" algn="r" defTabSz="914400" rtl="1" eaLnBrk="1" fontAlgn="auto" latinLnBrk="0" hangingPunct="1">
                <a:lnSpc>
                  <a:spcPct val="100000"/>
                </a:lnSpc>
                <a:spcBef>
                  <a:spcPct val="0"/>
                </a:spcBef>
                <a:spcAft>
                  <a:spcPts val="272"/>
                </a:spcAft>
                <a:buClr>
                  <a:srgbClr val="83AE42"/>
                </a:buClr>
                <a:buSzTx/>
                <a:buFontTx/>
                <a:buNone/>
                <a:tabLst/>
                <a:defRPr/>
              </a:pPr>
              <a:r>
                <a:rPr kumimoji="0" lang="ar-SA"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النتائج العامة لمؤشرات إدارة وتشغيل الفروع الافتراضية </a:t>
              </a:r>
              <a:r>
                <a:rPr kumimoji="0" lang="en-US"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   </a:t>
              </a:r>
              <a:r>
                <a:rPr kumimoji="0" lang="ar-SA"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 </a:t>
              </a:r>
              <a:r>
                <a:rPr kumimoji="0" lang="ar-SA" sz="1600" b="1" i="0" u="none" strike="noStrike" kern="1200" cap="none" spc="0" normalizeH="0" baseline="0" noProof="0" dirty="0">
                  <a:ln>
                    <a:noFill/>
                  </a:ln>
                  <a:solidFill>
                    <a:srgbClr val="FFFFFF">
                      <a:lumMod val="65000"/>
                    </a:srgbClr>
                  </a:solidFill>
                  <a:effectLst/>
                  <a:uLnTx/>
                  <a:uFillTx/>
                  <a:latin typeface="HRSD" panose="02000906030000020004" pitchFamily="2" charset="-78"/>
                  <a:ea typeface="+mn-ea"/>
                  <a:cs typeface="HRSD" panose="02000906030000020004" pitchFamily="2" charset="-78"/>
                </a:rPr>
                <a:t>........................................................................................................10</a:t>
              </a:r>
              <a:endParaRPr kumimoji="0" lang="en-GB" sz="1600" b="1" i="0" u="none" strike="noStrike" kern="1200" cap="none" spc="0" normalizeH="0" baseline="0" noProof="0" dirty="0">
                <a:ln>
                  <a:noFill/>
                </a:ln>
                <a:solidFill>
                  <a:srgbClr val="FFFFFF">
                    <a:lumMod val="65000"/>
                  </a:srgbClr>
                </a:solidFill>
                <a:effectLst/>
                <a:uLnTx/>
                <a:uFillTx/>
                <a:latin typeface="HRSD" panose="02000906030000020004" pitchFamily="2" charset="-78"/>
                <a:ea typeface="+mn-ea"/>
                <a:cs typeface="HRSD" panose="02000906030000020004" pitchFamily="2" charset="-78"/>
              </a:endParaRPr>
            </a:p>
          </p:txBody>
        </p:sp>
        <p:sp>
          <p:nvSpPr>
            <p:cNvPr id="12" name="AutoShape 59">
              <a:extLst>
                <a:ext uri="{FF2B5EF4-FFF2-40B4-BE49-F238E27FC236}">
                  <a16:creationId xmlns:a16="http://schemas.microsoft.com/office/drawing/2014/main" id="{9567E3D1-A38A-8C14-619F-31EC1A346D9B}"/>
                </a:ext>
              </a:extLst>
            </p:cNvPr>
            <p:cNvSpPr>
              <a:spLocks noChangeArrowheads="1"/>
            </p:cNvSpPr>
            <p:nvPr/>
          </p:nvSpPr>
          <p:spPr bwMode="blackWhite">
            <a:xfrm>
              <a:off x="795126" y="3144592"/>
              <a:ext cx="7445657" cy="365124"/>
            </a:xfrm>
            <a:prstGeom prst="roundRect">
              <a:avLst>
                <a:gd name="adj" fmla="val 18402"/>
              </a:avLst>
            </a:prstGeom>
            <a:solidFill>
              <a:schemeClr val="bg2">
                <a:lumMod val="95000"/>
              </a:schemeClr>
            </a:solidFill>
            <a:ln w="9525" algn="ctr">
              <a:noFill/>
              <a:round/>
              <a:headEnd/>
              <a:tailEnd/>
            </a:ln>
          </p:spPr>
          <p:txBody>
            <a:bodyPr lIns="32652" tIns="32652" rIns="32652" bIns="32652" anchor="ctr" anchorCtr="0"/>
            <a:lstStyle/>
            <a:p>
              <a:pPr marL="0" marR="0" lvl="0" indent="0" algn="r" defTabSz="914400" rtl="1" eaLnBrk="1" fontAlgn="auto" latinLnBrk="0" hangingPunct="1">
                <a:lnSpc>
                  <a:spcPct val="100000"/>
                </a:lnSpc>
                <a:spcBef>
                  <a:spcPct val="0"/>
                </a:spcBef>
                <a:spcAft>
                  <a:spcPts val="272"/>
                </a:spcAft>
                <a:buClr>
                  <a:srgbClr val="83AE42"/>
                </a:buClr>
                <a:buSzTx/>
                <a:buFontTx/>
                <a:buNone/>
                <a:tabLst/>
                <a:defRPr/>
              </a:pPr>
              <a:r>
                <a:rPr kumimoji="0" lang="ar-SA"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تقرير متابعة الفريق الإشرافي </a:t>
              </a:r>
              <a:r>
                <a:rPr kumimoji="0" lang="en-US"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   </a:t>
              </a:r>
              <a:r>
                <a:rPr kumimoji="0" lang="ar-SA"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 </a:t>
              </a:r>
              <a:r>
                <a:rPr kumimoji="0" lang="ar-SA" sz="1600" b="1" i="0" u="none" strike="noStrike" kern="1200" cap="none" spc="0" normalizeH="0" baseline="0" noProof="0" dirty="0">
                  <a:ln>
                    <a:noFill/>
                  </a:ln>
                  <a:solidFill>
                    <a:srgbClr val="FFFFFF">
                      <a:lumMod val="65000"/>
                    </a:srgbClr>
                  </a:solidFill>
                  <a:effectLst/>
                  <a:uLnTx/>
                  <a:uFillTx/>
                  <a:latin typeface="HRSD" panose="02000906030000020004" pitchFamily="2" charset="-78"/>
                  <a:ea typeface="+mn-ea"/>
                  <a:cs typeface="HRSD" panose="02000906030000020004" pitchFamily="2" charset="-78"/>
                </a:rPr>
                <a:t>...............................................................................................12</a:t>
              </a:r>
              <a:endParaRPr kumimoji="0" lang="en-GB" sz="1600" b="1" i="0" u="none" strike="noStrike" kern="1200" cap="none" spc="0" normalizeH="0" baseline="0" noProof="0" dirty="0">
                <a:ln>
                  <a:noFill/>
                </a:ln>
                <a:solidFill>
                  <a:srgbClr val="FFFFFF">
                    <a:lumMod val="65000"/>
                  </a:srgbClr>
                </a:solidFill>
                <a:effectLst/>
                <a:uLnTx/>
                <a:uFillTx/>
                <a:latin typeface="HRSD" panose="02000906030000020004" pitchFamily="2" charset="-78"/>
                <a:ea typeface="+mn-ea"/>
                <a:cs typeface="HRSD" panose="02000906030000020004" pitchFamily="2" charset="-78"/>
              </a:endParaRPr>
            </a:p>
          </p:txBody>
        </p:sp>
        <p:sp>
          <p:nvSpPr>
            <p:cNvPr id="13" name="AutoShape 59">
              <a:extLst>
                <a:ext uri="{FF2B5EF4-FFF2-40B4-BE49-F238E27FC236}">
                  <a16:creationId xmlns:a16="http://schemas.microsoft.com/office/drawing/2014/main" id="{C365C875-99F9-414F-9FE6-AF3086C8C41F}"/>
                </a:ext>
              </a:extLst>
            </p:cNvPr>
            <p:cNvSpPr>
              <a:spLocks noChangeArrowheads="1"/>
            </p:cNvSpPr>
            <p:nvPr/>
          </p:nvSpPr>
          <p:spPr bwMode="blackWhite">
            <a:xfrm>
              <a:off x="795125" y="3579374"/>
              <a:ext cx="7445657" cy="365124"/>
            </a:xfrm>
            <a:prstGeom prst="roundRect">
              <a:avLst>
                <a:gd name="adj" fmla="val 18402"/>
              </a:avLst>
            </a:prstGeom>
            <a:noFill/>
            <a:ln w="9525" algn="ctr">
              <a:noFill/>
              <a:round/>
              <a:headEnd/>
              <a:tailEnd/>
            </a:ln>
          </p:spPr>
          <p:txBody>
            <a:bodyPr lIns="32652" tIns="32652" rIns="32652" bIns="32652" anchor="ctr" anchorCtr="0"/>
            <a:lstStyle/>
            <a:p>
              <a:pPr marL="0" marR="0" lvl="0" indent="0" algn="r" defTabSz="914400" rtl="1" eaLnBrk="1" fontAlgn="auto" latinLnBrk="0" hangingPunct="1">
                <a:lnSpc>
                  <a:spcPct val="100000"/>
                </a:lnSpc>
                <a:spcBef>
                  <a:spcPct val="0"/>
                </a:spcBef>
                <a:spcAft>
                  <a:spcPts val="272"/>
                </a:spcAft>
                <a:buClr>
                  <a:srgbClr val="83AE42"/>
                </a:buClr>
                <a:buSzTx/>
                <a:buFontTx/>
                <a:buNone/>
                <a:tabLst/>
                <a:defRPr/>
              </a:pPr>
              <a:r>
                <a:rPr kumimoji="0" lang="ar-SA"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 تقرير جودة الفروع الافتراضية</a:t>
              </a:r>
            </a:p>
            <a:p>
              <a:pPr marL="0" marR="0" lvl="0" indent="0" algn="r" defTabSz="914400" rtl="1" eaLnBrk="1" fontAlgn="auto" latinLnBrk="0" hangingPunct="1">
                <a:lnSpc>
                  <a:spcPct val="100000"/>
                </a:lnSpc>
                <a:spcBef>
                  <a:spcPct val="0"/>
                </a:spcBef>
                <a:spcAft>
                  <a:spcPts val="272"/>
                </a:spcAft>
                <a:buClr>
                  <a:srgbClr val="83AE42"/>
                </a:buClr>
                <a:buSzTx/>
                <a:buFontTx/>
                <a:buNone/>
                <a:tabLst/>
                <a:defRPr/>
              </a:pPr>
              <a:r>
                <a:rPr kumimoji="0" lang="ar-SA" sz="1600" b="1" i="0" u="none" strike="noStrike" kern="1200" cap="none" spc="0" normalizeH="0" baseline="0" noProof="0" dirty="0">
                  <a:ln>
                    <a:noFill/>
                  </a:ln>
                  <a:solidFill>
                    <a:srgbClr val="FFFFFF">
                      <a:lumMod val="65000"/>
                    </a:srgbClr>
                  </a:solidFill>
                  <a:effectLst/>
                  <a:uLnTx/>
                  <a:uFillTx/>
                  <a:latin typeface="HRSD" panose="02000906030000020004" pitchFamily="2" charset="-78"/>
                  <a:ea typeface="+mn-ea"/>
                  <a:cs typeface="HRSD" panose="02000906030000020004" pitchFamily="2" charset="-78"/>
                </a:rPr>
                <a:t>....................................................................................15</a:t>
              </a:r>
              <a:endParaRPr kumimoji="0" lang="en-GB" sz="1600" b="1" i="0" u="none" strike="noStrike" kern="1200" cap="none" spc="0" normalizeH="0" baseline="0" noProof="0" dirty="0">
                <a:ln>
                  <a:noFill/>
                </a:ln>
                <a:solidFill>
                  <a:srgbClr val="FFFFFF">
                    <a:lumMod val="65000"/>
                  </a:srgbClr>
                </a:solidFill>
                <a:effectLst/>
                <a:uLnTx/>
                <a:uFillTx/>
                <a:latin typeface="HRSD" panose="02000906030000020004" pitchFamily="2" charset="-78"/>
                <a:ea typeface="+mn-ea"/>
                <a:cs typeface="HRSD" panose="02000906030000020004" pitchFamily="2" charset="-78"/>
              </a:endParaRPr>
            </a:p>
          </p:txBody>
        </p:sp>
        <p:sp>
          <p:nvSpPr>
            <p:cNvPr id="14" name="AutoShape 59">
              <a:extLst>
                <a:ext uri="{FF2B5EF4-FFF2-40B4-BE49-F238E27FC236}">
                  <a16:creationId xmlns:a16="http://schemas.microsoft.com/office/drawing/2014/main" id="{55B4CED7-1C5B-1CFB-3984-1283FFB783A5}"/>
                </a:ext>
              </a:extLst>
            </p:cNvPr>
            <p:cNvSpPr>
              <a:spLocks noChangeArrowheads="1"/>
            </p:cNvSpPr>
            <p:nvPr/>
          </p:nvSpPr>
          <p:spPr bwMode="blackWhite">
            <a:xfrm>
              <a:off x="795125" y="4005274"/>
              <a:ext cx="7445657" cy="365124"/>
            </a:xfrm>
            <a:prstGeom prst="roundRect">
              <a:avLst>
                <a:gd name="adj" fmla="val 18402"/>
              </a:avLst>
            </a:prstGeom>
            <a:solidFill>
              <a:schemeClr val="bg2">
                <a:lumMod val="95000"/>
              </a:schemeClr>
            </a:solidFill>
            <a:ln w="9525" algn="ctr">
              <a:noFill/>
              <a:round/>
              <a:headEnd/>
              <a:tailEnd/>
            </a:ln>
          </p:spPr>
          <p:txBody>
            <a:bodyPr lIns="32652" tIns="32652" rIns="32652" bIns="32652" anchor="ctr" anchorCtr="0"/>
            <a:lstStyle/>
            <a:p>
              <a:pPr marL="0" marR="0" lvl="0" indent="0" algn="r" defTabSz="914400" rtl="1" eaLnBrk="1" fontAlgn="auto" latinLnBrk="0" hangingPunct="1">
                <a:lnSpc>
                  <a:spcPct val="100000"/>
                </a:lnSpc>
                <a:spcBef>
                  <a:spcPct val="0"/>
                </a:spcBef>
                <a:spcAft>
                  <a:spcPts val="272"/>
                </a:spcAft>
                <a:buClr>
                  <a:srgbClr val="83AE42"/>
                </a:buClr>
                <a:buSzTx/>
                <a:buFontTx/>
                <a:buNone/>
                <a:tabLst/>
                <a:defRPr/>
              </a:pPr>
              <a:r>
                <a:rPr kumimoji="0" lang="ar-SA"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تقرير رضا المستفيد </a:t>
              </a:r>
              <a:r>
                <a:rPr kumimoji="0" lang="en-US"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   </a:t>
              </a:r>
              <a:r>
                <a:rPr kumimoji="0" lang="ar-SA"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 </a:t>
              </a:r>
              <a:r>
                <a:rPr kumimoji="0" lang="ar-SA" sz="1600" b="1" i="0" u="none" strike="noStrike" kern="1200" cap="none" spc="0" normalizeH="0" baseline="0" noProof="0" dirty="0">
                  <a:ln>
                    <a:noFill/>
                  </a:ln>
                  <a:solidFill>
                    <a:srgbClr val="FFFFFF">
                      <a:lumMod val="65000"/>
                    </a:srgbClr>
                  </a:solidFill>
                  <a:effectLst/>
                  <a:uLnTx/>
                  <a:uFillTx/>
                  <a:latin typeface="HRSD" panose="02000906030000020004" pitchFamily="2" charset="-78"/>
                  <a:ea typeface="+mn-ea"/>
                  <a:cs typeface="HRSD" panose="02000906030000020004" pitchFamily="2" charset="-78"/>
                </a:rPr>
                <a:t>....................................................................19</a:t>
              </a:r>
              <a:endParaRPr kumimoji="0" lang="en-GB" sz="1600" b="1" i="0" u="none" strike="noStrike" kern="1200" cap="none" spc="0" normalizeH="0" baseline="0" noProof="0" dirty="0">
                <a:ln>
                  <a:noFill/>
                </a:ln>
                <a:solidFill>
                  <a:srgbClr val="FFFFFF">
                    <a:lumMod val="65000"/>
                  </a:srgbClr>
                </a:solidFill>
                <a:effectLst/>
                <a:uLnTx/>
                <a:uFillTx/>
                <a:latin typeface="HRSD" panose="02000906030000020004" pitchFamily="2" charset="-78"/>
                <a:ea typeface="+mn-ea"/>
                <a:cs typeface="HRSD" panose="02000906030000020004" pitchFamily="2" charset="-78"/>
              </a:endParaRPr>
            </a:p>
          </p:txBody>
        </p:sp>
        <p:sp>
          <p:nvSpPr>
            <p:cNvPr id="15" name="AutoShape 59">
              <a:extLst>
                <a:ext uri="{FF2B5EF4-FFF2-40B4-BE49-F238E27FC236}">
                  <a16:creationId xmlns:a16="http://schemas.microsoft.com/office/drawing/2014/main" id="{2D106506-D8CE-5754-F54F-05614769CB53}"/>
                </a:ext>
              </a:extLst>
            </p:cNvPr>
            <p:cNvSpPr>
              <a:spLocks noChangeArrowheads="1"/>
            </p:cNvSpPr>
            <p:nvPr/>
          </p:nvSpPr>
          <p:spPr bwMode="blackWhite">
            <a:xfrm>
              <a:off x="795125" y="4413407"/>
              <a:ext cx="7445657" cy="365124"/>
            </a:xfrm>
            <a:prstGeom prst="roundRect">
              <a:avLst>
                <a:gd name="adj" fmla="val 18402"/>
              </a:avLst>
            </a:prstGeom>
            <a:noFill/>
            <a:ln w="9525" algn="ctr">
              <a:noFill/>
              <a:round/>
              <a:headEnd/>
              <a:tailEnd/>
            </a:ln>
          </p:spPr>
          <p:txBody>
            <a:bodyPr lIns="32652" tIns="32652" rIns="32652" bIns="32652" anchor="ctr" anchorCtr="0"/>
            <a:lstStyle/>
            <a:p>
              <a:pPr marL="0" marR="0" lvl="0" indent="0" algn="r" defTabSz="914400" rtl="1" eaLnBrk="1" fontAlgn="auto" latinLnBrk="0" hangingPunct="1">
                <a:lnSpc>
                  <a:spcPct val="100000"/>
                </a:lnSpc>
                <a:spcBef>
                  <a:spcPct val="0"/>
                </a:spcBef>
                <a:spcAft>
                  <a:spcPts val="272"/>
                </a:spcAft>
                <a:buClr>
                  <a:srgbClr val="83AE42"/>
                </a:buClr>
                <a:buSzTx/>
                <a:buFontTx/>
                <a:buNone/>
                <a:tabLst/>
                <a:defRPr/>
              </a:pPr>
              <a:r>
                <a:rPr kumimoji="0" lang="ar-SA" sz="1600" b="1" i="0" u="none" strike="noStrike" kern="1200" cap="none" spc="0" normalizeH="0" baseline="0" noProof="0" dirty="0">
                  <a:ln>
                    <a:noFill/>
                  </a:ln>
                  <a:solidFill>
                    <a:srgbClr val="0F3144"/>
                  </a:solidFill>
                  <a:effectLst/>
                  <a:uLnTx/>
                  <a:uFillTx/>
                  <a:latin typeface="HRSD" panose="02000906030000020004" pitchFamily="2" charset="-78"/>
                  <a:ea typeface="+mn-ea"/>
                  <a:cs typeface="HRSD" panose="02000906030000020004" pitchFamily="2" charset="-78"/>
                </a:rPr>
                <a:t>نتائج مؤشر نضج تجربة المستفيد للفروع الافتراضية </a:t>
              </a:r>
              <a:r>
                <a:rPr kumimoji="0" lang="ar-SA" sz="1600" b="1" i="0" u="none" strike="noStrike" kern="1200" cap="none" spc="0" normalizeH="0" baseline="0" noProof="0" dirty="0">
                  <a:ln>
                    <a:noFill/>
                  </a:ln>
                  <a:solidFill>
                    <a:srgbClr val="FFFFFF">
                      <a:lumMod val="65000"/>
                    </a:srgbClr>
                  </a:solidFill>
                  <a:effectLst/>
                  <a:uLnTx/>
                  <a:uFillTx/>
                  <a:latin typeface="HRSD" panose="02000906030000020004" pitchFamily="2" charset="-78"/>
                  <a:ea typeface="+mn-ea"/>
                  <a:cs typeface="HRSD" panose="02000906030000020004" pitchFamily="2" charset="-78"/>
                </a:rPr>
                <a:t>.........................................................................................24</a:t>
              </a:r>
              <a:endParaRPr kumimoji="0" lang="en-GB" sz="1600" b="1" i="0" u="none" strike="noStrike" kern="1200" cap="none" spc="0" normalizeH="0" baseline="0" noProof="0" dirty="0">
                <a:ln>
                  <a:noFill/>
                </a:ln>
                <a:solidFill>
                  <a:srgbClr val="FFFFFF">
                    <a:lumMod val="65000"/>
                  </a:srgbClr>
                </a:solidFill>
                <a:effectLst/>
                <a:uLnTx/>
                <a:uFillTx/>
                <a:latin typeface="HRSD" panose="02000906030000020004" pitchFamily="2" charset="-78"/>
                <a:ea typeface="+mn-ea"/>
                <a:cs typeface="HRSD" panose="02000906030000020004" pitchFamily="2" charset="-78"/>
              </a:endParaRPr>
            </a:p>
          </p:txBody>
        </p:sp>
      </p:grpSp>
    </p:spTree>
    <p:extLst>
      <p:ext uri="{BB962C8B-B14F-4D97-AF65-F5344CB8AC3E}">
        <p14:creationId xmlns:p14="http://schemas.microsoft.com/office/powerpoint/2010/main" val="648911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E5C6F-7E33-A689-A5A1-F5A37DBC1B8C}"/>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C0BDD64A-FD13-F237-0BB2-7CC499AB16BD}"/>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47B968EA-993D-87C3-01D5-9C57979B6321}"/>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26" name="مجموعة 25">
            <a:extLst>
              <a:ext uri="{FF2B5EF4-FFF2-40B4-BE49-F238E27FC236}">
                <a16:creationId xmlns:a16="http://schemas.microsoft.com/office/drawing/2014/main" id="{8FF47DE0-A8BA-536F-4CFD-03C8DB5CE988}"/>
              </a:ext>
            </a:extLst>
          </p:cNvPr>
          <p:cNvGrpSpPr/>
          <p:nvPr/>
        </p:nvGrpSpPr>
        <p:grpSpPr>
          <a:xfrm>
            <a:off x="1100824" y="693733"/>
            <a:ext cx="10734737" cy="4809984"/>
            <a:chOff x="1100824" y="693733"/>
            <a:chExt cx="10734737" cy="4809984"/>
          </a:xfrm>
        </p:grpSpPr>
        <p:grpSp>
          <p:nvGrpSpPr>
            <p:cNvPr id="24" name="مجموعة 23">
              <a:extLst>
                <a:ext uri="{FF2B5EF4-FFF2-40B4-BE49-F238E27FC236}">
                  <a16:creationId xmlns:a16="http://schemas.microsoft.com/office/drawing/2014/main" id="{6F928E92-F0CD-D333-C642-A9858F863A8D}"/>
                </a:ext>
              </a:extLst>
            </p:cNvPr>
            <p:cNvGrpSpPr/>
            <p:nvPr/>
          </p:nvGrpSpPr>
          <p:grpSpPr>
            <a:xfrm>
              <a:off x="1100824" y="693733"/>
              <a:ext cx="10734737" cy="3011450"/>
              <a:chOff x="1100824" y="693733"/>
              <a:chExt cx="10734737" cy="3011450"/>
            </a:xfrm>
          </p:grpSpPr>
          <p:sp>
            <p:nvSpPr>
              <p:cNvPr id="2" name="Text Placeholder 14">
                <a:extLst>
                  <a:ext uri="{FF2B5EF4-FFF2-40B4-BE49-F238E27FC236}">
                    <a16:creationId xmlns:a16="http://schemas.microsoft.com/office/drawing/2014/main" id="{A5BB5ED7-D43B-114A-A4AA-3BC1BE6F9F34}"/>
                  </a:ext>
                </a:extLst>
              </p:cNvPr>
              <p:cNvSpPr txBox="1">
                <a:spLocks/>
              </p:cNvSpPr>
              <p:nvPr/>
            </p:nvSpPr>
            <p:spPr>
              <a:xfrm>
                <a:off x="1100824" y="1498601"/>
                <a:ext cx="10696750" cy="1654216"/>
              </a:xfrm>
              <a:prstGeom prst="rect">
                <a:avLst/>
              </a:prstGeom>
            </p:spPr>
            <p:txBody>
              <a:bodyPr>
                <a:normAutofit fontScale="85000" lnSpcReduction="20000"/>
              </a:bodyPr>
              <a:lstStyle>
                <a:lvl1pPr marL="0" indent="0" algn="ctr" defTabSz="914400" rtl="1" eaLnBrk="1" latinLnBrk="0" hangingPunct="1">
                  <a:lnSpc>
                    <a:spcPct val="90000"/>
                  </a:lnSpc>
                  <a:spcBef>
                    <a:spcPts val="1000"/>
                  </a:spcBef>
                  <a:buFont typeface="Arial" panose="020B0604020202020204" pitchFamily="34" charset="0"/>
                  <a:buNone/>
                  <a:defRPr sz="1300" b="0" i="0" kern="1200">
                    <a:solidFill>
                      <a:schemeClr val="tx1"/>
                    </a:solidFill>
                    <a:latin typeface="HRSD Gov Medium" pitchFamily="2" charset="-78"/>
                    <a:ea typeface="HRSD Gov Medium" pitchFamily="2" charset="-78"/>
                    <a:cs typeface="HRSD Gov Medium"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buNone/>
                </a:pPr>
                <a:r>
                  <a:rPr lang="ar-SA" sz="2000" dirty="0"/>
                  <a:t>بناءً على الأمر الملكي رقم (أ/455) بتاريخ 01/07/1441هـ القاضي بدمج وزارة الخدمة المدنية مع وزارة العمل والتنمية الاجتماعية تحت مسمى وزارة الموارد البشرية والتنمية الاجتماعية، وما تبعه من قرار مجلس الوزراء رقم (97) بتاريخ 05/02/1442هـ بشأن استكمال الترتيبات التنظيمية للوزارة، وتعزيز التكامل في تقديم الخدمات الحكومية الرقمية للمستفيدين.</a:t>
                </a:r>
              </a:p>
              <a:p>
                <a:pPr algn="r">
                  <a:buNone/>
                </a:pPr>
                <a:r>
                  <a:rPr lang="ar-SA" sz="2000" dirty="0"/>
                  <a:t>وإشارةً إلى مهام وكالة تجربة المستفيد للفروع الافتراضية والمتعلقة بتطوير القنوات الرقمية والافتراضية، ومراقبة الأداء والجودة لضمان تقديم تجربة متميزة وسلسة للمستفيدين، وتحقيق مستهدفات التحول الرقمي تماشيًا مع رؤية المملكة 2030.</a:t>
                </a:r>
              </a:p>
              <a:p>
                <a:pPr algn="r">
                  <a:buNone/>
                </a:pPr>
                <a:r>
                  <a:rPr lang="ar-SA" sz="2000" dirty="0"/>
                  <a:t>وامتدادًا لجهود الوزارة في تطوير الخدمات الرقمية ورفع كفاءة الأداء، يأتي هذا الإطار استكمالًا لتوجهات الوزارة نحو تعزيز تجربة المستفيد وتحسين جودة الخدمات المقدمة عبر الفروع الافتراضية، التي أثبتت أثرًا ملموسًا في تقليص الزيارات الحضورية وتسهيل رحلة المستفيد نحو خدمات أكثر مرونة وكفاءة.</a:t>
                </a:r>
              </a:p>
            </p:txBody>
          </p:sp>
          <p:grpSp>
            <p:nvGrpSpPr>
              <p:cNvPr id="18" name="مجموعة 17">
                <a:extLst>
                  <a:ext uri="{FF2B5EF4-FFF2-40B4-BE49-F238E27FC236}">
                    <a16:creationId xmlns:a16="http://schemas.microsoft.com/office/drawing/2014/main" id="{DA8BD159-00AD-FD29-3E08-F40865C9EC26}"/>
                  </a:ext>
                </a:extLst>
              </p:cNvPr>
              <p:cNvGrpSpPr/>
              <p:nvPr/>
            </p:nvGrpSpPr>
            <p:grpSpPr>
              <a:xfrm>
                <a:off x="9237132" y="693733"/>
                <a:ext cx="2598429" cy="552367"/>
                <a:chOff x="9237132" y="693733"/>
                <a:chExt cx="2598429" cy="552367"/>
              </a:xfrm>
            </p:grpSpPr>
            <p:sp>
              <p:nvSpPr>
                <p:cNvPr id="14" name="Title 1">
                  <a:extLst>
                    <a:ext uri="{FF2B5EF4-FFF2-40B4-BE49-F238E27FC236}">
                      <a16:creationId xmlns:a16="http://schemas.microsoft.com/office/drawing/2014/main" id="{6E0B3E4E-A7B1-6535-AE39-57916340F600}"/>
                    </a:ext>
                  </a:extLst>
                </p:cNvPr>
                <p:cNvSpPr txBox="1">
                  <a:spLocks/>
                </p:cNvSpPr>
                <p:nvPr/>
              </p:nvSpPr>
              <p:spPr>
                <a:xfrm>
                  <a:off x="9237132" y="693733"/>
                  <a:ext cx="2598429" cy="472492"/>
                </a:xfrm>
                <a:prstGeom prst="rect">
                  <a:avLst/>
                </a:prstGeom>
              </p:spPr>
              <p:txBody>
                <a:bodyPr>
                  <a:normAutofit fontScale="92500" lnSpcReduction="2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3300" b="0" i="0" u="none" strike="noStrike" kern="1200" cap="none" spc="0" normalizeH="0" baseline="0" noProof="0" dirty="0">
                      <a:ln>
                        <a:noFill/>
                      </a:ln>
                      <a:solidFill>
                        <a:srgbClr val="0F3144"/>
                      </a:solidFill>
                      <a:effectLst/>
                      <a:uLnTx/>
                      <a:uFillTx/>
                      <a:cs typeface="HRSD Gov Title Bold" pitchFamily="2" charset="-78"/>
                    </a:rPr>
                    <a:t>تمهيد</a:t>
                  </a:r>
                  <a:endParaRPr kumimoji="0" lang="en-SA" sz="3300" b="0" i="0" u="none" strike="noStrike" kern="1200" cap="none" spc="0" normalizeH="0" baseline="0" noProof="0" dirty="0">
                    <a:ln>
                      <a:noFill/>
                    </a:ln>
                    <a:solidFill>
                      <a:srgbClr val="0F3144"/>
                    </a:solidFill>
                    <a:effectLst/>
                    <a:uLnTx/>
                    <a:uFillTx/>
                    <a:cs typeface="HRSD Gov Title Bold" pitchFamily="2" charset="-78"/>
                  </a:endParaRPr>
                </a:p>
              </p:txBody>
            </p:sp>
            <p:grpSp>
              <p:nvGrpSpPr>
                <p:cNvPr id="13" name="مجموعة 12">
                  <a:extLst>
                    <a:ext uri="{FF2B5EF4-FFF2-40B4-BE49-F238E27FC236}">
                      <a16:creationId xmlns:a16="http://schemas.microsoft.com/office/drawing/2014/main" id="{2B2165F1-8CA5-57C4-0B16-D9078D096793}"/>
                    </a:ext>
                  </a:extLst>
                </p:cNvPr>
                <p:cNvGrpSpPr/>
                <p:nvPr/>
              </p:nvGrpSpPr>
              <p:grpSpPr>
                <a:xfrm>
                  <a:off x="11015133" y="1086349"/>
                  <a:ext cx="782441" cy="159751"/>
                  <a:chOff x="4001193" y="3386073"/>
                  <a:chExt cx="618106" cy="97955"/>
                </a:xfrm>
              </p:grpSpPr>
              <p:sp>
                <p:nvSpPr>
                  <p:cNvPr id="16" name="Line 297">
                    <a:extLst>
                      <a:ext uri="{FF2B5EF4-FFF2-40B4-BE49-F238E27FC236}">
                        <a16:creationId xmlns:a16="http://schemas.microsoft.com/office/drawing/2014/main" id="{2DB4E0D6-730A-180A-ED78-84FAC24372E3}"/>
                      </a:ext>
                    </a:extLst>
                  </p:cNvPr>
                  <p:cNvSpPr>
                    <a:spLocks noChangeShapeType="1"/>
                  </p:cNvSpPr>
                  <p:nvPr/>
                </p:nvSpPr>
                <p:spPr bwMode="auto">
                  <a:xfrm flipV="1">
                    <a:off x="4046166" y="3433033"/>
                    <a:ext cx="573133" cy="201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118C8E85-6B7B-B7B7-8CB3-8C7846DDB181}"/>
                      </a:ext>
                    </a:extLst>
                  </p:cNvPr>
                  <p:cNvSpPr>
                    <a:spLocks/>
                  </p:cNvSpPr>
                  <p:nvPr/>
                </p:nvSpPr>
                <p:spPr bwMode="auto">
                  <a:xfrm>
                    <a:off x="4001193" y="3386073"/>
                    <a:ext cx="97955" cy="97955"/>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a:latin typeface="HRSD Bold" panose="02000906030000020004" pitchFamily="2" charset="-78"/>
                      <a:cs typeface="HRSD Bold" panose="02000906030000020004" pitchFamily="2" charset="-78"/>
                    </a:endParaRPr>
                  </a:p>
                </p:txBody>
              </p:sp>
            </p:grpSp>
          </p:grpSp>
          <p:grpSp>
            <p:nvGrpSpPr>
              <p:cNvPr id="19" name="مجموعة 18">
                <a:extLst>
                  <a:ext uri="{FF2B5EF4-FFF2-40B4-BE49-F238E27FC236}">
                    <a16:creationId xmlns:a16="http://schemas.microsoft.com/office/drawing/2014/main" id="{42FD786F-7715-88D5-D8A3-A85AB89B67B0}"/>
                  </a:ext>
                </a:extLst>
              </p:cNvPr>
              <p:cNvGrpSpPr/>
              <p:nvPr/>
            </p:nvGrpSpPr>
            <p:grpSpPr>
              <a:xfrm>
                <a:off x="9237131" y="3152816"/>
                <a:ext cx="2598429" cy="552367"/>
                <a:chOff x="9237132" y="693733"/>
                <a:chExt cx="2598429" cy="552367"/>
              </a:xfrm>
            </p:grpSpPr>
            <p:sp>
              <p:nvSpPr>
                <p:cNvPr id="20" name="Title 1">
                  <a:extLst>
                    <a:ext uri="{FF2B5EF4-FFF2-40B4-BE49-F238E27FC236}">
                      <a16:creationId xmlns:a16="http://schemas.microsoft.com/office/drawing/2014/main" id="{A442D5A6-F822-38D8-121D-C7CBB87B3CE9}"/>
                    </a:ext>
                  </a:extLst>
                </p:cNvPr>
                <p:cNvSpPr txBox="1">
                  <a:spLocks/>
                </p:cNvSpPr>
                <p:nvPr/>
              </p:nvSpPr>
              <p:spPr>
                <a:xfrm>
                  <a:off x="9237132" y="693733"/>
                  <a:ext cx="2598429" cy="472492"/>
                </a:xfrm>
                <a:prstGeom prst="rect">
                  <a:avLst/>
                </a:prstGeom>
              </p:spPr>
              <p:txBody>
                <a:bodyPr>
                  <a:normAutofit fontScale="92500" lnSpcReduction="2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3300" b="0" i="0" u="none" strike="noStrike" kern="1200" cap="none" spc="0" normalizeH="0" baseline="0" noProof="0" dirty="0">
                      <a:ln>
                        <a:noFill/>
                      </a:ln>
                      <a:solidFill>
                        <a:srgbClr val="0F3144"/>
                      </a:solidFill>
                      <a:effectLst/>
                      <a:uLnTx/>
                      <a:uFillTx/>
                      <a:cs typeface="HRSD Gov Title Bold" pitchFamily="2" charset="-78"/>
                    </a:rPr>
                    <a:t>الهدف من التقرير</a:t>
                  </a:r>
                  <a:endParaRPr kumimoji="0" lang="en-SA" sz="3300" b="0" i="0" u="none" strike="noStrike" kern="1200" cap="none" spc="0" normalizeH="0" baseline="0" noProof="0" dirty="0">
                    <a:ln>
                      <a:noFill/>
                    </a:ln>
                    <a:solidFill>
                      <a:srgbClr val="0F3144"/>
                    </a:solidFill>
                    <a:effectLst/>
                    <a:uLnTx/>
                    <a:uFillTx/>
                    <a:cs typeface="HRSD Gov Title Bold" pitchFamily="2" charset="-78"/>
                  </a:endParaRPr>
                </a:p>
              </p:txBody>
            </p:sp>
            <p:grpSp>
              <p:nvGrpSpPr>
                <p:cNvPr id="21" name="مجموعة 20">
                  <a:extLst>
                    <a:ext uri="{FF2B5EF4-FFF2-40B4-BE49-F238E27FC236}">
                      <a16:creationId xmlns:a16="http://schemas.microsoft.com/office/drawing/2014/main" id="{6E5049D0-EDDD-2C57-DDF1-F783AFD1AAA6}"/>
                    </a:ext>
                  </a:extLst>
                </p:cNvPr>
                <p:cNvGrpSpPr/>
                <p:nvPr/>
              </p:nvGrpSpPr>
              <p:grpSpPr>
                <a:xfrm>
                  <a:off x="11015133" y="1086349"/>
                  <a:ext cx="782441" cy="159751"/>
                  <a:chOff x="4001193" y="3386073"/>
                  <a:chExt cx="618106" cy="97955"/>
                </a:xfrm>
              </p:grpSpPr>
              <p:sp>
                <p:nvSpPr>
                  <p:cNvPr id="22" name="Line 297">
                    <a:extLst>
                      <a:ext uri="{FF2B5EF4-FFF2-40B4-BE49-F238E27FC236}">
                        <a16:creationId xmlns:a16="http://schemas.microsoft.com/office/drawing/2014/main" id="{320FD20D-CDAD-F480-04C5-E76343904038}"/>
                      </a:ext>
                    </a:extLst>
                  </p:cNvPr>
                  <p:cNvSpPr>
                    <a:spLocks noChangeShapeType="1"/>
                  </p:cNvSpPr>
                  <p:nvPr/>
                </p:nvSpPr>
                <p:spPr bwMode="auto">
                  <a:xfrm flipV="1">
                    <a:off x="4046166" y="3433033"/>
                    <a:ext cx="573133" cy="201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23" name="Freeform 298">
                    <a:extLst>
                      <a:ext uri="{FF2B5EF4-FFF2-40B4-BE49-F238E27FC236}">
                        <a16:creationId xmlns:a16="http://schemas.microsoft.com/office/drawing/2014/main" id="{E579BE6E-3696-1DF8-3311-782F896C13FC}"/>
                      </a:ext>
                    </a:extLst>
                  </p:cNvPr>
                  <p:cNvSpPr>
                    <a:spLocks/>
                  </p:cNvSpPr>
                  <p:nvPr/>
                </p:nvSpPr>
                <p:spPr bwMode="auto">
                  <a:xfrm>
                    <a:off x="4001193" y="3386073"/>
                    <a:ext cx="97955" cy="97955"/>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a:latin typeface="HRSD Bold" panose="02000906030000020004" pitchFamily="2" charset="-78"/>
                      <a:cs typeface="HRSD Bold" panose="02000906030000020004" pitchFamily="2" charset="-78"/>
                    </a:endParaRPr>
                  </a:p>
                </p:txBody>
              </p:sp>
            </p:grpSp>
          </p:grpSp>
        </p:grpSp>
        <p:sp>
          <p:nvSpPr>
            <p:cNvPr id="25" name="Text Placeholder 14">
              <a:extLst>
                <a:ext uri="{FF2B5EF4-FFF2-40B4-BE49-F238E27FC236}">
                  <a16:creationId xmlns:a16="http://schemas.microsoft.com/office/drawing/2014/main" id="{2F34B9BA-2BCC-A8A8-31D9-551F41AA67D2}"/>
                </a:ext>
              </a:extLst>
            </p:cNvPr>
            <p:cNvSpPr txBox="1">
              <a:spLocks/>
            </p:cNvSpPr>
            <p:nvPr/>
          </p:nvSpPr>
          <p:spPr>
            <a:xfrm>
              <a:off x="1138810" y="3849501"/>
              <a:ext cx="10696750" cy="1654216"/>
            </a:xfrm>
            <a:prstGeom prst="rect">
              <a:avLst/>
            </a:prstGeom>
          </p:spPr>
          <p:txBody>
            <a:bodyPr>
              <a:normAutofit/>
            </a:bodyPr>
            <a:lstStyle>
              <a:lvl1pPr marL="0" indent="0" algn="ctr" defTabSz="914400" rtl="1" eaLnBrk="1" latinLnBrk="0" hangingPunct="1">
                <a:lnSpc>
                  <a:spcPct val="90000"/>
                </a:lnSpc>
                <a:spcBef>
                  <a:spcPts val="1000"/>
                </a:spcBef>
                <a:buFont typeface="Arial" panose="020B0604020202020204" pitchFamily="34" charset="0"/>
                <a:buNone/>
                <a:defRPr sz="1300" b="0" i="0" kern="1200">
                  <a:solidFill>
                    <a:schemeClr val="tx1"/>
                  </a:solidFill>
                  <a:latin typeface="HRSD Gov Medium" pitchFamily="2" charset="-78"/>
                  <a:ea typeface="HRSD Gov Medium" pitchFamily="2" charset="-78"/>
                  <a:cs typeface="HRSD Gov Medium"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buNone/>
              </a:pPr>
              <a:r>
                <a:rPr lang="ar-SA" sz="1600" dirty="0"/>
                <a:t>تم إعداد هذا التقرير لبيان نتائج قياس جودة تجربة المستفيد ضمن نطاق إدارة وتشغيل الفروع الافتراضية بوزارة الموارد البشرية والتنمية الاجتماعية، ويشتمل التقرير على النتيجة العامة للتقييم لكافة الفروع الافتراضية المشمولة في نطاق العمل، بالإضافة إلى المستويات والنتائج التي تحققت وفقًا لمحاور القياس الرئيسة المعتمدة، وهي:</a:t>
              </a:r>
            </a:p>
            <a:p>
              <a:pPr algn="r">
                <a:buNone/>
              </a:pPr>
              <a:endParaRPr lang="ar-SA" sz="1600" dirty="0"/>
            </a:p>
            <a:p>
              <a:pPr algn="r">
                <a:buNone/>
              </a:pPr>
              <a:endParaRPr lang="ar-SA" sz="1600" dirty="0"/>
            </a:p>
            <a:p>
              <a:pPr algn="r">
                <a:buNone/>
              </a:pPr>
              <a:endParaRPr lang="ar-SA" sz="1600" dirty="0"/>
            </a:p>
            <a:p>
              <a:pPr algn="r">
                <a:buNone/>
              </a:pPr>
              <a:endParaRPr lang="ar-SA" sz="1600" dirty="0"/>
            </a:p>
            <a:p>
              <a:pPr algn="r">
                <a:buNone/>
              </a:pPr>
              <a:endParaRPr lang="ar-SA" sz="1600" dirty="0"/>
            </a:p>
          </p:txBody>
        </p:sp>
      </p:grpSp>
      <p:grpSp>
        <p:nvGrpSpPr>
          <p:cNvPr id="38" name="مجموعة 37">
            <a:extLst>
              <a:ext uri="{FF2B5EF4-FFF2-40B4-BE49-F238E27FC236}">
                <a16:creationId xmlns:a16="http://schemas.microsoft.com/office/drawing/2014/main" id="{920FB60A-231E-D308-5285-F92A7B08EB5F}"/>
              </a:ext>
            </a:extLst>
          </p:cNvPr>
          <p:cNvGrpSpPr/>
          <p:nvPr/>
        </p:nvGrpSpPr>
        <p:grpSpPr>
          <a:xfrm>
            <a:off x="1707626" y="4852701"/>
            <a:ext cx="8776747" cy="506698"/>
            <a:chOff x="1689037" y="4648772"/>
            <a:chExt cx="8776747" cy="506698"/>
          </a:xfrm>
        </p:grpSpPr>
        <p:grpSp>
          <p:nvGrpSpPr>
            <p:cNvPr id="32" name="مجموعة 31">
              <a:extLst>
                <a:ext uri="{FF2B5EF4-FFF2-40B4-BE49-F238E27FC236}">
                  <a16:creationId xmlns:a16="http://schemas.microsoft.com/office/drawing/2014/main" id="{7F28B4E7-EC69-43B2-6AE2-A0255E29C402}"/>
                </a:ext>
              </a:extLst>
            </p:cNvPr>
            <p:cNvGrpSpPr/>
            <p:nvPr/>
          </p:nvGrpSpPr>
          <p:grpSpPr>
            <a:xfrm>
              <a:off x="1689037" y="4655923"/>
              <a:ext cx="2720320" cy="499547"/>
              <a:chOff x="3604161" y="4683865"/>
              <a:chExt cx="2720320" cy="499547"/>
            </a:xfrm>
          </p:grpSpPr>
          <p:sp>
            <p:nvSpPr>
              <p:cNvPr id="30" name="AutoShape 59">
                <a:extLst>
                  <a:ext uri="{FF2B5EF4-FFF2-40B4-BE49-F238E27FC236}">
                    <a16:creationId xmlns:a16="http://schemas.microsoft.com/office/drawing/2014/main" id="{3B8D6391-1A2C-1C0B-29A3-D6200FD529CD}"/>
                  </a:ext>
                </a:extLst>
              </p:cNvPr>
              <p:cNvSpPr>
                <a:spLocks noChangeArrowheads="1"/>
              </p:cNvSpPr>
              <p:nvPr/>
            </p:nvSpPr>
            <p:spPr bwMode="blackWhite">
              <a:xfrm>
                <a:off x="3604161" y="4683865"/>
                <a:ext cx="2720320" cy="499547"/>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algn="ctr" rtl="0" eaLnBrk="0" fontAlgn="base" hangingPunct="0">
                  <a:spcBef>
                    <a:spcPct val="0"/>
                  </a:spcBef>
                  <a:spcAft>
                    <a:spcPct val="0"/>
                  </a:spcAft>
                </a:pPr>
                <a:r>
                  <a:rPr lang="ar-SA" altLang="ar-SA" sz="1600" dirty="0">
                    <a:latin typeface="HRSD Gov Medium" pitchFamily="2" charset="-78"/>
                    <a:ea typeface="HRSD Gov Medium" pitchFamily="2" charset="-78"/>
                    <a:cs typeface="HRSD Gov Medium" pitchFamily="2" charset="-78"/>
                  </a:rPr>
                  <a:t>رضا المستفيد</a:t>
                </a:r>
              </a:p>
            </p:txBody>
          </p:sp>
          <p:pic>
            <p:nvPicPr>
              <p:cNvPr id="31" name="Picture 85">
                <a:extLst>
                  <a:ext uri="{FF2B5EF4-FFF2-40B4-BE49-F238E27FC236}">
                    <a16:creationId xmlns:a16="http://schemas.microsoft.com/office/drawing/2014/main" id="{DFB6ACAA-0823-C68A-68DD-BF74B4ABBB58}"/>
                  </a:ext>
                </a:extLst>
              </p:cNvPr>
              <p:cNvPicPr>
                <a:picLocks noChangeAspect="1"/>
              </p:cNvPicPr>
              <p:nvPr/>
            </p:nvPicPr>
            <p:blipFill>
              <a:blip r:embed="rId2"/>
              <a:stretch>
                <a:fillRect/>
              </a:stretch>
            </p:blipFill>
            <p:spPr>
              <a:xfrm>
                <a:off x="5818956" y="4721255"/>
                <a:ext cx="447123" cy="424766"/>
              </a:xfrm>
              <a:prstGeom prst="rect">
                <a:avLst/>
              </a:prstGeom>
              <a:ln>
                <a:noFill/>
              </a:ln>
            </p:spPr>
          </p:pic>
        </p:grpSp>
        <p:grpSp>
          <p:nvGrpSpPr>
            <p:cNvPr id="34" name="مجموعة 33">
              <a:extLst>
                <a:ext uri="{FF2B5EF4-FFF2-40B4-BE49-F238E27FC236}">
                  <a16:creationId xmlns:a16="http://schemas.microsoft.com/office/drawing/2014/main" id="{79542B3A-6D13-8647-5CB2-AAF493EA1D8B}"/>
                </a:ext>
              </a:extLst>
            </p:cNvPr>
            <p:cNvGrpSpPr/>
            <p:nvPr/>
          </p:nvGrpSpPr>
          <p:grpSpPr>
            <a:xfrm>
              <a:off x="4656824" y="4655923"/>
              <a:ext cx="2720320" cy="499547"/>
              <a:chOff x="6039002" y="4676609"/>
              <a:chExt cx="2596878" cy="499547"/>
            </a:xfrm>
          </p:grpSpPr>
          <p:sp>
            <p:nvSpPr>
              <p:cNvPr id="29" name="AutoShape 59">
                <a:extLst>
                  <a:ext uri="{FF2B5EF4-FFF2-40B4-BE49-F238E27FC236}">
                    <a16:creationId xmlns:a16="http://schemas.microsoft.com/office/drawing/2014/main" id="{83C188BD-F722-5804-B9C7-9FB1E234D97A}"/>
                  </a:ext>
                </a:extLst>
              </p:cNvPr>
              <p:cNvSpPr>
                <a:spLocks noChangeArrowheads="1"/>
              </p:cNvSpPr>
              <p:nvPr/>
            </p:nvSpPr>
            <p:spPr bwMode="blackWhite">
              <a:xfrm>
                <a:off x="6039002" y="4676609"/>
                <a:ext cx="2596878" cy="499547"/>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algn="ctr" rtl="0" eaLnBrk="0" fontAlgn="base" hangingPunct="0">
                  <a:spcBef>
                    <a:spcPct val="0"/>
                  </a:spcBef>
                  <a:spcAft>
                    <a:spcPct val="0"/>
                  </a:spcAft>
                </a:pPr>
                <a:r>
                  <a:rPr lang="ar-SA" altLang="ar-SA" sz="1600" dirty="0">
                    <a:latin typeface="HRSD Gov Medium" pitchFamily="2" charset="-78"/>
                    <a:ea typeface="HRSD Gov Medium" pitchFamily="2" charset="-78"/>
                    <a:cs typeface="HRSD Gov Medium" pitchFamily="2" charset="-78"/>
                  </a:rPr>
                  <a:t>               متابعة الفريق الإشرافي</a:t>
                </a:r>
              </a:p>
            </p:txBody>
          </p:sp>
          <p:pic>
            <p:nvPicPr>
              <p:cNvPr id="33" name="Picture 29">
                <a:extLst>
                  <a:ext uri="{FF2B5EF4-FFF2-40B4-BE49-F238E27FC236}">
                    <a16:creationId xmlns:a16="http://schemas.microsoft.com/office/drawing/2014/main" id="{F00ACD98-479B-4B4F-F840-3EEC1DBA9B88}"/>
                  </a:ext>
                </a:extLst>
              </p:cNvPr>
              <p:cNvPicPr>
                <a:picLocks noChangeAspect="1"/>
              </p:cNvPicPr>
              <p:nvPr/>
            </p:nvPicPr>
            <p:blipFill>
              <a:blip r:embed="rId3"/>
              <a:stretch>
                <a:fillRect/>
              </a:stretch>
            </p:blipFill>
            <p:spPr>
              <a:xfrm>
                <a:off x="8163405" y="4763121"/>
                <a:ext cx="394458" cy="356727"/>
              </a:xfrm>
              <a:prstGeom prst="rect">
                <a:avLst/>
              </a:prstGeom>
              <a:ln>
                <a:noFill/>
              </a:ln>
            </p:spPr>
          </p:pic>
        </p:grpSp>
        <p:grpSp>
          <p:nvGrpSpPr>
            <p:cNvPr id="37" name="مجموعة 36">
              <a:extLst>
                <a:ext uri="{FF2B5EF4-FFF2-40B4-BE49-F238E27FC236}">
                  <a16:creationId xmlns:a16="http://schemas.microsoft.com/office/drawing/2014/main" id="{ECAE842A-DCD1-0696-4738-C8541C86A7F3}"/>
                </a:ext>
              </a:extLst>
            </p:cNvPr>
            <p:cNvGrpSpPr/>
            <p:nvPr/>
          </p:nvGrpSpPr>
          <p:grpSpPr>
            <a:xfrm>
              <a:off x="7745464" y="4648772"/>
              <a:ext cx="2720320" cy="499547"/>
              <a:chOff x="7745464" y="4648772"/>
              <a:chExt cx="2720320" cy="499547"/>
            </a:xfrm>
          </p:grpSpPr>
          <p:sp>
            <p:nvSpPr>
              <p:cNvPr id="27" name="AutoShape 59">
                <a:extLst>
                  <a:ext uri="{FF2B5EF4-FFF2-40B4-BE49-F238E27FC236}">
                    <a16:creationId xmlns:a16="http://schemas.microsoft.com/office/drawing/2014/main" id="{61BCB415-E90D-1399-4AD5-50B1CA413A21}"/>
                  </a:ext>
                </a:extLst>
              </p:cNvPr>
              <p:cNvSpPr>
                <a:spLocks noChangeArrowheads="1"/>
              </p:cNvSpPr>
              <p:nvPr/>
            </p:nvSpPr>
            <p:spPr bwMode="blackWhite">
              <a:xfrm>
                <a:off x="7745464" y="4648772"/>
                <a:ext cx="2720320" cy="499547"/>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algn="ctr" rtl="0" eaLnBrk="0" fontAlgn="base" hangingPunct="0">
                  <a:spcBef>
                    <a:spcPct val="0"/>
                  </a:spcBef>
                  <a:spcAft>
                    <a:spcPct val="0"/>
                  </a:spcAft>
                </a:pPr>
                <a:r>
                  <a:rPr lang="ar-SA" altLang="ar-SA" sz="1600" dirty="0">
                    <a:latin typeface="HRSD Gov Medium" pitchFamily="2" charset="-78"/>
                    <a:ea typeface="HRSD Gov Medium" pitchFamily="2" charset="-78"/>
                    <a:cs typeface="HRSD Gov Medium" pitchFamily="2" charset="-78"/>
                  </a:rPr>
                  <a:t>                   جودة الجلسات الافتراضية</a:t>
                </a:r>
              </a:p>
            </p:txBody>
          </p:sp>
          <p:pic>
            <p:nvPicPr>
              <p:cNvPr id="36" name="Picture 91">
                <a:extLst>
                  <a:ext uri="{FF2B5EF4-FFF2-40B4-BE49-F238E27FC236}">
                    <a16:creationId xmlns:a16="http://schemas.microsoft.com/office/drawing/2014/main" id="{3AB73FEA-8C1A-C0D8-98DB-039EE3B6D211}"/>
                  </a:ext>
                </a:extLst>
              </p:cNvPr>
              <p:cNvPicPr>
                <a:picLocks noChangeAspect="1"/>
              </p:cNvPicPr>
              <p:nvPr/>
            </p:nvPicPr>
            <p:blipFill>
              <a:blip r:embed="rId4"/>
              <a:stretch>
                <a:fillRect/>
              </a:stretch>
            </p:blipFill>
            <p:spPr>
              <a:xfrm flipH="1">
                <a:off x="9936229" y="4685861"/>
                <a:ext cx="488915" cy="432218"/>
              </a:xfrm>
              <a:prstGeom prst="rect">
                <a:avLst/>
              </a:prstGeom>
              <a:ln>
                <a:noFill/>
              </a:ln>
            </p:spPr>
          </p:pic>
        </p:grpSp>
      </p:grpSp>
      <p:sp>
        <p:nvSpPr>
          <p:cNvPr id="40" name="مربع نص 39">
            <a:extLst>
              <a:ext uri="{FF2B5EF4-FFF2-40B4-BE49-F238E27FC236}">
                <a16:creationId xmlns:a16="http://schemas.microsoft.com/office/drawing/2014/main" id="{61029CED-CB2B-4353-8D3E-8B915B7E071B}"/>
              </a:ext>
            </a:extLst>
          </p:cNvPr>
          <p:cNvSpPr txBox="1"/>
          <p:nvPr/>
        </p:nvSpPr>
        <p:spPr>
          <a:xfrm>
            <a:off x="1100824" y="5503717"/>
            <a:ext cx="10633976" cy="369332"/>
          </a:xfrm>
          <a:prstGeom prst="rect">
            <a:avLst/>
          </a:prstGeom>
          <a:noFill/>
        </p:spPr>
        <p:txBody>
          <a:bodyPr wrap="square">
            <a:spAutoFit/>
          </a:bodyPr>
          <a:lstStyle/>
          <a:p>
            <a:pPr algn="r"/>
            <a:r>
              <a:rPr lang="ar-SA" sz="1600" dirty="0">
                <a:latin typeface="HRSD Gov Medium" pitchFamily="2" charset="-78"/>
                <a:ea typeface="HRSD Gov Medium" pitchFamily="2" charset="-78"/>
                <a:cs typeface="HRSD Gov Medium" pitchFamily="2" charset="-78"/>
              </a:rPr>
              <a:t>كما يشمل التقرير أبرز المشاهدات والتوصيات التي تم التوصل لها من خلال تحليل النتائج.</a:t>
            </a:r>
            <a:r>
              <a:rPr lang="ar-SA" sz="1800" dirty="0"/>
              <a:t> </a:t>
            </a:r>
          </a:p>
        </p:txBody>
      </p:sp>
    </p:spTree>
    <p:extLst>
      <p:ext uri="{BB962C8B-B14F-4D97-AF65-F5344CB8AC3E}">
        <p14:creationId xmlns:p14="http://schemas.microsoft.com/office/powerpoint/2010/main" val="1691940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324B2-D464-E5FE-CC30-57798ACCC350}"/>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81DE9981-C47E-1863-3815-7A97D971D979}"/>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D7F38F2D-5ED3-D285-4C38-FD16C5556906}"/>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24" name="مجموعة 23">
            <a:extLst>
              <a:ext uri="{FF2B5EF4-FFF2-40B4-BE49-F238E27FC236}">
                <a16:creationId xmlns:a16="http://schemas.microsoft.com/office/drawing/2014/main" id="{15E94F3B-156A-BEAA-CBAF-C5CF37A304A2}"/>
              </a:ext>
            </a:extLst>
          </p:cNvPr>
          <p:cNvGrpSpPr/>
          <p:nvPr/>
        </p:nvGrpSpPr>
        <p:grpSpPr>
          <a:xfrm>
            <a:off x="1100824" y="490532"/>
            <a:ext cx="10734738" cy="2255885"/>
            <a:chOff x="1100824" y="693732"/>
            <a:chExt cx="10734738" cy="2255885"/>
          </a:xfrm>
        </p:grpSpPr>
        <p:sp>
          <p:nvSpPr>
            <p:cNvPr id="2" name="Text Placeholder 14">
              <a:extLst>
                <a:ext uri="{FF2B5EF4-FFF2-40B4-BE49-F238E27FC236}">
                  <a16:creationId xmlns:a16="http://schemas.microsoft.com/office/drawing/2014/main" id="{5EB91514-6E17-5B4D-02C1-F2AEFE603A7A}"/>
                </a:ext>
              </a:extLst>
            </p:cNvPr>
            <p:cNvSpPr txBox="1">
              <a:spLocks/>
            </p:cNvSpPr>
            <p:nvPr/>
          </p:nvSpPr>
          <p:spPr>
            <a:xfrm>
              <a:off x="1100824" y="1295401"/>
              <a:ext cx="10696750" cy="1654216"/>
            </a:xfrm>
            <a:prstGeom prst="rect">
              <a:avLst/>
            </a:prstGeom>
          </p:spPr>
          <p:txBody>
            <a:bodyPr>
              <a:normAutofit/>
            </a:bodyPr>
            <a:lstStyle>
              <a:lvl1pPr marL="0" indent="0" algn="ctr" defTabSz="914400" rtl="1" eaLnBrk="1" latinLnBrk="0" hangingPunct="1">
                <a:lnSpc>
                  <a:spcPct val="90000"/>
                </a:lnSpc>
                <a:spcBef>
                  <a:spcPts val="1000"/>
                </a:spcBef>
                <a:buFont typeface="Arial" panose="020B0604020202020204" pitchFamily="34" charset="0"/>
                <a:buNone/>
                <a:defRPr sz="1300" b="0" i="0" kern="1200">
                  <a:solidFill>
                    <a:schemeClr val="tx1"/>
                  </a:solidFill>
                  <a:latin typeface="HRSD Gov Medium" pitchFamily="2" charset="-78"/>
                  <a:ea typeface="HRSD Gov Medium" pitchFamily="2" charset="-78"/>
                  <a:cs typeface="HRSD Gov Medium"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ar-SA" sz="1600" dirty="0"/>
                <a:t>تُعد مواءمة مؤشر نضج تجربة المستفيد للفروع الافتراضية ركيزة لضمان أن قياس الأداء لا يقتصر على الرصد، بل يُترجم إلى تحسينات تشغيلية قابلة للقياس، وقرارات تدعم تحقيق المستهدفات الاستراتيجية للوزارة في بيئة الفروع الافتراضية.</a:t>
              </a:r>
            </a:p>
            <a:p>
              <a:pPr algn="r"/>
              <a:r>
                <a:rPr lang="ar-SA" sz="1600" dirty="0"/>
                <a:t>ويرتبط المؤشر استراتيجيًا بالمحاور التالية:</a:t>
              </a:r>
            </a:p>
          </p:txBody>
        </p:sp>
        <p:sp>
          <p:nvSpPr>
            <p:cNvPr id="14" name="Title 1">
              <a:extLst>
                <a:ext uri="{FF2B5EF4-FFF2-40B4-BE49-F238E27FC236}">
                  <a16:creationId xmlns:a16="http://schemas.microsoft.com/office/drawing/2014/main" id="{7ECEE6F2-1A17-72C0-3384-4F6EFE652836}"/>
                </a:ext>
              </a:extLst>
            </p:cNvPr>
            <p:cNvSpPr txBox="1">
              <a:spLocks/>
            </p:cNvSpPr>
            <p:nvPr/>
          </p:nvSpPr>
          <p:spPr>
            <a:xfrm>
              <a:off x="5159141" y="693732"/>
              <a:ext cx="6676421" cy="501183"/>
            </a:xfrm>
            <a:prstGeom prst="rect">
              <a:avLst/>
            </a:prstGeom>
          </p:spPr>
          <p:txBody>
            <a:bodyPr>
              <a:normAutofit fontScale="62500" lnSpcReduction="2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3300" b="0" i="0" u="none" strike="noStrike" kern="1200" cap="none" spc="0" normalizeH="0" baseline="0" noProof="0" dirty="0">
                  <a:ln>
                    <a:noFill/>
                  </a:ln>
                  <a:solidFill>
                    <a:srgbClr val="0F3144"/>
                  </a:solidFill>
                  <a:effectLst/>
                  <a:uLnTx/>
                  <a:uFillTx/>
                  <a:cs typeface="HRSD Gov Title Bold" pitchFamily="2" charset="-78"/>
                </a:rPr>
                <a:t>المواءمة الاستراتيجية لمؤشر نضج تجربة المستفيد للفروع الافتراضية</a:t>
              </a:r>
              <a:endParaRPr kumimoji="0" lang="en-SA" sz="3300" b="0" i="0" u="none" strike="noStrike" kern="1200" cap="none" spc="0" normalizeH="0" baseline="0" noProof="0" dirty="0">
                <a:ln>
                  <a:noFill/>
                </a:ln>
                <a:solidFill>
                  <a:srgbClr val="0F3144"/>
                </a:solidFill>
                <a:effectLst/>
                <a:uLnTx/>
                <a:uFillTx/>
                <a:cs typeface="HRSD Gov Title Bold" pitchFamily="2" charset="-78"/>
              </a:endParaRPr>
            </a:p>
          </p:txBody>
        </p:sp>
      </p:grpSp>
      <p:grpSp>
        <p:nvGrpSpPr>
          <p:cNvPr id="68" name="مجموعة 67">
            <a:extLst>
              <a:ext uri="{FF2B5EF4-FFF2-40B4-BE49-F238E27FC236}">
                <a16:creationId xmlns:a16="http://schemas.microsoft.com/office/drawing/2014/main" id="{322C46F3-EC49-0362-F9CE-40A7CCC64AE1}"/>
              </a:ext>
            </a:extLst>
          </p:cNvPr>
          <p:cNvGrpSpPr/>
          <p:nvPr/>
        </p:nvGrpSpPr>
        <p:grpSpPr>
          <a:xfrm>
            <a:off x="1875322" y="1928423"/>
            <a:ext cx="9960240" cy="4187264"/>
            <a:chOff x="2885268" y="1929287"/>
            <a:chExt cx="8950293" cy="3257132"/>
          </a:xfrm>
        </p:grpSpPr>
        <p:grpSp>
          <p:nvGrpSpPr>
            <p:cNvPr id="51" name="مجموعة 50">
              <a:extLst>
                <a:ext uri="{FF2B5EF4-FFF2-40B4-BE49-F238E27FC236}">
                  <a16:creationId xmlns:a16="http://schemas.microsoft.com/office/drawing/2014/main" id="{CD84292F-46E5-BB38-28EC-C58920488E5A}"/>
                </a:ext>
              </a:extLst>
            </p:cNvPr>
            <p:cNvGrpSpPr/>
            <p:nvPr/>
          </p:nvGrpSpPr>
          <p:grpSpPr>
            <a:xfrm>
              <a:off x="2885268" y="1929287"/>
              <a:ext cx="8950293" cy="1634259"/>
              <a:chOff x="2791988" y="1983990"/>
              <a:chExt cx="9043574" cy="1634259"/>
            </a:xfrm>
          </p:grpSpPr>
          <p:grpSp>
            <p:nvGrpSpPr>
              <p:cNvPr id="31" name="مجموعة 30">
                <a:extLst>
                  <a:ext uri="{FF2B5EF4-FFF2-40B4-BE49-F238E27FC236}">
                    <a16:creationId xmlns:a16="http://schemas.microsoft.com/office/drawing/2014/main" id="{858DD928-F3C7-CDC3-3321-06A089F0EA47}"/>
                  </a:ext>
                </a:extLst>
              </p:cNvPr>
              <p:cNvGrpSpPr/>
              <p:nvPr/>
            </p:nvGrpSpPr>
            <p:grpSpPr>
              <a:xfrm>
                <a:off x="2810982" y="1983990"/>
                <a:ext cx="9024580" cy="501183"/>
                <a:chOff x="2132484" y="2110990"/>
                <a:chExt cx="9734713" cy="635798"/>
              </a:xfrm>
            </p:grpSpPr>
            <p:sp>
              <p:nvSpPr>
                <p:cNvPr id="3" name="AutoShape 59">
                  <a:extLst>
                    <a:ext uri="{FF2B5EF4-FFF2-40B4-BE49-F238E27FC236}">
                      <a16:creationId xmlns:a16="http://schemas.microsoft.com/office/drawing/2014/main" id="{66782D90-0D9B-5713-5AD6-8A2ADD545F43}"/>
                    </a:ext>
                  </a:extLst>
                </p:cNvPr>
                <p:cNvSpPr>
                  <a:spLocks noChangeArrowheads="1"/>
                </p:cNvSpPr>
                <p:nvPr/>
              </p:nvSpPr>
              <p:spPr bwMode="blackWhite">
                <a:xfrm>
                  <a:off x="2132484" y="2199869"/>
                  <a:ext cx="9545350" cy="546549"/>
                </a:xfrm>
                <a:prstGeom prst="roundRect">
                  <a:avLst>
                    <a:gd name="adj" fmla="val 10588"/>
                  </a:avLst>
                </a:prstGeom>
                <a:solidFill>
                  <a:schemeClr val="bg1"/>
                </a:solidFill>
                <a:ln w="9525" algn="ctr">
                  <a:solidFill>
                    <a:schemeClr val="tx2"/>
                  </a:solidFill>
                  <a:prstDash val="solid"/>
                  <a:round/>
                  <a:headEnd/>
                  <a:tailEnd/>
                </a:ln>
              </p:spPr>
              <p:txBody>
                <a:bodyPr lIns="32652" tIns="32652" rIns="32652" bIns="32652" anchor="ctr"/>
                <a:lstStyle/>
                <a:p>
                  <a:pPr>
                    <a:spcBef>
                      <a:spcPct val="0"/>
                    </a:spcBef>
                    <a:spcAft>
                      <a:spcPts val="272"/>
                    </a:spcAft>
                    <a:buClr>
                      <a:srgbClr val="83AE42"/>
                    </a:buClr>
                  </a:pPr>
                  <a:endParaRPr lang="en-GB" sz="1400" dirty="0">
                    <a:latin typeface="Georgia" pitchFamily="18" charset="0"/>
                  </a:endParaRPr>
                </a:p>
              </p:txBody>
            </p:sp>
            <p:sp>
              <p:nvSpPr>
                <p:cNvPr id="27" name="AutoShape 59">
                  <a:extLst>
                    <a:ext uri="{FF2B5EF4-FFF2-40B4-BE49-F238E27FC236}">
                      <a16:creationId xmlns:a16="http://schemas.microsoft.com/office/drawing/2014/main" id="{C3C42449-31F5-31A5-D9C4-1E203A47FB60}"/>
                    </a:ext>
                  </a:extLst>
                </p:cNvPr>
                <p:cNvSpPr>
                  <a:spLocks noChangeArrowheads="1"/>
                </p:cNvSpPr>
                <p:nvPr/>
              </p:nvSpPr>
              <p:spPr bwMode="blackWhite">
                <a:xfrm>
                  <a:off x="9963150" y="2200241"/>
                  <a:ext cx="1719019" cy="546547"/>
                </a:xfrm>
                <a:prstGeom prst="roundRect">
                  <a:avLst>
                    <a:gd name="adj" fmla="val 18402"/>
                  </a:avLst>
                </a:prstGeom>
                <a:solidFill>
                  <a:schemeClr val="bg1"/>
                </a:solidFill>
                <a:ln w="9525" algn="ctr">
                  <a:solidFill>
                    <a:srgbClr val="0F3144"/>
                  </a:solidFill>
                  <a:round/>
                  <a:headEnd/>
                  <a:tailEnd/>
                </a:ln>
              </p:spPr>
              <p:txBody>
                <a:bodyPr lIns="32652" tIns="32652" rIns="32652" bIns="32652" anchor="ctr" anchorCtr="0"/>
                <a:lstStyle/>
                <a:p>
                  <a:pPr algn="ctr">
                    <a:spcBef>
                      <a:spcPct val="0"/>
                    </a:spcBef>
                    <a:spcAft>
                      <a:spcPts val="272"/>
                    </a:spcAft>
                    <a:buClr>
                      <a:srgbClr val="83AE42"/>
                    </a:buClr>
                  </a:pPr>
                  <a:r>
                    <a:rPr lang="ar-SA" sz="1400" dirty="0">
                      <a:solidFill>
                        <a:srgbClr val="0F3144"/>
                      </a:solidFill>
                      <a:cs typeface="HRSD Gov Title Bold" pitchFamily="2" charset="-78"/>
                    </a:rPr>
                    <a:t>تمحور الخدمة حول المستفيد</a:t>
                  </a:r>
                  <a:endParaRPr lang="en-GB" sz="1400" dirty="0">
                    <a:latin typeface="Georgia" pitchFamily="18" charset="0"/>
                  </a:endParaRPr>
                </a:p>
              </p:txBody>
            </p:sp>
            <p:sp>
              <p:nvSpPr>
                <p:cNvPr id="19" name="Oval 73">
                  <a:extLst>
                    <a:ext uri="{FF2B5EF4-FFF2-40B4-BE49-F238E27FC236}">
                      <a16:creationId xmlns:a16="http://schemas.microsoft.com/office/drawing/2014/main" id="{73A74F05-6468-F34B-1F31-C42CB7A0384E}"/>
                    </a:ext>
                  </a:extLst>
                </p:cNvPr>
                <p:cNvSpPr>
                  <a:spLocks noChangeArrowheads="1"/>
                </p:cNvSpPr>
                <p:nvPr/>
              </p:nvSpPr>
              <p:spPr bwMode="gray">
                <a:xfrm>
                  <a:off x="11568938" y="2110990"/>
                  <a:ext cx="298259" cy="305447"/>
                </a:xfrm>
                <a:prstGeom prst="ellipse">
                  <a:avLst/>
                </a:prstGeom>
                <a:solidFill>
                  <a:schemeClr val="bg1">
                    <a:lumMod val="95000"/>
                  </a:schemeClr>
                </a:solidFill>
                <a:ln w="3175">
                  <a:noFill/>
                  <a:round/>
                  <a:headEnd/>
                  <a:tailEnd/>
                </a:ln>
              </p:spPr>
              <p:txBody>
                <a:bodyPr anchor="ctr"/>
                <a:lstStyle/>
                <a:p>
                  <a:pPr algn="ctr"/>
                  <a:r>
                    <a:rPr lang="de-DE" sz="1400" b="1" dirty="0">
                      <a:latin typeface="HRSD Bold" panose="02000906030000020004" pitchFamily="2" charset="-78"/>
                      <a:cs typeface="HRSD Bold" panose="02000906030000020004" pitchFamily="2" charset="-78"/>
                    </a:rPr>
                    <a:t>1</a:t>
                  </a:r>
                </a:p>
              </p:txBody>
            </p:sp>
            <p:sp>
              <p:nvSpPr>
                <p:cNvPr id="29" name="Rectangle 1">
                  <a:extLst>
                    <a:ext uri="{FF2B5EF4-FFF2-40B4-BE49-F238E27FC236}">
                      <a16:creationId xmlns:a16="http://schemas.microsoft.com/office/drawing/2014/main" id="{579AD8A9-F0D7-8404-6F92-2B9C58C92E82}"/>
                    </a:ext>
                  </a:extLst>
                </p:cNvPr>
                <p:cNvSpPr>
                  <a:spLocks noChangeArrowheads="1"/>
                </p:cNvSpPr>
                <p:nvPr/>
              </p:nvSpPr>
              <p:spPr bwMode="auto">
                <a:xfrm>
                  <a:off x="3868082" y="2321286"/>
                  <a:ext cx="6095068" cy="30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eaLnBrk="0" fontAlgn="base" latinLnBrk="0" hangingPunct="0">
                    <a:lnSpc>
                      <a:spcPct val="100000"/>
                    </a:lnSpc>
                    <a:spcBef>
                      <a:spcPct val="0"/>
                    </a:spcBef>
                    <a:spcAft>
                      <a:spcPct val="0"/>
                    </a:spcAft>
                    <a:buClrTx/>
                    <a:buSzTx/>
                    <a:tabLst/>
                  </a:pPr>
                  <a:r>
                    <a:rPr lang="ar-SA" altLang="ar-SA" sz="1400" dirty="0">
                      <a:latin typeface="HRSD Gov Medium" pitchFamily="2" charset="-78"/>
                      <a:ea typeface="HRSD Gov Medium" pitchFamily="2" charset="-78"/>
                      <a:cs typeface="HRSD Gov Medium" pitchFamily="2" charset="-78"/>
                    </a:rPr>
                    <a:t>تعزيز جودة التجربة عبر قياس رضا المستفيد وتحليل الملاحظات وتحويلها إلى مبادرات تحسين موجهة للأثر</a:t>
                  </a:r>
                  <a:r>
                    <a:rPr kumimoji="0" lang="ar-SA" altLang="ar-SA" sz="1400" b="0" i="0" u="none" strike="noStrike" cap="none" normalizeH="0" baseline="0" dirty="0">
                      <a:ln>
                        <a:noFill/>
                      </a:ln>
                      <a:solidFill>
                        <a:schemeClr val="tx1"/>
                      </a:solidFill>
                      <a:effectLst/>
                      <a:latin typeface="Arial" panose="020B0604020202020204" pitchFamily="34" charset="0"/>
                    </a:rPr>
                    <a:t>.</a:t>
                  </a:r>
                </a:p>
              </p:txBody>
            </p:sp>
          </p:grpSp>
          <p:grpSp>
            <p:nvGrpSpPr>
              <p:cNvPr id="32" name="مجموعة 31">
                <a:extLst>
                  <a:ext uri="{FF2B5EF4-FFF2-40B4-BE49-F238E27FC236}">
                    <a16:creationId xmlns:a16="http://schemas.microsoft.com/office/drawing/2014/main" id="{0F73DD84-7A47-C0B0-1134-67724065C7E9}"/>
                  </a:ext>
                </a:extLst>
              </p:cNvPr>
              <p:cNvGrpSpPr/>
              <p:nvPr/>
            </p:nvGrpSpPr>
            <p:grpSpPr>
              <a:xfrm>
                <a:off x="2791988" y="2554942"/>
                <a:ext cx="9024580" cy="501183"/>
                <a:chOff x="2132484" y="2110990"/>
                <a:chExt cx="9734713" cy="635798"/>
              </a:xfrm>
            </p:grpSpPr>
            <p:sp>
              <p:nvSpPr>
                <p:cNvPr id="33" name="AutoShape 59">
                  <a:extLst>
                    <a:ext uri="{FF2B5EF4-FFF2-40B4-BE49-F238E27FC236}">
                      <a16:creationId xmlns:a16="http://schemas.microsoft.com/office/drawing/2014/main" id="{ED86EE94-F5BA-7D57-EB92-118379DCB223}"/>
                    </a:ext>
                  </a:extLst>
                </p:cNvPr>
                <p:cNvSpPr>
                  <a:spLocks noChangeArrowheads="1"/>
                </p:cNvSpPr>
                <p:nvPr/>
              </p:nvSpPr>
              <p:spPr bwMode="blackWhite">
                <a:xfrm>
                  <a:off x="2132484" y="2199869"/>
                  <a:ext cx="9545350" cy="546549"/>
                </a:xfrm>
                <a:prstGeom prst="roundRect">
                  <a:avLst>
                    <a:gd name="adj" fmla="val 10588"/>
                  </a:avLst>
                </a:prstGeom>
                <a:solidFill>
                  <a:schemeClr val="bg1"/>
                </a:solidFill>
                <a:ln w="9525" algn="ctr">
                  <a:solidFill>
                    <a:schemeClr val="tx2"/>
                  </a:solidFill>
                  <a:prstDash val="solid"/>
                  <a:round/>
                  <a:headEnd/>
                  <a:tailEnd/>
                </a:ln>
              </p:spPr>
              <p:txBody>
                <a:bodyPr lIns="32652" tIns="32652" rIns="32652" bIns="32652" anchor="ctr"/>
                <a:lstStyle/>
                <a:p>
                  <a:pPr>
                    <a:spcBef>
                      <a:spcPct val="0"/>
                    </a:spcBef>
                    <a:spcAft>
                      <a:spcPts val="272"/>
                    </a:spcAft>
                    <a:buClr>
                      <a:srgbClr val="83AE42"/>
                    </a:buClr>
                  </a:pPr>
                  <a:endParaRPr lang="en-GB" sz="1400" dirty="0">
                    <a:latin typeface="Georgia" pitchFamily="18" charset="0"/>
                  </a:endParaRPr>
                </a:p>
              </p:txBody>
            </p:sp>
            <p:sp>
              <p:nvSpPr>
                <p:cNvPr id="34" name="AutoShape 59">
                  <a:extLst>
                    <a:ext uri="{FF2B5EF4-FFF2-40B4-BE49-F238E27FC236}">
                      <a16:creationId xmlns:a16="http://schemas.microsoft.com/office/drawing/2014/main" id="{82FF9E2E-2725-989E-4784-51F0DBB5CE4B}"/>
                    </a:ext>
                  </a:extLst>
                </p:cNvPr>
                <p:cNvSpPr>
                  <a:spLocks noChangeArrowheads="1"/>
                </p:cNvSpPr>
                <p:nvPr/>
              </p:nvSpPr>
              <p:spPr bwMode="blackWhite">
                <a:xfrm>
                  <a:off x="9963150" y="2200241"/>
                  <a:ext cx="1719019" cy="546547"/>
                </a:xfrm>
                <a:prstGeom prst="roundRect">
                  <a:avLst>
                    <a:gd name="adj" fmla="val 18402"/>
                  </a:avLst>
                </a:prstGeom>
                <a:solidFill>
                  <a:schemeClr val="bg1"/>
                </a:solidFill>
                <a:ln w="9525" algn="ctr">
                  <a:solidFill>
                    <a:srgbClr val="0F3144"/>
                  </a:solidFill>
                  <a:round/>
                  <a:headEnd/>
                  <a:tailEnd/>
                </a:ln>
              </p:spPr>
              <p:txBody>
                <a:bodyPr lIns="32652" tIns="32652" rIns="32652" bIns="32652" anchor="ctr" anchorCtr="0"/>
                <a:lstStyle/>
                <a:p>
                  <a:pPr algn="ctr">
                    <a:spcBef>
                      <a:spcPct val="0"/>
                    </a:spcBef>
                    <a:spcAft>
                      <a:spcPts val="272"/>
                    </a:spcAft>
                    <a:buClr>
                      <a:srgbClr val="83AE42"/>
                    </a:buClr>
                  </a:pPr>
                  <a:r>
                    <a:rPr lang="ar-SA" sz="1400" dirty="0">
                      <a:solidFill>
                        <a:srgbClr val="0F3144"/>
                      </a:solidFill>
                      <a:cs typeface="HRSD Gov Title Bold" pitchFamily="2" charset="-78"/>
                    </a:rPr>
                    <a:t>رفع كفاءة التشغيل واستدامة الجودة</a:t>
                  </a:r>
                  <a:endParaRPr lang="en-GB" sz="1400" dirty="0">
                    <a:latin typeface="Georgia" pitchFamily="18" charset="0"/>
                  </a:endParaRPr>
                </a:p>
              </p:txBody>
            </p:sp>
            <p:sp>
              <p:nvSpPr>
                <p:cNvPr id="36" name="Oval 73">
                  <a:extLst>
                    <a:ext uri="{FF2B5EF4-FFF2-40B4-BE49-F238E27FC236}">
                      <a16:creationId xmlns:a16="http://schemas.microsoft.com/office/drawing/2014/main" id="{4E58DF10-E534-1B92-492A-FCCACA430B8F}"/>
                    </a:ext>
                  </a:extLst>
                </p:cNvPr>
                <p:cNvSpPr>
                  <a:spLocks noChangeArrowheads="1"/>
                </p:cNvSpPr>
                <p:nvPr/>
              </p:nvSpPr>
              <p:spPr bwMode="gray">
                <a:xfrm>
                  <a:off x="11568938" y="2110990"/>
                  <a:ext cx="298259" cy="305447"/>
                </a:xfrm>
                <a:prstGeom prst="ellipse">
                  <a:avLst/>
                </a:prstGeom>
                <a:solidFill>
                  <a:schemeClr val="bg1">
                    <a:lumMod val="95000"/>
                  </a:schemeClr>
                </a:solidFill>
                <a:ln w="3175">
                  <a:noFill/>
                  <a:round/>
                  <a:headEnd/>
                  <a:tailEnd/>
                </a:ln>
              </p:spPr>
              <p:txBody>
                <a:bodyPr anchor="ctr"/>
                <a:lstStyle/>
                <a:p>
                  <a:pPr algn="ctr"/>
                  <a:r>
                    <a:rPr lang="ar-SA" sz="1400" b="1" dirty="0">
                      <a:latin typeface="HRSD Bold" panose="02000906030000020004" pitchFamily="2" charset="-78"/>
                      <a:cs typeface="HRSD Bold" panose="02000906030000020004" pitchFamily="2" charset="-78"/>
                    </a:rPr>
                    <a:t>2</a:t>
                  </a:r>
                  <a:endParaRPr lang="de-DE" sz="1400" b="1" dirty="0">
                    <a:latin typeface="HRSD Bold" panose="02000906030000020004" pitchFamily="2" charset="-78"/>
                    <a:cs typeface="HRSD Bold" panose="02000906030000020004" pitchFamily="2" charset="-78"/>
                  </a:endParaRPr>
                </a:p>
              </p:txBody>
            </p:sp>
            <p:sp>
              <p:nvSpPr>
                <p:cNvPr id="37" name="Rectangle 1">
                  <a:extLst>
                    <a:ext uri="{FF2B5EF4-FFF2-40B4-BE49-F238E27FC236}">
                      <a16:creationId xmlns:a16="http://schemas.microsoft.com/office/drawing/2014/main" id="{AA92469E-DA4D-1D67-CB40-366547D066A9}"/>
                    </a:ext>
                  </a:extLst>
                </p:cNvPr>
                <p:cNvSpPr>
                  <a:spLocks noChangeArrowheads="1"/>
                </p:cNvSpPr>
                <p:nvPr/>
              </p:nvSpPr>
              <p:spPr bwMode="auto">
                <a:xfrm>
                  <a:off x="4040782" y="2321286"/>
                  <a:ext cx="5922369" cy="30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eaLnBrk="0" fontAlgn="base" latinLnBrk="0" hangingPunct="0">
                    <a:lnSpc>
                      <a:spcPct val="100000"/>
                    </a:lnSpc>
                    <a:spcBef>
                      <a:spcPct val="0"/>
                    </a:spcBef>
                    <a:spcAft>
                      <a:spcPct val="0"/>
                    </a:spcAft>
                    <a:buClrTx/>
                    <a:buSzTx/>
                    <a:tabLst/>
                  </a:pPr>
                  <a:r>
                    <a:rPr lang="ar-SA" altLang="ar-SA" sz="1400" dirty="0">
                      <a:latin typeface="HRSD Gov Medium" pitchFamily="2" charset="-78"/>
                      <a:ea typeface="HRSD Gov Medium" pitchFamily="2" charset="-78"/>
                      <a:cs typeface="HRSD Gov Medium" pitchFamily="2" charset="-78"/>
                    </a:rPr>
                    <a:t>رفع جودة تقديم الخدمة عبر قياس جودة الجلسات الافتراضية وتوحيد المعايير وتقليل التباين بين الفروع.</a:t>
                  </a:r>
                  <a:endParaRPr kumimoji="0" lang="ar-SA" altLang="ar-SA" sz="1400" b="0" i="0" u="none" strike="noStrike" cap="none" normalizeH="0" baseline="0" dirty="0">
                    <a:ln>
                      <a:noFill/>
                    </a:ln>
                    <a:solidFill>
                      <a:schemeClr val="tx1"/>
                    </a:solidFill>
                    <a:effectLst/>
                    <a:latin typeface="Arial" panose="020B0604020202020204" pitchFamily="34" charset="0"/>
                  </a:endParaRPr>
                </a:p>
              </p:txBody>
            </p:sp>
          </p:grpSp>
          <p:grpSp>
            <p:nvGrpSpPr>
              <p:cNvPr id="38" name="مجموعة 37">
                <a:extLst>
                  <a:ext uri="{FF2B5EF4-FFF2-40B4-BE49-F238E27FC236}">
                    <a16:creationId xmlns:a16="http://schemas.microsoft.com/office/drawing/2014/main" id="{7689613C-6C0D-E6BF-896D-80CE7DED22F4}"/>
                  </a:ext>
                </a:extLst>
              </p:cNvPr>
              <p:cNvGrpSpPr/>
              <p:nvPr/>
            </p:nvGrpSpPr>
            <p:grpSpPr>
              <a:xfrm>
                <a:off x="2810982" y="3117066"/>
                <a:ext cx="9024580" cy="501183"/>
                <a:chOff x="2132484" y="2110990"/>
                <a:chExt cx="9734713" cy="635798"/>
              </a:xfrm>
            </p:grpSpPr>
            <p:sp>
              <p:nvSpPr>
                <p:cNvPr id="40" name="AutoShape 59">
                  <a:extLst>
                    <a:ext uri="{FF2B5EF4-FFF2-40B4-BE49-F238E27FC236}">
                      <a16:creationId xmlns:a16="http://schemas.microsoft.com/office/drawing/2014/main" id="{5FFB08D6-D654-C626-6E9B-374C93C17990}"/>
                    </a:ext>
                  </a:extLst>
                </p:cNvPr>
                <p:cNvSpPr>
                  <a:spLocks noChangeArrowheads="1"/>
                </p:cNvSpPr>
                <p:nvPr/>
              </p:nvSpPr>
              <p:spPr bwMode="blackWhite">
                <a:xfrm>
                  <a:off x="2132484" y="2199869"/>
                  <a:ext cx="9545350" cy="546549"/>
                </a:xfrm>
                <a:prstGeom prst="roundRect">
                  <a:avLst>
                    <a:gd name="adj" fmla="val 10588"/>
                  </a:avLst>
                </a:prstGeom>
                <a:solidFill>
                  <a:schemeClr val="bg1"/>
                </a:solidFill>
                <a:ln w="9525" algn="ctr">
                  <a:solidFill>
                    <a:schemeClr val="tx2"/>
                  </a:solidFill>
                  <a:prstDash val="solid"/>
                  <a:round/>
                  <a:headEnd/>
                  <a:tailEnd/>
                </a:ln>
              </p:spPr>
              <p:txBody>
                <a:bodyPr lIns="32652" tIns="32652" rIns="32652" bIns="32652" anchor="ctr"/>
                <a:lstStyle/>
                <a:p>
                  <a:pPr>
                    <a:spcBef>
                      <a:spcPct val="0"/>
                    </a:spcBef>
                    <a:spcAft>
                      <a:spcPts val="272"/>
                    </a:spcAft>
                    <a:buClr>
                      <a:srgbClr val="83AE42"/>
                    </a:buClr>
                  </a:pPr>
                  <a:endParaRPr lang="en-GB" sz="1400" dirty="0">
                    <a:latin typeface="Georgia" pitchFamily="18" charset="0"/>
                  </a:endParaRPr>
                </a:p>
              </p:txBody>
            </p:sp>
            <p:sp>
              <p:nvSpPr>
                <p:cNvPr id="48" name="AutoShape 59">
                  <a:extLst>
                    <a:ext uri="{FF2B5EF4-FFF2-40B4-BE49-F238E27FC236}">
                      <a16:creationId xmlns:a16="http://schemas.microsoft.com/office/drawing/2014/main" id="{39247634-347F-3324-FB17-F199A9DDC249}"/>
                    </a:ext>
                  </a:extLst>
                </p:cNvPr>
                <p:cNvSpPr>
                  <a:spLocks noChangeArrowheads="1"/>
                </p:cNvSpPr>
                <p:nvPr/>
              </p:nvSpPr>
              <p:spPr bwMode="blackWhite">
                <a:xfrm>
                  <a:off x="9963150" y="2200241"/>
                  <a:ext cx="1719019" cy="546547"/>
                </a:xfrm>
                <a:prstGeom prst="roundRect">
                  <a:avLst>
                    <a:gd name="adj" fmla="val 18402"/>
                  </a:avLst>
                </a:prstGeom>
                <a:solidFill>
                  <a:schemeClr val="bg1"/>
                </a:solidFill>
                <a:ln w="9525" algn="ctr">
                  <a:solidFill>
                    <a:srgbClr val="0F3144"/>
                  </a:solidFill>
                  <a:round/>
                  <a:headEnd/>
                  <a:tailEnd/>
                </a:ln>
              </p:spPr>
              <p:txBody>
                <a:bodyPr lIns="32652" tIns="32652" rIns="32652" bIns="32652" anchor="ctr" anchorCtr="0"/>
                <a:lstStyle/>
                <a:p>
                  <a:pPr algn="ctr">
                    <a:spcBef>
                      <a:spcPct val="0"/>
                    </a:spcBef>
                    <a:spcAft>
                      <a:spcPts val="272"/>
                    </a:spcAft>
                    <a:buClr>
                      <a:srgbClr val="83AE42"/>
                    </a:buClr>
                  </a:pPr>
                  <a:r>
                    <a:rPr lang="ar-SA" sz="1400" dirty="0">
                      <a:solidFill>
                        <a:srgbClr val="0F3144"/>
                      </a:solidFill>
                      <a:cs typeface="HRSD Gov Title Bold" pitchFamily="2" charset="-78"/>
                    </a:rPr>
                    <a:t>حوكمة الأداء والرقابة التشغيلية</a:t>
                  </a:r>
                  <a:endParaRPr lang="en-GB" sz="1400" dirty="0">
                    <a:latin typeface="Georgia" pitchFamily="18" charset="0"/>
                  </a:endParaRPr>
                </a:p>
              </p:txBody>
            </p:sp>
            <p:sp>
              <p:nvSpPr>
                <p:cNvPr id="49" name="Oval 73">
                  <a:extLst>
                    <a:ext uri="{FF2B5EF4-FFF2-40B4-BE49-F238E27FC236}">
                      <a16:creationId xmlns:a16="http://schemas.microsoft.com/office/drawing/2014/main" id="{167BF250-5F10-F1B8-37AC-36DCC136F2FC}"/>
                    </a:ext>
                  </a:extLst>
                </p:cNvPr>
                <p:cNvSpPr>
                  <a:spLocks noChangeArrowheads="1"/>
                </p:cNvSpPr>
                <p:nvPr/>
              </p:nvSpPr>
              <p:spPr bwMode="gray">
                <a:xfrm>
                  <a:off x="11568938" y="2110990"/>
                  <a:ext cx="298259" cy="305447"/>
                </a:xfrm>
                <a:prstGeom prst="ellipse">
                  <a:avLst/>
                </a:prstGeom>
                <a:solidFill>
                  <a:schemeClr val="bg1">
                    <a:lumMod val="95000"/>
                  </a:schemeClr>
                </a:solidFill>
                <a:ln w="3175">
                  <a:noFill/>
                  <a:round/>
                  <a:headEnd/>
                  <a:tailEnd/>
                </a:ln>
              </p:spPr>
              <p:txBody>
                <a:bodyPr anchor="ctr"/>
                <a:lstStyle/>
                <a:p>
                  <a:pPr algn="ctr"/>
                  <a:r>
                    <a:rPr lang="ar-SA" sz="1400" b="1" dirty="0">
                      <a:latin typeface="HRSD Bold" panose="02000906030000020004" pitchFamily="2" charset="-78"/>
                      <a:cs typeface="HRSD Bold" panose="02000906030000020004" pitchFamily="2" charset="-78"/>
                    </a:rPr>
                    <a:t>3</a:t>
                  </a:r>
                  <a:endParaRPr lang="de-DE" sz="1400" b="1" dirty="0">
                    <a:latin typeface="HRSD Bold" panose="02000906030000020004" pitchFamily="2" charset="-78"/>
                    <a:cs typeface="HRSD Bold" panose="02000906030000020004" pitchFamily="2" charset="-78"/>
                  </a:endParaRPr>
                </a:p>
              </p:txBody>
            </p:sp>
            <p:sp>
              <p:nvSpPr>
                <p:cNvPr id="50" name="Rectangle 1">
                  <a:extLst>
                    <a:ext uri="{FF2B5EF4-FFF2-40B4-BE49-F238E27FC236}">
                      <a16:creationId xmlns:a16="http://schemas.microsoft.com/office/drawing/2014/main" id="{BD3D939B-0284-5C10-B95D-837053F0EA36}"/>
                    </a:ext>
                  </a:extLst>
                </p:cNvPr>
                <p:cNvSpPr>
                  <a:spLocks noChangeArrowheads="1"/>
                </p:cNvSpPr>
                <p:nvPr/>
              </p:nvSpPr>
              <p:spPr bwMode="auto">
                <a:xfrm>
                  <a:off x="3846100" y="2321286"/>
                  <a:ext cx="6117050" cy="30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eaLnBrk="0" fontAlgn="base" latinLnBrk="0" hangingPunct="0">
                    <a:lnSpc>
                      <a:spcPct val="100000"/>
                    </a:lnSpc>
                    <a:spcBef>
                      <a:spcPct val="0"/>
                    </a:spcBef>
                    <a:spcAft>
                      <a:spcPct val="0"/>
                    </a:spcAft>
                    <a:buClrTx/>
                    <a:buSzTx/>
                    <a:tabLst/>
                  </a:pPr>
                  <a:r>
                    <a:rPr lang="ar-SA" altLang="ar-SA" sz="1400" dirty="0">
                      <a:latin typeface="HRSD Gov Medium" pitchFamily="2" charset="-78"/>
                      <a:ea typeface="HRSD Gov Medium" pitchFamily="2" charset="-78"/>
                      <a:cs typeface="HRSD Gov Medium" pitchFamily="2" charset="-78"/>
                    </a:rPr>
                    <a:t>تعزيز فعالية الإشراف عبر قياس متابعة الفريق الإشرافي وضمان اكتمال التوثيق ومراجعة الأداء بصورة دورية.</a:t>
                  </a:r>
                  <a:endParaRPr kumimoji="0" lang="ar-SA" altLang="ar-SA" sz="1400" b="0" i="0" u="none" strike="noStrike" cap="none" normalizeH="0" baseline="0" dirty="0">
                    <a:ln>
                      <a:noFill/>
                    </a:ln>
                    <a:solidFill>
                      <a:schemeClr val="tx1"/>
                    </a:solidFill>
                    <a:effectLst/>
                    <a:latin typeface="Arial" panose="020B0604020202020204" pitchFamily="34" charset="0"/>
                  </a:endParaRPr>
                </a:p>
              </p:txBody>
            </p:sp>
          </p:grpSp>
        </p:grpSp>
        <p:grpSp>
          <p:nvGrpSpPr>
            <p:cNvPr id="52" name="مجموعة 51">
              <a:extLst>
                <a:ext uri="{FF2B5EF4-FFF2-40B4-BE49-F238E27FC236}">
                  <a16:creationId xmlns:a16="http://schemas.microsoft.com/office/drawing/2014/main" id="{FDFA9E0F-2739-FF61-4BD9-E8FA617A275F}"/>
                </a:ext>
              </a:extLst>
            </p:cNvPr>
            <p:cNvGrpSpPr/>
            <p:nvPr/>
          </p:nvGrpSpPr>
          <p:grpSpPr>
            <a:xfrm>
              <a:off x="2885268" y="3648162"/>
              <a:ext cx="8950293" cy="1538257"/>
              <a:chOff x="2791988" y="1983990"/>
              <a:chExt cx="9043574" cy="1538257"/>
            </a:xfrm>
          </p:grpSpPr>
          <p:grpSp>
            <p:nvGrpSpPr>
              <p:cNvPr id="53" name="مجموعة 52">
                <a:extLst>
                  <a:ext uri="{FF2B5EF4-FFF2-40B4-BE49-F238E27FC236}">
                    <a16:creationId xmlns:a16="http://schemas.microsoft.com/office/drawing/2014/main" id="{37982AA4-2CAE-8475-2418-79EFFC2442E8}"/>
                  </a:ext>
                </a:extLst>
              </p:cNvPr>
              <p:cNvGrpSpPr/>
              <p:nvPr/>
            </p:nvGrpSpPr>
            <p:grpSpPr>
              <a:xfrm>
                <a:off x="2810982" y="1983990"/>
                <a:ext cx="9024580" cy="501183"/>
                <a:chOff x="2132484" y="2110990"/>
                <a:chExt cx="9734713" cy="635798"/>
              </a:xfrm>
            </p:grpSpPr>
            <p:sp>
              <p:nvSpPr>
                <p:cNvPr id="64" name="AutoShape 59">
                  <a:extLst>
                    <a:ext uri="{FF2B5EF4-FFF2-40B4-BE49-F238E27FC236}">
                      <a16:creationId xmlns:a16="http://schemas.microsoft.com/office/drawing/2014/main" id="{CEBF7BD2-0E19-C110-514E-E798BE34399E}"/>
                    </a:ext>
                  </a:extLst>
                </p:cNvPr>
                <p:cNvSpPr>
                  <a:spLocks noChangeArrowheads="1"/>
                </p:cNvSpPr>
                <p:nvPr/>
              </p:nvSpPr>
              <p:spPr bwMode="blackWhite">
                <a:xfrm>
                  <a:off x="2132484" y="2199869"/>
                  <a:ext cx="9545350" cy="546549"/>
                </a:xfrm>
                <a:prstGeom prst="roundRect">
                  <a:avLst>
                    <a:gd name="adj" fmla="val 10588"/>
                  </a:avLst>
                </a:prstGeom>
                <a:solidFill>
                  <a:schemeClr val="bg1"/>
                </a:solidFill>
                <a:ln w="9525" algn="ctr">
                  <a:solidFill>
                    <a:schemeClr val="tx2"/>
                  </a:solidFill>
                  <a:prstDash val="solid"/>
                  <a:round/>
                  <a:headEnd/>
                  <a:tailEnd/>
                </a:ln>
              </p:spPr>
              <p:txBody>
                <a:bodyPr lIns="32652" tIns="32652" rIns="32652" bIns="32652" anchor="ctr"/>
                <a:lstStyle/>
                <a:p>
                  <a:pPr>
                    <a:spcBef>
                      <a:spcPct val="0"/>
                    </a:spcBef>
                    <a:spcAft>
                      <a:spcPts val="272"/>
                    </a:spcAft>
                    <a:buClr>
                      <a:srgbClr val="83AE42"/>
                    </a:buClr>
                  </a:pPr>
                  <a:endParaRPr lang="en-GB" sz="1400" dirty="0">
                    <a:latin typeface="Georgia" pitchFamily="18" charset="0"/>
                  </a:endParaRPr>
                </a:p>
              </p:txBody>
            </p:sp>
            <p:sp>
              <p:nvSpPr>
                <p:cNvPr id="65" name="AutoShape 59">
                  <a:extLst>
                    <a:ext uri="{FF2B5EF4-FFF2-40B4-BE49-F238E27FC236}">
                      <a16:creationId xmlns:a16="http://schemas.microsoft.com/office/drawing/2014/main" id="{354CC604-038F-1C3A-1EC9-212E3E204E40}"/>
                    </a:ext>
                  </a:extLst>
                </p:cNvPr>
                <p:cNvSpPr>
                  <a:spLocks noChangeArrowheads="1"/>
                </p:cNvSpPr>
                <p:nvPr/>
              </p:nvSpPr>
              <p:spPr bwMode="blackWhite">
                <a:xfrm>
                  <a:off x="9963150" y="2200241"/>
                  <a:ext cx="1719019" cy="546547"/>
                </a:xfrm>
                <a:prstGeom prst="roundRect">
                  <a:avLst>
                    <a:gd name="adj" fmla="val 18402"/>
                  </a:avLst>
                </a:prstGeom>
                <a:solidFill>
                  <a:schemeClr val="bg1"/>
                </a:solidFill>
                <a:ln w="9525" algn="ctr">
                  <a:solidFill>
                    <a:srgbClr val="0F3144"/>
                  </a:solidFill>
                  <a:round/>
                  <a:headEnd/>
                  <a:tailEnd/>
                </a:ln>
              </p:spPr>
              <p:txBody>
                <a:bodyPr lIns="32652" tIns="32652" rIns="32652" bIns="32652" anchor="ctr" anchorCtr="0"/>
                <a:lstStyle/>
                <a:p>
                  <a:pPr algn="ctr">
                    <a:spcBef>
                      <a:spcPct val="0"/>
                    </a:spcBef>
                    <a:spcAft>
                      <a:spcPts val="272"/>
                    </a:spcAft>
                    <a:buClr>
                      <a:srgbClr val="83AE42"/>
                    </a:buClr>
                  </a:pPr>
                  <a:r>
                    <a:rPr lang="ar-SA" sz="1400" dirty="0">
                      <a:solidFill>
                        <a:srgbClr val="0F3144"/>
                      </a:solidFill>
                      <a:cs typeface="HRSD Gov Title Bold" pitchFamily="2" charset="-78"/>
                    </a:rPr>
                    <a:t>التحسين المستمر المبني على البيانات</a:t>
                  </a:r>
                  <a:endParaRPr lang="en-GB" sz="1400" dirty="0">
                    <a:latin typeface="Georgia" pitchFamily="18" charset="0"/>
                  </a:endParaRPr>
                </a:p>
              </p:txBody>
            </p:sp>
            <p:sp>
              <p:nvSpPr>
                <p:cNvPr id="66" name="Oval 73">
                  <a:extLst>
                    <a:ext uri="{FF2B5EF4-FFF2-40B4-BE49-F238E27FC236}">
                      <a16:creationId xmlns:a16="http://schemas.microsoft.com/office/drawing/2014/main" id="{DC75C48D-B6D7-0900-1A52-DF51F2524088}"/>
                    </a:ext>
                  </a:extLst>
                </p:cNvPr>
                <p:cNvSpPr>
                  <a:spLocks noChangeArrowheads="1"/>
                </p:cNvSpPr>
                <p:nvPr/>
              </p:nvSpPr>
              <p:spPr bwMode="gray">
                <a:xfrm>
                  <a:off x="11568938" y="2110990"/>
                  <a:ext cx="298259" cy="305447"/>
                </a:xfrm>
                <a:prstGeom prst="ellipse">
                  <a:avLst/>
                </a:prstGeom>
                <a:solidFill>
                  <a:schemeClr val="bg1">
                    <a:lumMod val="95000"/>
                  </a:schemeClr>
                </a:solidFill>
                <a:ln w="3175">
                  <a:noFill/>
                  <a:round/>
                  <a:headEnd/>
                  <a:tailEnd/>
                </a:ln>
              </p:spPr>
              <p:txBody>
                <a:bodyPr anchor="ctr"/>
                <a:lstStyle/>
                <a:p>
                  <a:pPr algn="ctr"/>
                  <a:r>
                    <a:rPr lang="ar-SA" sz="1400" b="1" dirty="0">
                      <a:latin typeface="HRSD Bold" panose="02000906030000020004" pitchFamily="2" charset="-78"/>
                      <a:cs typeface="HRSD Bold" panose="02000906030000020004" pitchFamily="2" charset="-78"/>
                    </a:rPr>
                    <a:t>4</a:t>
                  </a:r>
                  <a:endParaRPr lang="de-DE" sz="1400" b="1" dirty="0">
                    <a:latin typeface="HRSD Bold" panose="02000906030000020004" pitchFamily="2" charset="-78"/>
                    <a:cs typeface="HRSD Bold" panose="02000906030000020004" pitchFamily="2" charset="-78"/>
                  </a:endParaRPr>
                </a:p>
              </p:txBody>
            </p:sp>
            <p:sp>
              <p:nvSpPr>
                <p:cNvPr id="67" name="Rectangle 1">
                  <a:extLst>
                    <a:ext uri="{FF2B5EF4-FFF2-40B4-BE49-F238E27FC236}">
                      <a16:creationId xmlns:a16="http://schemas.microsoft.com/office/drawing/2014/main" id="{69C3B2A1-BEFA-F358-02D7-9C5F5D8F6BF5}"/>
                    </a:ext>
                  </a:extLst>
                </p:cNvPr>
                <p:cNvSpPr>
                  <a:spLocks noChangeArrowheads="1"/>
                </p:cNvSpPr>
                <p:nvPr/>
              </p:nvSpPr>
              <p:spPr bwMode="auto">
                <a:xfrm>
                  <a:off x="3499129" y="2321286"/>
                  <a:ext cx="6464021" cy="30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eaLnBrk="0" fontAlgn="base" latinLnBrk="0" hangingPunct="0">
                    <a:lnSpc>
                      <a:spcPct val="100000"/>
                    </a:lnSpc>
                    <a:spcBef>
                      <a:spcPct val="0"/>
                    </a:spcBef>
                    <a:spcAft>
                      <a:spcPct val="0"/>
                    </a:spcAft>
                    <a:buClrTx/>
                    <a:buSzTx/>
                    <a:tabLst/>
                  </a:pPr>
                  <a:r>
                    <a:rPr lang="ar-SA" altLang="ar-SA" sz="1400" dirty="0">
                      <a:latin typeface="HRSD Gov Medium" pitchFamily="2" charset="-78"/>
                      <a:ea typeface="HRSD Gov Medium" pitchFamily="2" charset="-78"/>
                      <a:cs typeface="HRSD Gov Medium" pitchFamily="2" charset="-78"/>
                    </a:rPr>
                    <a:t>إدارة دورة التحسين</a:t>
                  </a:r>
                  <a:r>
                    <a:rPr lang="en-US" altLang="ar-SA" sz="1400" dirty="0">
                      <a:latin typeface="HRSD Gov Medium" pitchFamily="2" charset="-78"/>
                      <a:ea typeface="HRSD Gov Medium" pitchFamily="2" charset="-78"/>
                      <a:cs typeface="HRSD Gov Medium" pitchFamily="2" charset="-78"/>
                    </a:rPr>
                    <a:t> </a:t>
                  </a:r>
                  <a:r>
                    <a:rPr lang="ar-SA" altLang="ar-SA" sz="1400" dirty="0">
                      <a:latin typeface="HRSD Gov Medium" pitchFamily="2" charset="-78"/>
                      <a:ea typeface="HRSD Gov Medium" pitchFamily="2" charset="-78"/>
                      <a:cs typeface="HRSD Gov Medium" pitchFamily="2" charset="-78"/>
                    </a:rPr>
                    <a:t>عبر تحويل نتائج المؤشر إلى خطة تحسين مستمر وإجراءات تصحيحية ووقائية ومتابعة تنفيذها.</a:t>
                  </a:r>
                  <a:endParaRPr kumimoji="0" lang="ar-SA" altLang="ar-SA" sz="1400" b="0" i="0" u="none" strike="noStrike" cap="none" normalizeH="0" baseline="0" dirty="0">
                    <a:ln>
                      <a:noFill/>
                    </a:ln>
                    <a:solidFill>
                      <a:schemeClr val="tx1"/>
                    </a:solidFill>
                    <a:effectLst/>
                    <a:latin typeface="Arial" panose="020B0604020202020204" pitchFamily="34" charset="0"/>
                  </a:endParaRPr>
                </a:p>
              </p:txBody>
            </p:sp>
          </p:grpSp>
          <p:grpSp>
            <p:nvGrpSpPr>
              <p:cNvPr id="54" name="مجموعة 53">
                <a:extLst>
                  <a:ext uri="{FF2B5EF4-FFF2-40B4-BE49-F238E27FC236}">
                    <a16:creationId xmlns:a16="http://schemas.microsoft.com/office/drawing/2014/main" id="{78A37D0C-DD4C-76BC-B70D-246711679D3D}"/>
                  </a:ext>
                </a:extLst>
              </p:cNvPr>
              <p:cNvGrpSpPr/>
              <p:nvPr/>
            </p:nvGrpSpPr>
            <p:grpSpPr>
              <a:xfrm>
                <a:off x="2791988" y="2554942"/>
                <a:ext cx="9024580" cy="501183"/>
                <a:chOff x="2132484" y="2110990"/>
                <a:chExt cx="9734713" cy="635798"/>
              </a:xfrm>
            </p:grpSpPr>
            <p:sp>
              <p:nvSpPr>
                <p:cNvPr id="60" name="AutoShape 59">
                  <a:extLst>
                    <a:ext uri="{FF2B5EF4-FFF2-40B4-BE49-F238E27FC236}">
                      <a16:creationId xmlns:a16="http://schemas.microsoft.com/office/drawing/2014/main" id="{215A666F-98C0-F585-F9F1-D42A1A8EDC47}"/>
                    </a:ext>
                  </a:extLst>
                </p:cNvPr>
                <p:cNvSpPr>
                  <a:spLocks noChangeArrowheads="1"/>
                </p:cNvSpPr>
                <p:nvPr/>
              </p:nvSpPr>
              <p:spPr bwMode="blackWhite">
                <a:xfrm>
                  <a:off x="2132484" y="2199869"/>
                  <a:ext cx="9545350" cy="546549"/>
                </a:xfrm>
                <a:prstGeom prst="roundRect">
                  <a:avLst>
                    <a:gd name="adj" fmla="val 10588"/>
                  </a:avLst>
                </a:prstGeom>
                <a:solidFill>
                  <a:schemeClr val="bg1"/>
                </a:solidFill>
                <a:ln w="9525" algn="ctr">
                  <a:solidFill>
                    <a:schemeClr val="tx2"/>
                  </a:solidFill>
                  <a:prstDash val="solid"/>
                  <a:round/>
                  <a:headEnd/>
                  <a:tailEnd/>
                </a:ln>
              </p:spPr>
              <p:txBody>
                <a:bodyPr lIns="32652" tIns="32652" rIns="32652" bIns="32652" anchor="ctr"/>
                <a:lstStyle/>
                <a:p>
                  <a:pPr>
                    <a:spcBef>
                      <a:spcPct val="0"/>
                    </a:spcBef>
                    <a:spcAft>
                      <a:spcPts val="272"/>
                    </a:spcAft>
                    <a:buClr>
                      <a:srgbClr val="83AE42"/>
                    </a:buClr>
                  </a:pPr>
                  <a:endParaRPr lang="en-GB" sz="1400" dirty="0">
                    <a:latin typeface="Georgia" pitchFamily="18" charset="0"/>
                  </a:endParaRPr>
                </a:p>
              </p:txBody>
            </p:sp>
            <p:sp>
              <p:nvSpPr>
                <p:cNvPr id="61" name="AutoShape 59">
                  <a:extLst>
                    <a:ext uri="{FF2B5EF4-FFF2-40B4-BE49-F238E27FC236}">
                      <a16:creationId xmlns:a16="http://schemas.microsoft.com/office/drawing/2014/main" id="{C6BCBDF8-0E14-EC6E-D3BD-B0108FFB1898}"/>
                    </a:ext>
                  </a:extLst>
                </p:cNvPr>
                <p:cNvSpPr>
                  <a:spLocks noChangeArrowheads="1"/>
                </p:cNvSpPr>
                <p:nvPr/>
              </p:nvSpPr>
              <p:spPr bwMode="blackWhite">
                <a:xfrm>
                  <a:off x="9963150" y="2200241"/>
                  <a:ext cx="1719019" cy="546547"/>
                </a:xfrm>
                <a:prstGeom prst="roundRect">
                  <a:avLst>
                    <a:gd name="adj" fmla="val 18402"/>
                  </a:avLst>
                </a:prstGeom>
                <a:solidFill>
                  <a:schemeClr val="bg1"/>
                </a:solidFill>
                <a:ln w="9525" algn="ctr">
                  <a:solidFill>
                    <a:srgbClr val="0F3144"/>
                  </a:solidFill>
                  <a:round/>
                  <a:headEnd/>
                  <a:tailEnd/>
                </a:ln>
              </p:spPr>
              <p:txBody>
                <a:bodyPr lIns="32652" tIns="32652" rIns="32652" bIns="32652" anchor="ctr" anchorCtr="0"/>
                <a:lstStyle/>
                <a:p>
                  <a:pPr algn="ctr">
                    <a:spcBef>
                      <a:spcPct val="0"/>
                    </a:spcBef>
                    <a:spcAft>
                      <a:spcPts val="272"/>
                    </a:spcAft>
                    <a:buClr>
                      <a:srgbClr val="83AE42"/>
                    </a:buClr>
                  </a:pPr>
                  <a:r>
                    <a:rPr lang="ar-SA" sz="1400" dirty="0">
                      <a:solidFill>
                        <a:srgbClr val="0F3144"/>
                      </a:solidFill>
                      <a:cs typeface="HRSD Gov Title Bold" pitchFamily="2" charset="-78"/>
                    </a:rPr>
                    <a:t>مواءمة التحول الرقمي الوطني</a:t>
                  </a:r>
                  <a:endParaRPr lang="en-GB" sz="1400" dirty="0">
                    <a:latin typeface="Georgia" pitchFamily="18" charset="0"/>
                  </a:endParaRPr>
                </a:p>
              </p:txBody>
            </p:sp>
            <p:sp>
              <p:nvSpPr>
                <p:cNvPr id="62" name="Oval 73">
                  <a:extLst>
                    <a:ext uri="{FF2B5EF4-FFF2-40B4-BE49-F238E27FC236}">
                      <a16:creationId xmlns:a16="http://schemas.microsoft.com/office/drawing/2014/main" id="{8871700D-9876-AB98-5D25-ECC9C0E54EBA}"/>
                    </a:ext>
                  </a:extLst>
                </p:cNvPr>
                <p:cNvSpPr>
                  <a:spLocks noChangeArrowheads="1"/>
                </p:cNvSpPr>
                <p:nvPr/>
              </p:nvSpPr>
              <p:spPr bwMode="gray">
                <a:xfrm>
                  <a:off x="11568938" y="2110990"/>
                  <a:ext cx="298259" cy="305447"/>
                </a:xfrm>
                <a:prstGeom prst="ellipse">
                  <a:avLst/>
                </a:prstGeom>
                <a:solidFill>
                  <a:schemeClr val="bg1">
                    <a:lumMod val="95000"/>
                  </a:schemeClr>
                </a:solidFill>
                <a:ln w="3175">
                  <a:noFill/>
                  <a:round/>
                  <a:headEnd/>
                  <a:tailEnd/>
                </a:ln>
              </p:spPr>
              <p:txBody>
                <a:bodyPr anchor="ctr"/>
                <a:lstStyle/>
                <a:p>
                  <a:pPr algn="ctr"/>
                  <a:r>
                    <a:rPr lang="ar-SA" sz="1400" b="1" dirty="0">
                      <a:latin typeface="HRSD Bold" panose="02000906030000020004" pitchFamily="2" charset="-78"/>
                      <a:cs typeface="HRSD Bold" panose="02000906030000020004" pitchFamily="2" charset="-78"/>
                    </a:rPr>
                    <a:t>5</a:t>
                  </a:r>
                  <a:endParaRPr lang="de-DE" sz="1400" b="1" dirty="0">
                    <a:latin typeface="HRSD Bold" panose="02000906030000020004" pitchFamily="2" charset="-78"/>
                    <a:cs typeface="HRSD Bold" panose="02000906030000020004" pitchFamily="2" charset="-78"/>
                  </a:endParaRPr>
                </a:p>
              </p:txBody>
            </p:sp>
            <p:sp>
              <p:nvSpPr>
                <p:cNvPr id="63" name="Rectangle 1">
                  <a:extLst>
                    <a:ext uri="{FF2B5EF4-FFF2-40B4-BE49-F238E27FC236}">
                      <a16:creationId xmlns:a16="http://schemas.microsoft.com/office/drawing/2014/main" id="{28367243-6ACB-3C89-E7D2-B00D3BE0EC8E}"/>
                    </a:ext>
                  </a:extLst>
                </p:cNvPr>
                <p:cNvSpPr>
                  <a:spLocks noChangeArrowheads="1"/>
                </p:cNvSpPr>
                <p:nvPr/>
              </p:nvSpPr>
              <p:spPr bwMode="auto">
                <a:xfrm>
                  <a:off x="2860140" y="2321286"/>
                  <a:ext cx="7103011" cy="30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ar-SA" altLang="ar-SA" sz="1400" dirty="0">
                      <a:latin typeface="HRSD Gov Medium" pitchFamily="2" charset="-78"/>
                      <a:ea typeface="HRSD Gov Medium" pitchFamily="2" charset="-78"/>
                      <a:cs typeface="HRSD Gov Medium" pitchFamily="2" charset="-78"/>
                    </a:rPr>
                    <a:t>دعم توجهات التحول الرقمي الحكومية عبر إطار قياس يرفع النضج التشغيلي للتجربة الافتراضية ويعزز جاهزية القنوات الرقمية.</a:t>
                  </a:r>
                  <a:endParaRPr lang="ar-SA" altLang="ar-SA" sz="1400" dirty="0">
                    <a:latin typeface="Arial" panose="020B0604020202020204" pitchFamily="34" charset="0"/>
                  </a:endParaRPr>
                </a:p>
              </p:txBody>
            </p:sp>
          </p:grpSp>
          <p:sp>
            <p:nvSpPr>
              <p:cNvPr id="59" name="Rectangle 1">
                <a:extLst>
                  <a:ext uri="{FF2B5EF4-FFF2-40B4-BE49-F238E27FC236}">
                    <a16:creationId xmlns:a16="http://schemas.microsoft.com/office/drawing/2014/main" id="{4231005D-7622-F2F2-EAAB-CC3804EDA84F}"/>
                  </a:ext>
                </a:extLst>
              </p:cNvPr>
              <p:cNvSpPr>
                <a:spLocks noChangeArrowheads="1"/>
              </p:cNvSpPr>
              <p:nvPr/>
            </p:nvSpPr>
            <p:spPr bwMode="auto">
              <a:xfrm>
                <a:off x="9902684" y="3282838"/>
                <a:ext cx="167730" cy="239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eaLnBrk="0" fontAlgn="base" latinLnBrk="0" hangingPunct="0">
                  <a:lnSpc>
                    <a:spcPct val="100000"/>
                  </a:lnSpc>
                  <a:spcBef>
                    <a:spcPct val="0"/>
                  </a:spcBef>
                  <a:spcAft>
                    <a:spcPct val="0"/>
                  </a:spcAft>
                  <a:buClrTx/>
                  <a:buSzTx/>
                  <a:tabLst/>
                </a:pPr>
                <a:endParaRPr kumimoji="0" lang="ar-SA" altLang="ar-SA" sz="1400" b="0" i="0" u="none" strike="noStrike" cap="none" normalizeH="0" baseline="0" dirty="0">
                  <a:ln>
                    <a:noFill/>
                  </a:ln>
                  <a:solidFill>
                    <a:schemeClr val="tx1"/>
                  </a:solidFill>
                  <a:effectLst/>
                  <a:latin typeface="Arial" panose="020B0604020202020204" pitchFamily="34" charset="0"/>
                </a:endParaRPr>
              </a:p>
            </p:txBody>
          </p:sp>
        </p:grpSp>
      </p:grpSp>
      <p:sp>
        <p:nvSpPr>
          <p:cNvPr id="5" name="مربع نص 4">
            <a:extLst>
              <a:ext uri="{FF2B5EF4-FFF2-40B4-BE49-F238E27FC236}">
                <a16:creationId xmlns:a16="http://schemas.microsoft.com/office/drawing/2014/main" id="{AEE31B14-B5BE-AF2D-9361-EE53ECF09E88}"/>
              </a:ext>
            </a:extLst>
          </p:cNvPr>
          <p:cNvSpPr txBox="1"/>
          <p:nvPr/>
        </p:nvSpPr>
        <p:spPr>
          <a:xfrm>
            <a:off x="1206703" y="5768471"/>
            <a:ext cx="10455676" cy="461665"/>
          </a:xfrm>
          <a:prstGeom prst="rect">
            <a:avLst/>
          </a:prstGeom>
          <a:noFill/>
        </p:spPr>
        <p:txBody>
          <a:bodyPr wrap="square">
            <a:spAutoFit/>
          </a:bodyPr>
          <a:lstStyle/>
          <a:p>
            <a:pPr marL="171450" indent="-171450" algn="l" rtl="0">
              <a:buFont typeface="Arial" panose="020B0604020202020204" pitchFamily="34" charset="0"/>
              <a:buChar char="•"/>
            </a:pPr>
            <a:r>
              <a:rPr lang="en-US" sz="1200" b="1" dirty="0"/>
              <a:t>ISO 9001:2015:</a:t>
            </a:r>
            <a:r>
              <a:rPr lang="en-US" sz="1200" dirty="0"/>
              <a:t> 5 (Leadership)، 6 (Planning)، 8 (Operation)، 9 (Performance Evaluation)، 10 (Improvement)</a:t>
            </a:r>
            <a:endParaRPr lang="ar-SA" sz="1200" dirty="0"/>
          </a:p>
          <a:p>
            <a:pPr marL="171450" indent="-171450" algn="l" rtl="0">
              <a:buFont typeface="Arial" panose="020B0604020202020204" pitchFamily="34" charset="0"/>
              <a:buChar char="•"/>
            </a:pPr>
            <a:r>
              <a:rPr lang="en-US" sz="1200" b="1" dirty="0"/>
              <a:t>COPC CX:</a:t>
            </a:r>
            <a:r>
              <a:rPr lang="en-US" sz="1200" dirty="0"/>
              <a:t> Leadership &amp; Planning، Process &amp; Performance، Quality Assurance، Customer Experience Measurement، Continuous Improvement</a:t>
            </a:r>
            <a:endParaRPr lang="ar-SA" sz="1200" dirty="0"/>
          </a:p>
        </p:txBody>
      </p:sp>
      <p:sp>
        <p:nvSpPr>
          <p:cNvPr id="6" name="Line 297">
            <a:extLst>
              <a:ext uri="{FF2B5EF4-FFF2-40B4-BE49-F238E27FC236}">
                <a16:creationId xmlns:a16="http://schemas.microsoft.com/office/drawing/2014/main" id="{DA5F641B-8F37-E405-213A-939405B2A872}"/>
              </a:ext>
            </a:extLst>
          </p:cNvPr>
          <p:cNvSpPr>
            <a:spLocks noChangeShapeType="1"/>
          </p:cNvSpPr>
          <p:nvPr/>
        </p:nvSpPr>
        <p:spPr bwMode="auto">
          <a:xfrm flipV="1">
            <a:off x="11051005" y="962418"/>
            <a:ext cx="635417" cy="2101"/>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7" name="Freeform 298">
            <a:extLst>
              <a:ext uri="{FF2B5EF4-FFF2-40B4-BE49-F238E27FC236}">
                <a16:creationId xmlns:a16="http://schemas.microsoft.com/office/drawing/2014/main" id="{53F1B26A-6FAA-1E6D-0AB3-0385C8960BB7}"/>
              </a:ext>
            </a:extLst>
          </p:cNvPr>
          <p:cNvSpPr>
            <a:spLocks/>
          </p:cNvSpPr>
          <p:nvPr/>
        </p:nvSpPr>
        <p:spPr bwMode="auto">
          <a:xfrm>
            <a:off x="11034079" y="904149"/>
            <a:ext cx="105056" cy="116540"/>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Tree>
    <p:extLst>
      <p:ext uri="{BB962C8B-B14F-4D97-AF65-F5344CB8AC3E}">
        <p14:creationId xmlns:p14="http://schemas.microsoft.com/office/powerpoint/2010/main" val="3004039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C5DEA8-1530-AD53-AE3C-CE637AFD6969}"/>
              </a:ext>
            </a:extLst>
          </p:cNvPr>
          <p:cNvSpPr>
            <a:spLocks noGrp="1"/>
          </p:cNvSpPr>
          <p:nvPr>
            <p:ph type="ctrTitle"/>
          </p:nvPr>
        </p:nvSpPr>
        <p:spPr/>
        <p:txBody>
          <a:bodyPr>
            <a:normAutofit/>
          </a:bodyPr>
          <a:lstStyle/>
          <a:p>
            <a:r>
              <a:rPr lang="ar-SA" dirty="0"/>
              <a:t> الإطار المرجعي والمنهجي</a:t>
            </a:r>
            <a:endParaRPr lang="en-SA" dirty="0"/>
          </a:p>
        </p:txBody>
      </p:sp>
      <p:sp>
        <p:nvSpPr>
          <p:cNvPr id="6" name="Subtitle 5">
            <a:extLst>
              <a:ext uri="{FF2B5EF4-FFF2-40B4-BE49-F238E27FC236}">
                <a16:creationId xmlns:a16="http://schemas.microsoft.com/office/drawing/2014/main" id="{58CEB3E6-4B7D-E611-3E5E-22D0F73027ED}"/>
              </a:ext>
            </a:extLst>
          </p:cNvPr>
          <p:cNvSpPr>
            <a:spLocks noGrp="1"/>
          </p:cNvSpPr>
          <p:nvPr>
            <p:ph type="subTitle" idx="1"/>
          </p:nvPr>
        </p:nvSpPr>
        <p:spPr/>
        <p:txBody>
          <a:bodyPr/>
          <a:lstStyle/>
          <a:p>
            <a:endParaRPr lang="en-SA" dirty="0"/>
          </a:p>
        </p:txBody>
      </p:sp>
    </p:spTree>
    <p:extLst>
      <p:ext uri="{BB962C8B-B14F-4D97-AF65-F5344CB8AC3E}">
        <p14:creationId xmlns:p14="http://schemas.microsoft.com/office/powerpoint/2010/main" val="3664395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437EF-83BB-2AF5-C3BC-E43A261ED671}"/>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2B09214D-5B96-1D4C-E9E2-FCC0821355C2}"/>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D0ECE02F-3BC7-690A-299C-12B8940EB06F}"/>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24" name="مجموعة 23">
            <a:extLst>
              <a:ext uri="{FF2B5EF4-FFF2-40B4-BE49-F238E27FC236}">
                <a16:creationId xmlns:a16="http://schemas.microsoft.com/office/drawing/2014/main" id="{FF8AC6F9-94C6-0A26-3B69-D8E3C592A0B0}"/>
              </a:ext>
            </a:extLst>
          </p:cNvPr>
          <p:cNvGrpSpPr/>
          <p:nvPr/>
        </p:nvGrpSpPr>
        <p:grpSpPr>
          <a:xfrm>
            <a:off x="1100824" y="490533"/>
            <a:ext cx="10734738" cy="2255884"/>
            <a:chOff x="1100824" y="693733"/>
            <a:chExt cx="10734738" cy="2255884"/>
          </a:xfrm>
        </p:grpSpPr>
        <p:sp>
          <p:nvSpPr>
            <p:cNvPr id="2" name="Text Placeholder 14">
              <a:extLst>
                <a:ext uri="{FF2B5EF4-FFF2-40B4-BE49-F238E27FC236}">
                  <a16:creationId xmlns:a16="http://schemas.microsoft.com/office/drawing/2014/main" id="{9616D3EA-3B84-737C-C798-974E398737F8}"/>
                </a:ext>
              </a:extLst>
            </p:cNvPr>
            <p:cNvSpPr txBox="1">
              <a:spLocks/>
            </p:cNvSpPr>
            <p:nvPr/>
          </p:nvSpPr>
          <p:spPr>
            <a:xfrm>
              <a:off x="1100824" y="1295401"/>
              <a:ext cx="10696750" cy="1654216"/>
            </a:xfrm>
            <a:prstGeom prst="rect">
              <a:avLst/>
            </a:prstGeom>
          </p:spPr>
          <p:txBody>
            <a:bodyPr>
              <a:normAutofit/>
            </a:bodyPr>
            <a:lstStyle>
              <a:lvl1pPr marL="0" indent="0" algn="ctr" defTabSz="914400" rtl="1" eaLnBrk="1" latinLnBrk="0" hangingPunct="1">
                <a:lnSpc>
                  <a:spcPct val="90000"/>
                </a:lnSpc>
                <a:spcBef>
                  <a:spcPts val="1000"/>
                </a:spcBef>
                <a:buFont typeface="Arial" panose="020B0604020202020204" pitchFamily="34" charset="0"/>
                <a:buNone/>
                <a:defRPr sz="1300" b="0" i="0" kern="1200">
                  <a:solidFill>
                    <a:schemeClr val="tx1"/>
                  </a:solidFill>
                  <a:latin typeface="HRSD Gov Medium" pitchFamily="2" charset="-78"/>
                  <a:ea typeface="HRSD Gov Medium" pitchFamily="2" charset="-78"/>
                  <a:cs typeface="HRSD Gov Medium"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ar-SA" sz="1400" dirty="0"/>
                <a:t>يشار إلى تجربة المستفيد للفروع الافتراضية بأنها حصيلة تفاعل المستفيد مع وزارة الموارد البشرية والتنمية الاجتماعية عبر قنواتها الافتراضية والرقمية، ومدى انتفاعه بالخدمات المقدمة، بما ينعكس مباشرة على مستوى الرضا وجودة التجربة.</a:t>
              </a:r>
            </a:p>
            <a:p>
              <a:pPr algn="r"/>
              <a:r>
                <a:rPr lang="ar-SA" sz="1400" dirty="0"/>
                <a:t>ونظرًا لدور التجربة الافتراضية في رفع رضا المستفيد وتحسين جودة الخدمات، تم تطوير منهجية لقياس نضج تجربة المستفيد للفروع الافتراضية وفق محاور تشغيلية تعكس متطلبات الجودة والتحسين المستمر بما يتوافق مع </a:t>
              </a:r>
              <a:r>
                <a:rPr lang="en-US" sz="1400" dirty="0"/>
                <a:t>ISO 9001:2015.</a:t>
              </a:r>
            </a:p>
            <a:p>
              <a:pPr algn="r">
                <a:buNone/>
              </a:pPr>
              <a:r>
                <a:rPr lang="ar-SA" sz="1400" dirty="0"/>
                <a:t>وبناءً على ذلك، تم اعتماد إطار قياس نضج تجربة المستفيد للفروع الافتراضية ليكون أداة لقياس الأداء وتحليل النتائج وتحديد فرص التحسين</a:t>
              </a:r>
            </a:p>
          </p:txBody>
        </p:sp>
        <p:sp>
          <p:nvSpPr>
            <p:cNvPr id="14" name="Title 1">
              <a:extLst>
                <a:ext uri="{FF2B5EF4-FFF2-40B4-BE49-F238E27FC236}">
                  <a16:creationId xmlns:a16="http://schemas.microsoft.com/office/drawing/2014/main" id="{21C58791-B115-B157-8E3E-98DFC03DB5FB}"/>
                </a:ext>
              </a:extLst>
            </p:cNvPr>
            <p:cNvSpPr txBox="1">
              <a:spLocks/>
            </p:cNvSpPr>
            <p:nvPr/>
          </p:nvSpPr>
          <p:spPr>
            <a:xfrm>
              <a:off x="7916450" y="693733"/>
              <a:ext cx="3919112" cy="469200"/>
            </a:xfrm>
            <a:prstGeom prst="rect">
              <a:avLst/>
            </a:prstGeom>
          </p:spPr>
          <p:txBody>
            <a:bodyPr>
              <a:normAutofit fontScale="47500" lnSpcReduction="2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3300" b="0" i="0" u="none" strike="noStrike" kern="1200" cap="none" spc="0" normalizeH="0" baseline="0" noProof="0" dirty="0">
                  <a:ln>
                    <a:noFill/>
                  </a:ln>
                  <a:solidFill>
                    <a:srgbClr val="0F3144"/>
                  </a:solidFill>
                  <a:effectLst/>
                  <a:uLnTx/>
                  <a:uFillTx/>
                  <a:cs typeface="HRSD Gov Title Bold" pitchFamily="2" charset="-78"/>
                </a:rPr>
                <a:t>نبذة عن نضج تجربة المستفيد للفروع الافتراضية</a:t>
              </a:r>
              <a:endParaRPr kumimoji="0" lang="en-SA" sz="3300" b="0" i="0" u="none" strike="noStrike" kern="1200" cap="none" spc="0" normalizeH="0" baseline="0" noProof="0" dirty="0">
                <a:ln>
                  <a:noFill/>
                </a:ln>
                <a:solidFill>
                  <a:srgbClr val="0F3144"/>
                </a:solidFill>
                <a:effectLst/>
                <a:uLnTx/>
                <a:uFillTx/>
                <a:cs typeface="HRSD Gov Title Bold" pitchFamily="2" charset="-78"/>
              </a:endParaRPr>
            </a:p>
          </p:txBody>
        </p:sp>
      </p:grpSp>
      <p:grpSp>
        <p:nvGrpSpPr>
          <p:cNvPr id="41" name="مجموعة 40">
            <a:extLst>
              <a:ext uri="{FF2B5EF4-FFF2-40B4-BE49-F238E27FC236}">
                <a16:creationId xmlns:a16="http://schemas.microsoft.com/office/drawing/2014/main" id="{CC4E75A2-4B55-385B-0A2B-4A536BD1C947}"/>
              </a:ext>
            </a:extLst>
          </p:cNvPr>
          <p:cNvGrpSpPr/>
          <p:nvPr/>
        </p:nvGrpSpPr>
        <p:grpSpPr>
          <a:xfrm>
            <a:off x="1185195" y="2503782"/>
            <a:ext cx="10518040" cy="1444474"/>
            <a:chOff x="1006997" y="3405318"/>
            <a:chExt cx="10602411" cy="1444474"/>
          </a:xfrm>
        </p:grpSpPr>
        <p:sp>
          <p:nvSpPr>
            <p:cNvPr id="3" name="AutoShape 59">
              <a:extLst>
                <a:ext uri="{FF2B5EF4-FFF2-40B4-BE49-F238E27FC236}">
                  <a16:creationId xmlns:a16="http://schemas.microsoft.com/office/drawing/2014/main" id="{8F0B5592-391B-0925-ADDE-EE86ECA5DC3B}"/>
                </a:ext>
              </a:extLst>
            </p:cNvPr>
            <p:cNvSpPr>
              <a:spLocks noChangeArrowheads="1"/>
            </p:cNvSpPr>
            <p:nvPr/>
          </p:nvSpPr>
          <p:spPr bwMode="blackWhite">
            <a:xfrm>
              <a:off x="1006997" y="3405318"/>
              <a:ext cx="10602411" cy="1444474"/>
            </a:xfrm>
            <a:prstGeom prst="roundRect">
              <a:avLst>
                <a:gd name="adj" fmla="val 10588"/>
              </a:avLst>
            </a:prstGeom>
            <a:solidFill>
              <a:schemeClr val="bg1"/>
            </a:solidFill>
            <a:ln w="9525" algn="ctr">
              <a:solidFill>
                <a:schemeClr val="tx2"/>
              </a:solidFill>
              <a:prstDash val="lgDash"/>
              <a:round/>
              <a:headEnd/>
              <a:tailEnd/>
            </a:ln>
          </p:spPr>
          <p:txBody>
            <a:bodyPr lIns="32652" tIns="32652" rIns="32652" bIns="32652" anchor="ctr"/>
            <a:lstStyle/>
            <a:p>
              <a:pPr>
                <a:spcBef>
                  <a:spcPct val="0"/>
                </a:spcBef>
                <a:spcAft>
                  <a:spcPts val="272"/>
                </a:spcAft>
                <a:buClr>
                  <a:srgbClr val="83AE42"/>
                </a:buClr>
              </a:pPr>
              <a:r>
                <a:rPr lang="ar-SA" dirty="0">
                  <a:solidFill>
                    <a:srgbClr val="0F3144"/>
                  </a:solidFill>
                  <a:cs typeface="HRSD Gov Title Bold" pitchFamily="2" charset="-78"/>
                </a:rPr>
                <a:t>مؤشر  نضج </a:t>
              </a:r>
            </a:p>
            <a:p>
              <a:pPr>
                <a:spcBef>
                  <a:spcPct val="0"/>
                </a:spcBef>
                <a:spcAft>
                  <a:spcPts val="272"/>
                </a:spcAft>
                <a:buClr>
                  <a:srgbClr val="83AE42"/>
                </a:buClr>
              </a:pPr>
              <a:r>
                <a:rPr lang="ar-SA" dirty="0">
                  <a:solidFill>
                    <a:srgbClr val="0F3144"/>
                  </a:solidFill>
                  <a:cs typeface="HRSD Gov Title Bold" pitchFamily="2" charset="-78"/>
                </a:rPr>
                <a:t>تجربة المستفيد للفروع </a:t>
              </a:r>
            </a:p>
            <a:p>
              <a:pPr>
                <a:spcBef>
                  <a:spcPct val="0"/>
                </a:spcBef>
                <a:spcAft>
                  <a:spcPts val="272"/>
                </a:spcAft>
                <a:buClr>
                  <a:srgbClr val="83AE42"/>
                </a:buClr>
              </a:pPr>
              <a:r>
                <a:rPr lang="ar-SA" dirty="0">
                  <a:solidFill>
                    <a:srgbClr val="0F3144"/>
                  </a:solidFill>
                  <a:cs typeface="HRSD Gov Title Bold" pitchFamily="2" charset="-78"/>
                </a:rPr>
                <a:t>الافتراضية </a:t>
              </a:r>
              <a:endParaRPr lang="en-GB" sz="726" dirty="0">
                <a:latin typeface="Georgia" pitchFamily="18" charset="0"/>
              </a:endParaRPr>
            </a:p>
          </p:txBody>
        </p:sp>
        <p:sp>
          <p:nvSpPr>
            <p:cNvPr id="4" name="AutoShape 59">
              <a:extLst>
                <a:ext uri="{FF2B5EF4-FFF2-40B4-BE49-F238E27FC236}">
                  <a16:creationId xmlns:a16="http://schemas.microsoft.com/office/drawing/2014/main" id="{4E5908A2-BF4A-6F5F-C6A3-8260AB684EBD}"/>
                </a:ext>
              </a:extLst>
            </p:cNvPr>
            <p:cNvSpPr>
              <a:spLocks noChangeArrowheads="1"/>
            </p:cNvSpPr>
            <p:nvPr/>
          </p:nvSpPr>
          <p:spPr bwMode="blackWhite">
            <a:xfrm>
              <a:off x="7178583" y="3485193"/>
              <a:ext cx="1886673" cy="1270854"/>
            </a:xfrm>
            <a:prstGeom prst="roundRect">
              <a:avLst>
                <a:gd name="adj" fmla="val 10588"/>
              </a:avLst>
            </a:prstGeom>
            <a:solidFill>
              <a:schemeClr val="bg1">
                <a:lumMod val="95000"/>
              </a:schemeClr>
            </a:solidFill>
            <a:ln w="9525" algn="ctr">
              <a:noFill/>
              <a:round/>
              <a:headEnd/>
              <a:tailEnd/>
            </a:ln>
          </p:spPr>
          <p:txBody>
            <a:bodyPr lIns="32652" tIns="32652" rIns="32652" bIns="32652" anchor="ctr"/>
            <a:lstStyle/>
            <a:p>
              <a:pPr algn="ctr">
                <a:spcBef>
                  <a:spcPct val="0"/>
                </a:spcBef>
                <a:spcAft>
                  <a:spcPts val="272"/>
                </a:spcAft>
                <a:buClr>
                  <a:srgbClr val="83AE42"/>
                </a:buClr>
              </a:pPr>
              <a:r>
                <a:rPr lang="ar-SA" sz="1400" b="1" dirty="0">
                  <a:solidFill>
                    <a:srgbClr val="0F3144"/>
                  </a:solidFill>
                  <a:latin typeface="HRSD Gov Medium" pitchFamily="2" charset="-78"/>
                  <a:ea typeface="HRSD Gov Medium" pitchFamily="2" charset="-78"/>
                  <a:cs typeface="HRSD Gov Medium" pitchFamily="2" charset="-78"/>
                </a:rPr>
                <a:t>النطاق</a:t>
              </a:r>
              <a:br>
                <a:rPr lang="ar-SA" sz="1200" dirty="0">
                  <a:latin typeface="HRSD Gov Medium" pitchFamily="2" charset="-78"/>
                  <a:ea typeface="HRSD Gov Medium" pitchFamily="2" charset="-78"/>
                  <a:cs typeface="HRSD Gov Medium" pitchFamily="2" charset="-78"/>
                </a:rPr>
              </a:br>
              <a:r>
                <a:rPr lang="ar-SA" sz="1200" dirty="0">
                  <a:latin typeface="HRSD Gov Medium" pitchFamily="2" charset="-78"/>
                  <a:ea typeface="HRSD Gov Medium" pitchFamily="2" charset="-78"/>
                  <a:cs typeface="HRSD Gov Medium" pitchFamily="2" charset="-78"/>
                </a:rPr>
                <a:t>الفروع الافتراضية والخدمات المقدّمة للمستفيد عبر القنوات الافتراضية(جلسات/مواعيد/</a:t>
              </a:r>
            </a:p>
            <a:p>
              <a:pPr algn="ctr">
                <a:spcBef>
                  <a:spcPct val="0"/>
                </a:spcBef>
                <a:spcAft>
                  <a:spcPts val="272"/>
                </a:spcAft>
                <a:buClr>
                  <a:srgbClr val="83AE42"/>
                </a:buClr>
              </a:pPr>
              <a:r>
                <a:rPr lang="ar-SA" sz="1200" dirty="0">
                  <a:latin typeface="HRSD Gov Medium" pitchFamily="2" charset="-78"/>
                  <a:ea typeface="HRSD Gov Medium" pitchFamily="2" charset="-78"/>
                  <a:cs typeface="HRSD Gov Medium" pitchFamily="2" charset="-78"/>
                </a:rPr>
                <a:t>خدمات مساندة).</a:t>
              </a:r>
              <a:endParaRPr lang="en-GB" sz="1200" dirty="0">
                <a:latin typeface="HRSD Gov Medium" pitchFamily="2" charset="-78"/>
                <a:ea typeface="HRSD Gov Medium" pitchFamily="2" charset="-78"/>
                <a:cs typeface="HRSD Gov Medium" pitchFamily="2" charset="-78"/>
              </a:endParaRPr>
            </a:p>
          </p:txBody>
        </p:sp>
        <p:sp>
          <p:nvSpPr>
            <p:cNvPr id="5" name="AutoShape 59">
              <a:extLst>
                <a:ext uri="{FF2B5EF4-FFF2-40B4-BE49-F238E27FC236}">
                  <a16:creationId xmlns:a16="http://schemas.microsoft.com/office/drawing/2014/main" id="{81232D0A-817B-C627-A1C3-8CD214F0B307}"/>
                </a:ext>
              </a:extLst>
            </p:cNvPr>
            <p:cNvSpPr>
              <a:spLocks noChangeArrowheads="1"/>
            </p:cNvSpPr>
            <p:nvPr/>
          </p:nvSpPr>
          <p:spPr bwMode="blackWhite">
            <a:xfrm>
              <a:off x="5152663" y="3492128"/>
              <a:ext cx="1886673" cy="1270854"/>
            </a:xfrm>
            <a:prstGeom prst="roundRect">
              <a:avLst>
                <a:gd name="adj" fmla="val 10588"/>
              </a:avLst>
            </a:prstGeom>
            <a:solidFill>
              <a:schemeClr val="bg1">
                <a:lumMod val="95000"/>
              </a:schemeClr>
            </a:solidFill>
            <a:ln w="9525" algn="ctr">
              <a:noFill/>
              <a:round/>
              <a:headEnd/>
              <a:tailEnd/>
            </a:ln>
          </p:spPr>
          <p:txBody>
            <a:bodyPr lIns="32652" tIns="32652" rIns="32652" bIns="32652" anchor="ctr"/>
            <a:lstStyle/>
            <a:p>
              <a:pPr algn="ctr">
                <a:spcBef>
                  <a:spcPct val="0"/>
                </a:spcBef>
                <a:spcAft>
                  <a:spcPts val="272"/>
                </a:spcAft>
                <a:buClr>
                  <a:srgbClr val="83AE42"/>
                </a:buClr>
              </a:pPr>
              <a:r>
                <a:rPr lang="ar-SA" sz="1400" b="1" dirty="0">
                  <a:solidFill>
                    <a:srgbClr val="0F3144"/>
                  </a:solidFill>
                  <a:latin typeface="HRSD Gov Medium" pitchFamily="2" charset="-78"/>
                  <a:ea typeface="HRSD Gov Medium" pitchFamily="2" charset="-78"/>
                  <a:cs typeface="HRSD Gov Medium" pitchFamily="2" charset="-78"/>
                </a:rPr>
                <a:t>مناظير القياس</a:t>
              </a:r>
            </a:p>
            <a:p>
              <a:pPr algn="ctr">
                <a:spcBef>
                  <a:spcPct val="0"/>
                </a:spcBef>
                <a:spcAft>
                  <a:spcPts val="272"/>
                </a:spcAft>
                <a:buClr>
                  <a:srgbClr val="83AE42"/>
                </a:buClr>
              </a:pPr>
              <a:r>
                <a:rPr lang="ar-SA" sz="1200" dirty="0">
                  <a:latin typeface="HRSD Gov Medium" pitchFamily="2" charset="-78"/>
                  <a:ea typeface="HRSD Gov Medium" pitchFamily="2" charset="-78"/>
                  <a:cs typeface="HRSD Gov Medium" pitchFamily="2" charset="-78"/>
                </a:rPr>
                <a:t>محاور قياس متعددة تشمل: جودة الجلسات الافتراضية، متابعة الفريق الإشرافي، رضا المستفيد.</a:t>
              </a:r>
              <a:endParaRPr lang="en-GB" sz="1200" dirty="0">
                <a:latin typeface="HRSD Gov Medium" pitchFamily="2" charset="-78"/>
                <a:ea typeface="HRSD Gov Medium" pitchFamily="2" charset="-78"/>
                <a:cs typeface="HRSD Gov Medium" pitchFamily="2" charset="-78"/>
              </a:endParaRPr>
            </a:p>
          </p:txBody>
        </p:sp>
        <p:sp>
          <p:nvSpPr>
            <p:cNvPr id="6" name="AutoShape 59">
              <a:extLst>
                <a:ext uri="{FF2B5EF4-FFF2-40B4-BE49-F238E27FC236}">
                  <a16:creationId xmlns:a16="http://schemas.microsoft.com/office/drawing/2014/main" id="{E10955A1-E41A-B733-2CDD-1B59A52EBB9D}"/>
                </a:ext>
              </a:extLst>
            </p:cNvPr>
            <p:cNvSpPr>
              <a:spLocks noChangeArrowheads="1"/>
            </p:cNvSpPr>
            <p:nvPr/>
          </p:nvSpPr>
          <p:spPr bwMode="blackWhite">
            <a:xfrm>
              <a:off x="3126743" y="3492128"/>
              <a:ext cx="1886673" cy="1270854"/>
            </a:xfrm>
            <a:prstGeom prst="roundRect">
              <a:avLst>
                <a:gd name="adj" fmla="val 10588"/>
              </a:avLst>
            </a:prstGeom>
            <a:solidFill>
              <a:schemeClr val="bg1">
                <a:lumMod val="95000"/>
              </a:schemeClr>
            </a:solidFill>
            <a:ln w="9525" algn="ctr">
              <a:noFill/>
              <a:round/>
              <a:headEnd/>
              <a:tailEnd/>
            </a:ln>
          </p:spPr>
          <p:txBody>
            <a:bodyPr lIns="32652" tIns="32652" rIns="32652" bIns="32652" anchor="ctr"/>
            <a:lstStyle/>
            <a:p>
              <a:pPr algn="ctr">
                <a:spcBef>
                  <a:spcPct val="0"/>
                </a:spcBef>
                <a:spcAft>
                  <a:spcPts val="272"/>
                </a:spcAft>
                <a:buClr>
                  <a:srgbClr val="83AE42"/>
                </a:buClr>
              </a:pPr>
              <a:r>
                <a:rPr lang="ar-SA" sz="1400" b="1" dirty="0">
                  <a:solidFill>
                    <a:srgbClr val="0F3144"/>
                  </a:solidFill>
                  <a:latin typeface="HRSD Gov Medium" pitchFamily="2" charset="-78"/>
                  <a:ea typeface="HRSD Gov Medium" pitchFamily="2" charset="-78"/>
                  <a:cs typeface="HRSD Gov Medium" pitchFamily="2" charset="-78"/>
                </a:rPr>
                <a:t>مستويات النضج</a:t>
              </a:r>
              <a:br>
                <a:rPr lang="ar-SA" sz="1200" dirty="0">
                  <a:latin typeface="HRSD Gov Medium" pitchFamily="2" charset="-78"/>
                  <a:ea typeface="HRSD Gov Medium" pitchFamily="2" charset="-78"/>
                  <a:cs typeface="HRSD Gov Medium" pitchFamily="2" charset="-78"/>
                </a:rPr>
              </a:br>
              <a:r>
                <a:rPr lang="ar-SA" sz="1200" dirty="0">
                  <a:latin typeface="HRSD Gov Medium" pitchFamily="2" charset="-78"/>
                  <a:ea typeface="HRSD Gov Medium" pitchFamily="2" charset="-78"/>
                  <a:cs typeface="HRSD Gov Medium" pitchFamily="2" charset="-78"/>
                </a:rPr>
                <a:t>(5) مستويات نضج تبدأ من ناشئ وتنتهي بـ مستدام لتتبع التطور والتحسين عبر الدورات.</a:t>
              </a:r>
              <a:endParaRPr lang="en-GB" sz="1200" dirty="0">
                <a:latin typeface="HRSD Gov Medium" pitchFamily="2" charset="-78"/>
                <a:ea typeface="HRSD Gov Medium" pitchFamily="2" charset="-78"/>
                <a:cs typeface="HRSD Gov Medium" pitchFamily="2" charset="-78"/>
              </a:endParaRPr>
            </a:p>
          </p:txBody>
        </p:sp>
        <p:sp>
          <p:nvSpPr>
            <p:cNvPr id="7" name="AutoShape 59">
              <a:extLst>
                <a:ext uri="{FF2B5EF4-FFF2-40B4-BE49-F238E27FC236}">
                  <a16:creationId xmlns:a16="http://schemas.microsoft.com/office/drawing/2014/main" id="{00025BAA-FF82-C9E2-7B72-2A04AA1873B7}"/>
                </a:ext>
              </a:extLst>
            </p:cNvPr>
            <p:cNvSpPr>
              <a:spLocks noChangeArrowheads="1"/>
            </p:cNvSpPr>
            <p:nvPr/>
          </p:nvSpPr>
          <p:spPr bwMode="blackWhite">
            <a:xfrm>
              <a:off x="1100824" y="3492128"/>
              <a:ext cx="1886673" cy="1270854"/>
            </a:xfrm>
            <a:prstGeom prst="roundRect">
              <a:avLst>
                <a:gd name="adj" fmla="val 10588"/>
              </a:avLst>
            </a:prstGeom>
            <a:solidFill>
              <a:schemeClr val="bg1">
                <a:lumMod val="95000"/>
              </a:schemeClr>
            </a:solidFill>
            <a:ln w="9525" algn="ctr">
              <a:noFill/>
              <a:round/>
              <a:headEnd/>
              <a:tailEnd/>
            </a:ln>
          </p:spPr>
          <p:txBody>
            <a:bodyPr lIns="32652" tIns="32652" rIns="32652" bIns="32652" anchor="ctr"/>
            <a:lstStyle/>
            <a:p>
              <a:pPr algn="ctr">
                <a:spcBef>
                  <a:spcPct val="0"/>
                </a:spcBef>
                <a:spcAft>
                  <a:spcPts val="272"/>
                </a:spcAft>
                <a:buClr>
                  <a:srgbClr val="83AE42"/>
                </a:buClr>
              </a:pPr>
              <a:r>
                <a:rPr lang="ar-SA" sz="1400" b="1" dirty="0">
                  <a:solidFill>
                    <a:srgbClr val="0F3144"/>
                  </a:solidFill>
                  <a:latin typeface="HRSD Gov Medium" pitchFamily="2" charset="-78"/>
                  <a:ea typeface="HRSD Gov Medium" pitchFamily="2" charset="-78"/>
                  <a:cs typeface="HRSD Gov Medium" pitchFamily="2" charset="-78"/>
                </a:rPr>
                <a:t>دورية القياس</a:t>
              </a:r>
            </a:p>
            <a:p>
              <a:pPr algn="ctr">
                <a:spcBef>
                  <a:spcPct val="0"/>
                </a:spcBef>
                <a:spcAft>
                  <a:spcPts val="272"/>
                </a:spcAft>
                <a:buClr>
                  <a:srgbClr val="83AE42"/>
                </a:buClr>
              </a:pPr>
              <a:r>
                <a:rPr lang="ar-SA" sz="1200" dirty="0">
                  <a:latin typeface="HRSD Gov Medium" pitchFamily="2" charset="-78"/>
                  <a:ea typeface="HRSD Gov Medium" pitchFamily="2" charset="-78"/>
                  <a:cs typeface="HRSD Gov Medium" pitchFamily="2" charset="-78"/>
                </a:rPr>
                <a:t>دورية قياس [سنوية/نصف سنوية] ضمن منظومة المراجعة والتقييم واتخاذ القرارات التحسينية.</a:t>
              </a:r>
              <a:endParaRPr lang="en-GB" sz="1200" dirty="0">
                <a:latin typeface="HRSD Gov Medium" pitchFamily="2" charset="-78"/>
                <a:ea typeface="HRSD Gov Medium" pitchFamily="2" charset="-78"/>
                <a:cs typeface="HRSD Gov Medium" pitchFamily="2" charset="-78"/>
              </a:endParaRPr>
            </a:p>
          </p:txBody>
        </p:sp>
      </p:grpSp>
      <p:grpSp>
        <p:nvGrpSpPr>
          <p:cNvPr id="8" name="مجموعة 7">
            <a:extLst>
              <a:ext uri="{FF2B5EF4-FFF2-40B4-BE49-F238E27FC236}">
                <a16:creationId xmlns:a16="http://schemas.microsoft.com/office/drawing/2014/main" id="{1D093B7E-93E2-9A9E-38DB-B9B46098F1A8}"/>
              </a:ext>
            </a:extLst>
          </p:cNvPr>
          <p:cNvGrpSpPr/>
          <p:nvPr/>
        </p:nvGrpSpPr>
        <p:grpSpPr>
          <a:xfrm>
            <a:off x="968497" y="4060893"/>
            <a:ext cx="10734738" cy="2227193"/>
            <a:chOff x="1100824" y="693733"/>
            <a:chExt cx="10734738" cy="2227193"/>
          </a:xfrm>
        </p:grpSpPr>
        <p:sp>
          <p:nvSpPr>
            <p:cNvPr id="9" name="Text Placeholder 14">
              <a:extLst>
                <a:ext uri="{FF2B5EF4-FFF2-40B4-BE49-F238E27FC236}">
                  <a16:creationId xmlns:a16="http://schemas.microsoft.com/office/drawing/2014/main" id="{FC356EFB-F558-977B-48AC-F7B5ADE15B2B}"/>
                </a:ext>
              </a:extLst>
            </p:cNvPr>
            <p:cNvSpPr txBox="1">
              <a:spLocks/>
            </p:cNvSpPr>
            <p:nvPr/>
          </p:nvSpPr>
          <p:spPr>
            <a:xfrm>
              <a:off x="1100824" y="1266710"/>
              <a:ext cx="10696750" cy="1654216"/>
            </a:xfrm>
            <a:prstGeom prst="rect">
              <a:avLst/>
            </a:prstGeom>
          </p:spPr>
          <p:txBody>
            <a:bodyPr>
              <a:normAutofit/>
            </a:bodyPr>
            <a:lstStyle>
              <a:lvl1pPr marL="0" indent="0" algn="ctr" defTabSz="914400" rtl="1" eaLnBrk="1" latinLnBrk="0" hangingPunct="1">
                <a:lnSpc>
                  <a:spcPct val="90000"/>
                </a:lnSpc>
                <a:spcBef>
                  <a:spcPts val="1000"/>
                </a:spcBef>
                <a:buFont typeface="Arial" panose="020B0604020202020204" pitchFamily="34" charset="0"/>
                <a:buNone/>
                <a:defRPr sz="1300" b="0" i="0" kern="1200">
                  <a:solidFill>
                    <a:schemeClr val="tx1"/>
                  </a:solidFill>
                  <a:latin typeface="HRSD Gov Medium" pitchFamily="2" charset="-78"/>
                  <a:ea typeface="HRSD Gov Medium" pitchFamily="2" charset="-78"/>
                  <a:cs typeface="HRSD Gov Medium"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ar-SA" sz="1400" dirty="0"/>
                <a:t>يسعى مؤشر نضج تجربة المستفيد للفروع الافتراضية إلى تحقيق مجموعة من الأهداف التشغيلية الداعمة لرفع كفاءة التشغيل وجودة الخدمة، وذلك من خلال</a:t>
              </a:r>
            </a:p>
          </p:txBody>
        </p:sp>
        <p:sp>
          <p:nvSpPr>
            <p:cNvPr id="12" name="Title 1">
              <a:extLst>
                <a:ext uri="{FF2B5EF4-FFF2-40B4-BE49-F238E27FC236}">
                  <a16:creationId xmlns:a16="http://schemas.microsoft.com/office/drawing/2014/main" id="{C925F483-355E-F73C-AC57-E313CE6C96A2}"/>
                </a:ext>
              </a:extLst>
            </p:cNvPr>
            <p:cNvSpPr txBox="1">
              <a:spLocks/>
            </p:cNvSpPr>
            <p:nvPr/>
          </p:nvSpPr>
          <p:spPr>
            <a:xfrm>
              <a:off x="6723627" y="693733"/>
              <a:ext cx="5111935" cy="305806"/>
            </a:xfrm>
            <a:prstGeom prst="rect">
              <a:avLst/>
            </a:prstGeom>
          </p:spPr>
          <p:txBody>
            <a:bodyPr>
              <a:normAutofit fontScale="850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sz="1800" dirty="0">
                  <a:solidFill>
                    <a:srgbClr val="0F3144"/>
                  </a:solidFill>
                </a:rPr>
                <a:t>الأهداف التشغيلية لمؤشر نضج تجربة المستفيد للفروع الافتراضية</a:t>
              </a:r>
              <a:endParaRPr lang="en-SA" sz="1800" dirty="0">
                <a:solidFill>
                  <a:srgbClr val="0F3144"/>
                </a:solidFill>
              </a:endParaRPr>
            </a:p>
          </p:txBody>
        </p:sp>
      </p:grpSp>
      <p:grpSp>
        <p:nvGrpSpPr>
          <p:cNvPr id="47" name="مجموعة 46">
            <a:extLst>
              <a:ext uri="{FF2B5EF4-FFF2-40B4-BE49-F238E27FC236}">
                <a16:creationId xmlns:a16="http://schemas.microsoft.com/office/drawing/2014/main" id="{AB8AF187-92C2-272E-A683-989958BC21D7}"/>
              </a:ext>
            </a:extLst>
          </p:cNvPr>
          <p:cNvGrpSpPr/>
          <p:nvPr/>
        </p:nvGrpSpPr>
        <p:grpSpPr>
          <a:xfrm>
            <a:off x="1185195" y="4995998"/>
            <a:ext cx="9821609" cy="1270854"/>
            <a:chOff x="1185195" y="5110298"/>
            <a:chExt cx="9821609" cy="1270854"/>
          </a:xfrm>
        </p:grpSpPr>
        <p:sp>
          <p:nvSpPr>
            <p:cNvPr id="42" name="AutoShape 59">
              <a:extLst>
                <a:ext uri="{FF2B5EF4-FFF2-40B4-BE49-F238E27FC236}">
                  <a16:creationId xmlns:a16="http://schemas.microsoft.com/office/drawing/2014/main" id="{BC29E991-D859-8291-17DB-35018428F937}"/>
                </a:ext>
              </a:extLst>
            </p:cNvPr>
            <p:cNvSpPr>
              <a:spLocks noChangeArrowheads="1"/>
            </p:cNvSpPr>
            <p:nvPr/>
          </p:nvSpPr>
          <p:spPr bwMode="blackWhite">
            <a:xfrm>
              <a:off x="9120131" y="5110298"/>
              <a:ext cx="1886673" cy="1270854"/>
            </a:xfrm>
            <a:prstGeom prst="roundRect">
              <a:avLst>
                <a:gd name="adj" fmla="val 10588"/>
              </a:avLst>
            </a:prstGeom>
            <a:solidFill>
              <a:srgbClr val="7EA3B8"/>
            </a:solidFill>
            <a:ln w="9525" algn="ctr">
              <a:noFill/>
              <a:round/>
              <a:headEnd/>
              <a:tailEnd/>
            </a:ln>
          </p:spPr>
          <p:txBody>
            <a:bodyPr lIns="32652" tIns="32652" rIns="32652" bIns="32652" anchor="ctr"/>
            <a:lstStyle/>
            <a:p>
              <a:pPr algn="ctr">
                <a:spcBef>
                  <a:spcPct val="0"/>
                </a:spcBef>
                <a:spcAft>
                  <a:spcPts val="272"/>
                </a:spcAft>
                <a:buClr>
                  <a:srgbClr val="83AE42"/>
                </a:buClr>
              </a:pPr>
              <a:r>
                <a:rPr lang="ar-SA" sz="1400" b="1" dirty="0">
                  <a:solidFill>
                    <a:schemeClr val="accent1"/>
                  </a:solidFill>
                  <a:latin typeface="HRSD Gov Medium" pitchFamily="2" charset="-78"/>
                  <a:ea typeface="HRSD Gov Medium" pitchFamily="2" charset="-78"/>
                  <a:cs typeface="HRSD Gov Medium" pitchFamily="2" charset="-78"/>
                </a:rPr>
                <a:t>رفع جودة الجلسات الافتراضية</a:t>
              </a:r>
              <a:br>
                <a:rPr lang="ar-SA" sz="1200" dirty="0">
                  <a:solidFill>
                    <a:schemeClr val="bg1"/>
                  </a:solidFill>
                  <a:latin typeface="HRSD Gov Medium" pitchFamily="2" charset="-78"/>
                  <a:ea typeface="HRSD Gov Medium" pitchFamily="2" charset="-78"/>
                  <a:cs typeface="HRSD Gov Medium" pitchFamily="2" charset="-78"/>
                </a:rPr>
              </a:br>
              <a:r>
                <a:rPr lang="ar-SA" sz="1200" dirty="0">
                  <a:solidFill>
                    <a:schemeClr val="bg1"/>
                  </a:solidFill>
                  <a:latin typeface="HRSD Gov Medium" pitchFamily="2" charset="-78"/>
                  <a:ea typeface="HRSD Gov Medium" pitchFamily="2" charset="-78"/>
                  <a:cs typeface="HRSD Gov Medium" pitchFamily="2" charset="-78"/>
                </a:rPr>
                <a:t>عبر توحيد معايير تقديم الخدمة، ورفع مستوى الامتثال التشغيلي، وتقليل التباين بين الفروع</a:t>
              </a:r>
              <a:r>
                <a:rPr lang="ar-SA" sz="1200" dirty="0"/>
                <a:t>.</a:t>
              </a:r>
              <a:endParaRPr lang="en-GB" sz="1200" dirty="0">
                <a:solidFill>
                  <a:schemeClr val="bg1"/>
                </a:solidFill>
                <a:latin typeface="HRSD Gov Medium" pitchFamily="2" charset="-78"/>
                <a:ea typeface="HRSD Gov Medium" pitchFamily="2" charset="-78"/>
                <a:cs typeface="HRSD Gov Medium" pitchFamily="2" charset="-78"/>
              </a:endParaRPr>
            </a:p>
          </p:txBody>
        </p:sp>
        <p:sp>
          <p:nvSpPr>
            <p:cNvPr id="43" name="AutoShape 59">
              <a:extLst>
                <a:ext uri="{FF2B5EF4-FFF2-40B4-BE49-F238E27FC236}">
                  <a16:creationId xmlns:a16="http://schemas.microsoft.com/office/drawing/2014/main" id="{6857DBA7-7E6F-8427-8E66-8EF58D5166A8}"/>
                </a:ext>
              </a:extLst>
            </p:cNvPr>
            <p:cNvSpPr>
              <a:spLocks noChangeArrowheads="1"/>
            </p:cNvSpPr>
            <p:nvPr/>
          </p:nvSpPr>
          <p:spPr bwMode="blackWhite">
            <a:xfrm>
              <a:off x="7133163" y="5110298"/>
              <a:ext cx="1886673" cy="1270854"/>
            </a:xfrm>
            <a:prstGeom prst="roundRect">
              <a:avLst>
                <a:gd name="adj" fmla="val 10588"/>
              </a:avLst>
            </a:prstGeom>
            <a:solidFill>
              <a:srgbClr val="7EA3B8"/>
            </a:solidFill>
            <a:ln w="9525" algn="ctr">
              <a:noFill/>
              <a:round/>
              <a:headEnd/>
              <a:tailEnd/>
            </a:ln>
          </p:spPr>
          <p:txBody>
            <a:bodyPr lIns="32652" tIns="32652" rIns="32652" bIns="32652" anchor="ctr"/>
            <a:lstStyle/>
            <a:p>
              <a:pPr algn="ctr">
                <a:spcBef>
                  <a:spcPct val="0"/>
                </a:spcBef>
                <a:spcAft>
                  <a:spcPts val="272"/>
                </a:spcAft>
                <a:buClr>
                  <a:srgbClr val="83AE42"/>
                </a:buClr>
              </a:pPr>
              <a:r>
                <a:rPr lang="ar-SA" sz="1400" b="1" dirty="0">
                  <a:solidFill>
                    <a:schemeClr val="accent1"/>
                  </a:solidFill>
                  <a:latin typeface="HRSD Gov Medium" pitchFamily="2" charset="-78"/>
                  <a:ea typeface="HRSD Gov Medium" pitchFamily="2" charset="-78"/>
                  <a:cs typeface="HRSD Gov Medium" pitchFamily="2" charset="-78"/>
                </a:rPr>
                <a:t>تعزيز فعالية الإشراف والمتابعة</a:t>
              </a:r>
              <a:br>
                <a:rPr lang="ar-SA" sz="1200" dirty="0">
                  <a:solidFill>
                    <a:schemeClr val="bg1"/>
                  </a:solidFill>
                  <a:latin typeface="HRSD Gov Medium" pitchFamily="2" charset="-78"/>
                  <a:ea typeface="HRSD Gov Medium" pitchFamily="2" charset="-78"/>
                  <a:cs typeface="HRSD Gov Medium" pitchFamily="2" charset="-78"/>
                </a:rPr>
              </a:br>
              <a:r>
                <a:rPr lang="ar-SA" sz="1200" dirty="0">
                  <a:solidFill>
                    <a:schemeClr val="bg1"/>
                  </a:solidFill>
                  <a:latin typeface="HRSD Gov Medium" pitchFamily="2" charset="-78"/>
                  <a:ea typeface="HRSD Gov Medium" pitchFamily="2" charset="-78"/>
                  <a:cs typeface="HRSD Gov Medium" pitchFamily="2" charset="-78"/>
                </a:rPr>
                <a:t>عبر ضمان اكتمال التوثيق، وتطبيق الرقابة الدورية، وتحسين سرعة معالجة الملاحظات التشغيلية.</a:t>
              </a:r>
              <a:endParaRPr lang="en-GB" sz="1200" dirty="0">
                <a:solidFill>
                  <a:schemeClr val="bg1"/>
                </a:solidFill>
                <a:latin typeface="HRSD Gov Medium" pitchFamily="2" charset="-78"/>
                <a:ea typeface="HRSD Gov Medium" pitchFamily="2" charset="-78"/>
                <a:cs typeface="HRSD Gov Medium" pitchFamily="2" charset="-78"/>
              </a:endParaRPr>
            </a:p>
          </p:txBody>
        </p:sp>
        <p:sp>
          <p:nvSpPr>
            <p:cNvPr id="44" name="AutoShape 59">
              <a:extLst>
                <a:ext uri="{FF2B5EF4-FFF2-40B4-BE49-F238E27FC236}">
                  <a16:creationId xmlns:a16="http://schemas.microsoft.com/office/drawing/2014/main" id="{AAD20E39-F705-EA53-6FF4-904F5EFD3F13}"/>
                </a:ext>
              </a:extLst>
            </p:cNvPr>
            <p:cNvSpPr>
              <a:spLocks noChangeArrowheads="1"/>
            </p:cNvSpPr>
            <p:nvPr/>
          </p:nvSpPr>
          <p:spPr bwMode="blackWhite">
            <a:xfrm>
              <a:off x="5152663" y="5110298"/>
              <a:ext cx="1886673" cy="1270854"/>
            </a:xfrm>
            <a:prstGeom prst="roundRect">
              <a:avLst>
                <a:gd name="adj" fmla="val 10588"/>
              </a:avLst>
            </a:prstGeom>
            <a:solidFill>
              <a:srgbClr val="7EA3B8"/>
            </a:solidFill>
            <a:ln w="9525" algn="ctr">
              <a:noFill/>
              <a:round/>
              <a:headEnd/>
              <a:tailEnd/>
            </a:ln>
          </p:spPr>
          <p:txBody>
            <a:bodyPr lIns="32652" tIns="32652" rIns="32652" bIns="32652" anchor="ctr"/>
            <a:lstStyle/>
            <a:p>
              <a:pPr algn="ctr">
                <a:spcBef>
                  <a:spcPct val="0"/>
                </a:spcBef>
                <a:spcAft>
                  <a:spcPts val="272"/>
                </a:spcAft>
                <a:buClr>
                  <a:srgbClr val="83AE42"/>
                </a:buClr>
              </a:pPr>
              <a:r>
                <a:rPr lang="ar-SA" sz="1400" b="1" dirty="0">
                  <a:solidFill>
                    <a:schemeClr val="accent1"/>
                  </a:solidFill>
                  <a:latin typeface="HRSD Gov Medium" pitchFamily="2" charset="-78"/>
                  <a:ea typeface="HRSD Gov Medium" pitchFamily="2" charset="-78"/>
                  <a:cs typeface="HRSD Gov Medium" pitchFamily="2" charset="-78"/>
                </a:rPr>
                <a:t>تحسين رضا المستفيد</a:t>
              </a:r>
              <a:br>
                <a:rPr lang="ar-SA" sz="1200" dirty="0">
                  <a:solidFill>
                    <a:schemeClr val="bg1"/>
                  </a:solidFill>
                  <a:latin typeface="HRSD Gov Medium" pitchFamily="2" charset="-78"/>
                  <a:ea typeface="HRSD Gov Medium" pitchFamily="2" charset="-78"/>
                  <a:cs typeface="HRSD Gov Medium" pitchFamily="2" charset="-78"/>
                </a:rPr>
              </a:br>
              <a:r>
                <a:rPr lang="ar-SA" sz="1200" dirty="0">
                  <a:solidFill>
                    <a:schemeClr val="bg1"/>
                  </a:solidFill>
                  <a:latin typeface="HRSD Gov Medium" pitchFamily="2" charset="-78"/>
                  <a:ea typeface="HRSD Gov Medium" pitchFamily="2" charset="-78"/>
                  <a:cs typeface="HRSD Gov Medium" pitchFamily="2" charset="-78"/>
                </a:rPr>
                <a:t>من خلال قياس الرضا وتحليل الانطباعات والملاحظات وتوجيه التحسينات وفق أولويات الأثر.</a:t>
              </a:r>
              <a:endParaRPr lang="en-GB" sz="1200" dirty="0">
                <a:solidFill>
                  <a:schemeClr val="bg1"/>
                </a:solidFill>
                <a:latin typeface="HRSD Gov Medium" pitchFamily="2" charset="-78"/>
                <a:ea typeface="HRSD Gov Medium" pitchFamily="2" charset="-78"/>
                <a:cs typeface="HRSD Gov Medium" pitchFamily="2" charset="-78"/>
              </a:endParaRPr>
            </a:p>
          </p:txBody>
        </p:sp>
        <p:sp>
          <p:nvSpPr>
            <p:cNvPr id="45" name="AutoShape 59">
              <a:extLst>
                <a:ext uri="{FF2B5EF4-FFF2-40B4-BE49-F238E27FC236}">
                  <a16:creationId xmlns:a16="http://schemas.microsoft.com/office/drawing/2014/main" id="{377B7B7C-B0C4-5B76-9BD5-77244818D9E0}"/>
                </a:ext>
              </a:extLst>
            </p:cNvPr>
            <p:cNvSpPr>
              <a:spLocks noChangeArrowheads="1"/>
            </p:cNvSpPr>
            <p:nvPr/>
          </p:nvSpPr>
          <p:spPr bwMode="blackWhite">
            <a:xfrm>
              <a:off x="3165695" y="5110298"/>
              <a:ext cx="1886673" cy="1270854"/>
            </a:xfrm>
            <a:prstGeom prst="roundRect">
              <a:avLst>
                <a:gd name="adj" fmla="val 10588"/>
              </a:avLst>
            </a:prstGeom>
            <a:solidFill>
              <a:srgbClr val="7EA3B8"/>
            </a:solidFill>
            <a:ln w="9525" algn="ctr">
              <a:noFill/>
              <a:round/>
              <a:headEnd/>
              <a:tailEnd/>
            </a:ln>
          </p:spPr>
          <p:txBody>
            <a:bodyPr lIns="32652" tIns="32652" rIns="32652" bIns="32652" anchor="ctr"/>
            <a:lstStyle/>
            <a:p>
              <a:pPr algn="ctr">
                <a:spcBef>
                  <a:spcPct val="0"/>
                </a:spcBef>
                <a:spcAft>
                  <a:spcPts val="272"/>
                </a:spcAft>
                <a:buClr>
                  <a:srgbClr val="83AE42"/>
                </a:buClr>
              </a:pPr>
              <a:r>
                <a:rPr lang="ar-SA" sz="1400" b="1" dirty="0">
                  <a:solidFill>
                    <a:schemeClr val="accent1"/>
                  </a:solidFill>
                  <a:latin typeface="HRSD Gov Medium" pitchFamily="2" charset="-78"/>
                  <a:ea typeface="HRSD Gov Medium" pitchFamily="2" charset="-78"/>
                  <a:cs typeface="HRSD Gov Medium" pitchFamily="2" charset="-78"/>
                </a:rPr>
                <a:t>تحديد الفجوات وترتيب الأولويات</a:t>
              </a:r>
              <a:br>
                <a:rPr lang="ar-SA" sz="1200" dirty="0">
                  <a:solidFill>
                    <a:schemeClr val="bg1"/>
                  </a:solidFill>
                  <a:latin typeface="HRSD Gov Medium" pitchFamily="2" charset="-78"/>
                  <a:ea typeface="HRSD Gov Medium" pitchFamily="2" charset="-78"/>
                  <a:cs typeface="HRSD Gov Medium" pitchFamily="2" charset="-78"/>
                </a:rPr>
              </a:br>
              <a:r>
                <a:rPr lang="ar-SA" sz="1200" dirty="0">
                  <a:solidFill>
                    <a:schemeClr val="bg1"/>
                  </a:solidFill>
                  <a:latin typeface="HRSD Gov Medium" pitchFamily="2" charset="-78"/>
                  <a:ea typeface="HRSD Gov Medium" pitchFamily="2" charset="-78"/>
                  <a:cs typeface="HRSD Gov Medium" pitchFamily="2" charset="-78"/>
                </a:rPr>
                <a:t>عبر تحليل النتائج وتحديد مجالات التحسين الأعلى أثرًا على تجربة المستفيد وكفاءة التشغيل.</a:t>
              </a:r>
              <a:endParaRPr lang="en-GB" sz="1200" dirty="0">
                <a:solidFill>
                  <a:schemeClr val="bg1"/>
                </a:solidFill>
                <a:latin typeface="HRSD Gov Medium" pitchFamily="2" charset="-78"/>
                <a:ea typeface="HRSD Gov Medium" pitchFamily="2" charset="-78"/>
                <a:cs typeface="HRSD Gov Medium" pitchFamily="2" charset="-78"/>
              </a:endParaRPr>
            </a:p>
          </p:txBody>
        </p:sp>
        <p:sp>
          <p:nvSpPr>
            <p:cNvPr id="46" name="AutoShape 59">
              <a:extLst>
                <a:ext uri="{FF2B5EF4-FFF2-40B4-BE49-F238E27FC236}">
                  <a16:creationId xmlns:a16="http://schemas.microsoft.com/office/drawing/2014/main" id="{F7C0B2CB-CA3F-48BB-AEC3-8411EDB18FA5}"/>
                </a:ext>
              </a:extLst>
            </p:cNvPr>
            <p:cNvSpPr>
              <a:spLocks noChangeArrowheads="1"/>
            </p:cNvSpPr>
            <p:nvPr/>
          </p:nvSpPr>
          <p:spPr bwMode="blackWhite">
            <a:xfrm>
              <a:off x="1185195" y="5110298"/>
              <a:ext cx="1886673" cy="1270854"/>
            </a:xfrm>
            <a:prstGeom prst="roundRect">
              <a:avLst>
                <a:gd name="adj" fmla="val 10588"/>
              </a:avLst>
            </a:prstGeom>
            <a:solidFill>
              <a:srgbClr val="7EA3B8"/>
            </a:solidFill>
            <a:ln w="9525" algn="ctr">
              <a:noFill/>
              <a:round/>
              <a:headEnd/>
              <a:tailEnd/>
            </a:ln>
          </p:spPr>
          <p:txBody>
            <a:bodyPr lIns="32652" tIns="32652" rIns="32652" bIns="32652" anchor="ctr"/>
            <a:lstStyle/>
            <a:p>
              <a:pPr algn="ctr">
                <a:spcBef>
                  <a:spcPct val="0"/>
                </a:spcBef>
                <a:spcAft>
                  <a:spcPts val="272"/>
                </a:spcAft>
                <a:buClr>
                  <a:srgbClr val="83AE42"/>
                </a:buClr>
              </a:pPr>
              <a:r>
                <a:rPr lang="ar-SA" sz="1400" b="1" dirty="0">
                  <a:solidFill>
                    <a:schemeClr val="accent1"/>
                  </a:solidFill>
                  <a:latin typeface="HRSD Gov Medium" pitchFamily="2" charset="-78"/>
                  <a:ea typeface="HRSD Gov Medium" pitchFamily="2" charset="-78"/>
                  <a:cs typeface="HRSD Gov Medium" pitchFamily="2" charset="-78"/>
                </a:rPr>
                <a:t>تفعيل التحسين المستمر</a:t>
              </a:r>
              <a:br>
                <a:rPr lang="ar-SA" sz="1200" dirty="0">
                  <a:solidFill>
                    <a:schemeClr val="bg1"/>
                  </a:solidFill>
                  <a:latin typeface="HRSD Gov Medium" pitchFamily="2" charset="-78"/>
                  <a:ea typeface="HRSD Gov Medium" pitchFamily="2" charset="-78"/>
                  <a:cs typeface="HRSD Gov Medium" pitchFamily="2" charset="-78"/>
                </a:rPr>
              </a:br>
              <a:r>
                <a:rPr lang="ar-SA" sz="1200" dirty="0">
                  <a:solidFill>
                    <a:schemeClr val="bg1"/>
                  </a:solidFill>
                  <a:latin typeface="HRSD Gov Medium" pitchFamily="2" charset="-78"/>
                  <a:ea typeface="HRSD Gov Medium" pitchFamily="2" charset="-78"/>
                  <a:cs typeface="HRSD Gov Medium" pitchFamily="2" charset="-78"/>
                </a:rPr>
                <a:t>عبر تحويل النتائج إلى خطط عمل وإجراءات تصحيحية ووقائية ومتابعة تنفيذها ضمن دورات تشغيلية محددة.</a:t>
              </a:r>
              <a:endParaRPr lang="en-GB" sz="1200" dirty="0">
                <a:solidFill>
                  <a:schemeClr val="bg1"/>
                </a:solidFill>
                <a:latin typeface="HRSD Gov Medium" pitchFamily="2" charset="-78"/>
                <a:ea typeface="HRSD Gov Medium" pitchFamily="2" charset="-78"/>
                <a:cs typeface="HRSD Gov Medium" pitchFamily="2" charset="-78"/>
              </a:endParaRPr>
            </a:p>
          </p:txBody>
        </p:sp>
      </p:grpSp>
      <p:sp>
        <p:nvSpPr>
          <p:cNvPr id="19" name="Line 297">
            <a:extLst>
              <a:ext uri="{FF2B5EF4-FFF2-40B4-BE49-F238E27FC236}">
                <a16:creationId xmlns:a16="http://schemas.microsoft.com/office/drawing/2014/main" id="{0E3FA94E-BDFF-846D-8CD6-99DE0EB5FDA7}"/>
              </a:ext>
            </a:extLst>
          </p:cNvPr>
          <p:cNvSpPr>
            <a:spLocks noChangeShapeType="1"/>
          </p:cNvSpPr>
          <p:nvPr/>
        </p:nvSpPr>
        <p:spPr bwMode="auto">
          <a:xfrm flipV="1">
            <a:off x="11051005" y="962418"/>
            <a:ext cx="635417" cy="2101"/>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20" name="Freeform 298">
            <a:extLst>
              <a:ext uri="{FF2B5EF4-FFF2-40B4-BE49-F238E27FC236}">
                <a16:creationId xmlns:a16="http://schemas.microsoft.com/office/drawing/2014/main" id="{EF2A63A9-FEE7-A22E-0C4C-BA04F8337417}"/>
              </a:ext>
            </a:extLst>
          </p:cNvPr>
          <p:cNvSpPr>
            <a:spLocks/>
          </p:cNvSpPr>
          <p:nvPr/>
        </p:nvSpPr>
        <p:spPr bwMode="auto">
          <a:xfrm>
            <a:off x="11034079" y="904149"/>
            <a:ext cx="105056" cy="116540"/>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23" name="Line 297">
            <a:extLst>
              <a:ext uri="{FF2B5EF4-FFF2-40B4-BE49-F238E27FC236}">
                <a16:creationId xmlns:a16="http://schemas.microsoft.com/office/drawing/2014/main" id="{B2C0B953-5041-9BC7-2104-894AA95CA53C}"/>
              </a:ext>
            </a:extLst>
          </p:cNvPr>
          <p:cNvSpPr>
            <a:spLocks noChangeShapeType="1"/>
          </p:cNvSpPr>
          <p:nvPr/>
        </p:nvSpPr>
        <p:spPr bwMode="auto">
          <a:xfrm flipV="1">
            <a:off x="11050433" y="4523257"/>
            <a:ext cx="635417" cy="2101"/>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25" name="Freeform 298">
            <a:extLst>
              <a:ext uri="{FF2B5EF4-FFF2-40B4-BE49-F238E27FC236}">
                <a16:creationId xmlns:a16="http://schemas.microsoft.com/office/drawing/2014/main" id="{AF03CC9C-BD21-388B-0825-A3B8D1D8EDA5}"/>
              </a:ext>
            </a:extLst>
          </p:cNvPr>
          <p:cNvSpPr>
            <a:spLocks/>
          </p:cNvSpPr>
          <p:nvPr/>
        </p:nvSpPr>
        <p:spPr bwMode="auto">
          <a:xfrm>
            <a:off x="11033507" y="4464988"/>
            <a:ext cx="105056" cy="116540"/>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Tree>
    <p:extLst>
      <p:ext uri="{BB962C8B-B14F-4D97-AF65-F5344CB8AC3E}">
        <p14:creationId xmlns:p14="http://schemas.microsoft.com/office/powerpoint/2010/main" val="2972657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BAA52-467A-95EE-7923-C46D1E622B1B}"/>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FABACC3E-804A-80C8-5271-8FA28F394CB9}"/>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8BDA83E6-F919-7439-4A57-FF80B90862DD}"/>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24" name="مجموعة 23">
            <a:extLst>
              <a:ext uri="{FF2B5EF4-FFF2-40B4-BE49-F238E27FC236}">
                <a16:creationId xmlns:a16="http://schemas.microsoft.com/office/drawing/2014/main" id="{4052E206-9D1D-628B-5106-B69A64A0386F}"/>
              </a:ext>
            </a:extLst>
          </p:cNvPr>
          <p:cNvGrpSpPr/>
          <p:nvPr/>
        </p:nvGrpSpPr>
        <p:grpSpPr>
          <a:xfrm>
            <a:off x="1100824" y="490532"/>
            <a:ext cx="10734738" cy="2255885"/>
            <a:chOff x="1100824" y="693732"/>
            <a:chExt cx="10734738" cy="2255885"/>
          </a:xfrm>
        </p:grpSpPr>
        <p:sp>
          <p:nvSpPr>
            <p:cNvPr id="2" name="Text Placeholder 14">
              <a:extLst>
                <a:ext uri="{FF2B5EF4-FFF2-40B4-BE49-F238E27FC236}">
                  <a16:creationId xmlns:a16="http://schemas.microsoft.com/office/drawing/2014/main" id="{49B8962D-E02E-0E91-5E62-406F79E8F60F}"/>
                </a:ext>
              </a:extLst>
            </p:cNvPr>
            <p:cNvSpPr txBox="1">
              <a:spLocks/>
            </p:cNvSpPr>
            <p:nvPr/>
          </p:nvSpPr>
          <p:spPr>
            <a:xfrm>
              <a:off x="1100824" y="1295401"/>
              <a:ext cx="10696750" cy="1654216"/>
            </a:xfrm>
            <a:prstGeom prst="rect">
              <a:avLst/>
            </a:prstGeom>
          </p:spPr>
          <p:txBody>
            <a:bodyPr>
              <a:normAutofit/>
            </a:bodyPr>
            <a:lstStyle>
              <a:lvl1pPr marL="0" indent="0" algn="ctr" defTabSz="914400" rtl="1" eaLnBrk="1" latinLnBrk="0" hangingPunct="1">
                <a:lnSpc>
                  <a:spcPct val="90000"/>
                </a:lnSpc>
                <a:spcBef>
                  <a:spcPts val="1000"/>
                </a:spcBef>
                <a:buFont typeface="Arial" panose="020B0604020202020204" pitchFamily="34" charset="0"/>
                <a:buNone/>
                <a:defRPr sz="1300" b="0" i="0" kern="1200">
                  <a:solidFill>
                    <a:schemeClr val="tx1"/>
                  </a:solidFill>
                  <a:latin typeface="HRSD Gov Medium" pitchFamily="2" charset="-78"/>
                  <a:ea typeface="HRSD Gov Medium" pitchFamily="2" charset="-78"/>
                  <a:cs typeface="HRSD Gov Medium"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ar-SA" sz="1600" b="1" dirty="0"/>
                <a:t>تعتمد منظومة إدارة وتشغيل الفروع الافتراضية على مبادئ إدارة الجودة وفق </a:t>
              </a:r>
              <a:r>
                <a:rPr lang="en-US" sz="1600" b="1" dirty="0"/>
                <a:t>ISO 9001:2015 </a:t>
              </a:r>
              <a:r>
                <a:rPr lang="ar-SA" sz="1600" b="1" dirty="0"/>
                <a:t>بما يضمن اتساق تقديم الخدمة، ورفع كفاءة التشغيل، وتعزيز رضا المستفيد، وتحقيق التحسين المستمر. وتتمثل المبادئ التطبيقية في الآتي:</a:t>
              </a:r>
            </a:p>
          </p:txBody>
        </p:sp>
        <p:sp>
          <p:nvSpPr>
            <p:cNvPr id="14" name="Title 1">
              <a:extLst>
                <a:ext uri="{FF2B5EF4-FFF2-40B4-BE49-F238E27FC236}">
                  <a16:creationId xmlns:a16="http://schemas.microsoft.com/office/drawing/2014/main" id="{FBFAFC20-B6B1-FEF7-846B-49B957A33E1D}"/>
                </a:ext>
              </a:extLst>
            </p:cNvPr>
            <p:cNvSpPr txBox="1">
              <a:spLocks/>
            </p:cNvSpPr>
            <p:nvPr/>
          </p:nvSpPr>
          <p:spPr>
            <a:xfrm>
              <a:off x="6501008" y="693732"/>
              <a:ext cx="5334554" cy="501183"/>
            </a:xfrm>
            <a:prstGeom prst="rect">
              <a:avLst/>
            </a:prstGeom>
          </p:spPr>
          <p:txBody>
            <a:bodyPr>
              <a:normAutofit fontScale="62500" lnSpcReduction="2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3300" b="0" i="0" u="none" strike="noStrike" kern="1200" cap="none" spc="0" normalizeH="0" baseline="0" noProof="0" dirty="0">
                  <a:ln>
                    <a:noFill/>
                  </a:ln>
                  <a:solidFill>
                    <a:srgbClr val="0F3144"/>
                  </a:solidFill>
                  <a:effectLst/>
                  <a:uLnTx/>
                  <a:uFillTx/>
                  <a:cs typeface="HRSD Gov Title Bold" pitchFamily="2" charset="-78"/>
                </a:rPr>
                <a:t>مبادئ منظومة إدارة الجودة </a:t>
              </a:r>
              <a:r>
                <a:rPr kumimoji="0" lang="en-US" sz="3300" b="0" i="0" u="none" strike="noStrike" kern="1200" cap="none" spc="0" normalizeH="0" baseline="0" noProof="0" dirty="0">
                  <a:ln>
                    <a:noFill/>
                  </a:ln>
                  <a:solidFill>
                    <a:srgbClr val="0F3144"/>
                  </a:solidFill>
                  <a:effectLst/>
                  <a:uLnTx/>
                  <a:uFillTx/>
                  <a:cs typeface="HRSD Gov Title Bold" pitchFamily="2" charset="-78"/>
                </a:rPr>
                <a:t>ISO 9001 </a:t>
              </a:r>
              <a:r>
                <a:rPr kumimoji="0" lang="ar-SA" sz="3300" b="0" i="0" u="none" strike="noStrike" kern="1200" cap="none" spc="0" normalizeH="0" baseline="0" noProof="0" dirty="0">
                  <a:ln>
                    <a:noFill/>
                  </a:ln>
                  <a:solidFill>
                    <a:srgbClr val="0F3144"/>
                  </a:solidFill>
                  <a:effectLst/>
                  <a:uLnTx/>
                  <a:uFillTx/>
                  <a:cs typeface="HRSD Gov Title Bold" pitchFamily="2" charset="-78"/>
                </a:rPr>
                <a:t>للفروع الافتراضية</a:t>
              </a:r>
              <a:endParaRPr kumimoji="0" lang="en-SA" sz="3300" b="0" i="0" u="none" strike="noStrike" kern="1200" cap="none" spc="0" normalizeH="0" baseline="0" noProof="0" dirty="0">
                <a:ln>
                  <a:noFill/>
                </a:ln>
                <a:solidFill>
                  <a:srgbClr val="0F3144"/>
                </a:solidFill>
                <a:effectLst/>
                <a:uLnTx/>
                <a:uFillTx/>
                <a:cs typeface="HRSD Gov Title Bold" pitchFamily="2" charset="-78"/>
              </a:endParaRPr>
            </a:p>
          </p:txBody>
        </p:sp>
      </p:grpSp>
      <p:grpSp>
        <p:nvGrpSpPr>
          <p:cNvPr id="66" name="مجموعة 65">
            <a:extLst>
              <a:ext uri="{FF2B5EF4-FFF2-40B4-BE49-F238E27FC236}">
                <a16:creationId xmlns:a16="http://schemas.microsoft.com/office/drawing/2014/main" id="{ECB46669-D38B-3D40-696D-9A4525895A01}"/>
              </a:ext>
            </a:extLst>
          </p:cNvPr>
          <p:cNvGrpSpPr/>
          <p:nvPr/>
        </p:nvGrpSpPr>
        <p:grpSpPr>
          <a:xfrm>
            <a:off x="4008534" y="1616527"/>
            <a:ext cx="4881330" cy="4837712"/>
            <a:chOff x="3739524" y="1608365"/>
            <a:chExt cx="4881330" cy="4837712"/>
          </a:xfrm>
        </p:grpSpPr>
        <p:grpSp>
          <p:nvGrpSpPr>
            <p:cNvPr id="58" name="مجموعة 57">
              <a:extLst>
                <a:ext uri="{FF2B5EF4-FFF2-40B4-BE49-F238E27FC236}">
                  <a16:creationId xmlns:a16="http://schemas.microsoft.com/office/drawing/2014/main" id="{00BE2E00-BACA-7189-45E5-7D05E24BF56B}"/>
                </a:ext>
              </a:extLst>
            </p:cNvPr>
            <p:cNvGrpSpPr/>
            <p:nvPr/>
          </p:nvGrpSpPr>
          <p:grpSpPr>
            <a:xfrm>
              <a:off x="3739524" y="1608365"/>
              <a:ext cx="4881330" cy="4837712"/>
              <a:chOff x="3739524" y="1608365"/>
              <a:chExt cx="4881330" cy="4837712"/>
            </a:xfrm>
          </p:grpSpPr>
          <p:grpSp>
            <p:nvGrpSpPr>
              <p:cNvPr id="51" name="مجموعة 50">
                <a:extLst>
                  <a:ext uri="{FF2B5EF4-FFF2-40B4-BE49-F238E27FC236}">
                    <a16:creationId xmlns:a16="http://schemas.microsoft.com/office/drawing/2014/main" id="{C9063EA7-EB0F-3DF1-2883-E5F487EF091B}"/>
                  </a:ext>
                </a:extLst>
              </p:cNvPr>
              <p:cNvGrpSpPr/>
              <p:nvPr/>
            </p:nvGrpSpPr>
            <p:grpSpPr>
              <a:xfrm>
                <a:off x="3739524" y="1608365"/>
                <a:ext cx="4881330" cy="4837712"/>
                <a:chOff x="3739524" y="1608365"/>
                <a:chExt cx="4881330" cy="4837712"/>
              </a:xfrm>
            </p:grpSpPr>
            <p:grpSp>
              <p:nvGrpSpPr>
                <p:cNvPr id="3" name="Group 1">
                  <a:extLst>
                    <a:ext uri="{FF2B5EF4-FFF2-40B4-BE49-F238E27FC236}">
                      <a16:creationId xmlns:a16="http://schemas.microsoft.com/office/drawing/2014/main" id="{AA5E71C9-6A4D-A7B0-6207-1247D307ECE2}"/>
                    </a:ext>
                  </a:extLst>
                </p:cNvPr>
                <p:cNvGrpSpPr/>
                <p:nvPr/>
              </p:nvGrpSpPr>
              <p:grpSpPr>
                <a:xfrm>
                  <a:off x="3739524" y="1608365"/>
                  <a:ext cx="4881330" cy="4837712"/>
                  <a:chOff x="2652560" y="1579931"/>
                  <a:chExt cx="5381892" cy="5333801"/>
                </a:xfrm>
              </p:grpSpPr>
              <p:grpSp>
                <p:nvGrpSpPr>
                  <p:cNvPr id="10" name="Group 2">
                    <a:extLst>
                      <a:ext uri="{FF2B5EF4-FFF2-40B4-BE49-F238E27FC236}">
                        <a16:creationId xmlns:a16="http://schemas.microsoft.com/office/drawing/2014/main" id="{8CF8C8D5-D1EA-A91F-1A19-1FA05BABEBBE}"/>
                      </a:ext>
                    </a:extLst>
                  </p:cNvPr>
                  <p:cNvGrpSpPr/>
                  <p:nvPr/>
                </p:nvGrpSpPr>
                <p:grpSpPr>
                  <a:xfrm>
                    <a:off x="2652560" y="1579931"/>
                    <a:ext cx="5381892" cy="5333801"/>
                    <a:chOff x="234637" y="124515"/>
                    <a:chExt cx="9897899" cy="9809455"/>
                  </a:xfrm>
                </p:grpSpPr>
                <p:sp>
                  <p:nvSpPr>
                    <p:cNvPr id="29" name="Regular Pentagon 20">
                      <a:extLst>
                        <a:ext uri="{FF2B5EF4-FFF2-40B4-BE49-F238E27FC236}">
                          <a16:creationId xmlns:a16="http://schemas.microsoft.com/office/drawing/2014/main" id="{A21B296B-6AFA-33BC-3DF1-CF0DA9798DDE}"/>
                        </a:ext>
                      </a:extLst>
                    </p:cNvPr>
                    <p:cNvSpPr/>
                    <p:nvPr/>
                  </p:nvSpPr>
                  <p:spPr bwMode="ltGray">
                    <a:xfrm rot="10800000">
                      <a:off x="3570264" y="124515"/>
                      <a:ext cx="3246856" cy="4902030"/>
                    </a:xfrm>
                    <a:custGeom>
                      <a:avLst/>
                      <a:gdLst>
                        <a:gd name="connsiteX0" fmla="*/ 3 w 3246861"/>
                        <a:gd name="connsiteY0" fmla="*/ 768964 h 2013178"/>
                        <a:gd name="connsiteX1" fmla="*/ 1623431 w 3246861"/>
                        <a:gd name="connsiteY1" fmla="*/ 0 h 2013178"/>
                        <a:gd name="connsiteX2" fmla="*/ 3246858 w 3246861"/>
                        <a:gd name="connsiteY2" fmla="*/ 768964 h 2013178"/>
                        <a:gd name="connsiteX3" fmla="*/ 2626764 w 3246861"/>
                        <a:gd name="connsiteY3" fmla="*/ 2013173 h 2013178"/>
                        <a:gd name="connsiteX4" fmla="*/ 620097 w 3246861"/>
                        <a:gd name="connsiteY4" fmla="*/ 2013173 h 2013178"/>
                        <a:gd name="connsiteX5" fmla="*/ 3 w 3246861"/>
                        <a:gd name="connsiteY5" fmla="*/ 768964 h 2013178"/>
                        <a:gd name="connsiteX0" fmla="*/ 0 w 3246855"/>
                        <a:gd name="connsiteY0" fmla="*/ 768964 h 2013173"/>
                        <a:gd name="connsiteX1" fmla="*/ 1623428 w 3246855"/>
                        <a:gd name="connsiteY1" fmla="*/ 0 h 2013173"/>
                        <a:gd name="connsiteX2" fmla="*/ 3246855 w 3246855"/>
                        <a:gd name="connsiteY2" fmla="*/ 768964 h 2013173"/>
                        <a:gd name="connsiteX3" fmla="*/ 2756234 w 3246855"/>
                        <a:gd name="connsiteY3" fmla="*/ 2013173 h 2013173"/>
                        <a:gd name="connsiteX4" fmla="*/ 620094 w 3246855"/>
                        <a:gd name="connsiteY4" fmla="*/ 2013173 h 2013173"/>
                        <a:gd name="connsiteX5" fmla="*/ 0 w 3246855"/>
                        <a:gd name="connsiteY5" fmla="*/ 768964 h 2013173"/>
                        <a:gd name="connsiteX0" fmla="*/ 0 w 3246855"/>
                        <a:gd name="connsiteY0" fmla="*/ 768964 h 2021265"/>
                        <a:gd name="connsiteX1" fmla="*/ 1623428 w 3246855"/>
                        <a:gd name="connsiteY1" fmla="*/ 0 h 2021265"/>
                        <a:gd name="connsiteX2" fmla="*/ 3246855 w 3246855"/>
                        <a:gd name="connsiteY2" fmla="*/ 768964 h 2021265"/>
                        <a:gd name="connsiteX3" fmla="*/ 2756234 w 3246855"/>
                        <a:gd name="connsiteY3" fmla="*/ 2013173 h 2021265"/>
                        <a:gd name="connsiteX4" fmla="*/ 474437 w 3246855"/>
                        <a:gd name="connsiteY4" fmla="*/ 2021265 h 2021265"/>
                        <a:gd name="connsiteX5" fmla="*/ 0 w 3246855"/>
                        <a:gd name="connsiteY5" fmla="*/ 768964 h 2021265"/>
                        <a:gd name="connsiteX0" fmla="*/ 0 w 3246855"/>
                        <a:gd name="connsiteY0" fmla="*/ 3649729 h 4902030"/>
                        <a:gd name="connsiteX1" fmla="*/ 1631520 w 3246855"/>
                        <a:gd name="connsiteY1" fmla="*/ 0 h 4902030"/>
                        <a:gd name="connsiteX2" fmla="*/ 3246855 w 3246855"/>
                        <a:gd name="connsiteY2" fmla="*/ 3649729 h 4902030"/>
                        <a:gd name="connsiteX3" fmla="*/ 2756234 w 3246855"/>
                        <a:gd name="connsiteY3" fmla="*/ 4893938 h 4902030"/>
                        <a:gd name="connsiteX4" fmla="*/ 474437 w 3246855"/>
                        <a:gd name="connsiteY4" fmla="*/ 4902030 h 4902030"/>
                        <a:gd name="connsiteX5" fmla="*/ 0 w 3246855"/>
                        <a:gd name="connsiteY5" fmla="*/ 3649729 h 4902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46855" h="4902030">
                          <a:moveTo>
                            <a:pt x="0" y="3649729"/>
                          </a:moveTo>
                          <a:lnTo>
                            <a:pt x="1631520" y="0"/>
                          </a:lnTo>
                          <a:lnTo>
                            <a:pt x="3246855" y="3649729"/>
                          </a:lnTo>
                          <a:lnTo>
                            <a:pt x="2756234" y="4893938"/>
                          </a:lnTo>
                          <a:lnTo>
                            <a:pt x="474437" y="4902030"/>
                          </a:lnTo>
                          <a:lnTo>
                            <a:pt x="0" y="3649729"/>
                          </a:lnTo>
                          <a:close/>
                        </a:path>
                      </a:pathLst>
                    </a:custGeom>
                    <a:solidFill>
                      <a:schemeClr val="tx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33" dirty="0" err="1">
                        <a:solidFill>
                          <a:schemeClr val="bg1"/>
                        </a:solidFill>
                        <a:latin typeface="Georgia" pitchFamily="18" charset="0"/>
                      </a:endParaRPr>
                    </a:p>
                  </p:txBody>
                </p:sp>
                <p:sp>
                  <p:nvSpPr>
                    <p:cNvPr id="31" name="Regular Pentagon 20">
                      <a:extLst>
                        <a:ext uri="{FF2B5EF4-FFF2-40B4-BE49-F238E27FC236}">
                          <a16:creationId xmlns:a16="http://schemas.microsoft.com/office/drawing/2014/main" id="{A697CF68-D81F-F9D3-BA77-77D617ECF5A9}"/>
                        </a:ext>
                      </a:extLst>
                    </p:cNvPr>
                    <p:cNvSpPr/>
                    <p:nvPr/>
                  </p:nvSpPr>
                  <p:spPr bwMode="ltGray">
                    <a:xfrm rot="7682181">
                      <a:off x="1541466" y="1166153"/>
                      <a:ext cx="3246856" cy="4902030"/>
                    </a:xfrm>
                    <a:custGeom>
                      <a:avLst/>
                      <a:gdLst>
                        <a:gd name="connsiteX0" fmla="*/ 3 w 3246861"/>
                        <a:gd name="connsiteY0" fmla="*/ 768964 h 2013178"/>
                        <a:gd name="connsiteX1" fmla="*/ 1623431 w 3246861"/>
                        <a:gd name="connsiteY1" fmla="*/ 0 h 2013178"/>
                        <a:gd name="connsiteX2" fmla="*/ 3246858 w 3246861"/>
                        <a:gd name="connsiteY2" fmla="*/ 768964 h 2013178"/>
                        <a:gd name="connsiteX3" fmla="*/ 2626764 w 3246861"/>
                        <a:gd name="connsiteY3" fmla="*/ 2013173 h 2013178"/>
                        <a:gd name="connsiteX4" fmla="*/ 620097 w 3246861"/>
                        <a:gd name="connsiteY4" fmla="*/ 2013173 h 2013178"/>
                        <a:gd name="connsiteX5" fmla="*/ 3 w 3246861"/>
                        <a:gd name="connsiteY5" fmla="*/ 768964 h 2013178"/>
                        <a:gd name="connsiteX0" fmla="*/ 0 w 3246855"/>
                        <a:gd name="connsiteY0" fmla="*/ 768964 h 2013173"/>
                        <a:gd name="connsiteX1" fmla="*/ 1623428 w 3246855"/>
                        <a:gd name="connsiteY1" fmla="*/ 0 h 2013173"/>
                        <a:gd name="connsiteX2" fmla="*/ 3246855 w 3246855"/>
                        <a:gd name="connsiteY2" fmla="*/ 768964 h 2013173"/>
                        <a:gd name="connsiteX3" fmla="*/ 2756234 w 3246855"/>
                        <a:gd name="connsiteY3" fmla="*/ 2013173 h 2013173"/>
                        <a:gd name="connsiteX4" fmla="*/ 620094 w 3246855"/>
                        <a:gd name="connsiteY4" fmla="*/ 2013173 h 2013173"/>
                        <a:gd name="connsiteX5" fmla="*/ 0 w 3246855"/>
                        <a:gd name="connsiteY5" fmla="*/ 768964 h 2013173"/>
                        <a:gd name="connsiteX0" fmla="*/ 0 w 3246855"/>
                        <a:gd name="connsiteY0" fmla="*/ 768964 h 2021265"/>
                        <a:gd name="connsiteX1" fmla="*/ 1623428 w 3246855"/>
                        <a:gd name="connsiteY1" fmla="*/ 0 h 2021265"/>
                        <a:gd name="connsiteX2" fmla="*/ 3246855 w 3246855"/>
                        <a:gd name="connsiteY2" fmla="*/ 768964 h 2021265"/>
                        <a:gd name="connsiteX3" fmla="*/ 2756234 w 3246855"/>
                        <a:gd name="connsiteY3" fmla="*/ 2013173 h 2021265"/>
                        <a:gd name="connsiteX4" fmla="*/ 474437 w 3246855"/>
                        <a:gd name="connsiteY4" fmla="*/ 2021265 h 2021265"/>
                        <a:gd name="connsiteX5" fmla="*/ 0 w 3246855"/>
                        <a:gd name="connsiteY5" fmla="*/ 768964 h 2021265"/>
                        <a:gd name="connsiteX0" fmla="*/ 0 w 3246855"/>
                        <a:gd name="connsiteY0" fmla="*/ 3649729 h 4902030"/>
                        <a:gd name="connsiteX1" fmla="*/ 1631520 w 3246855"/>
                        <a:gd name="connsiteY1" fmla="*/ 0 h 4902030"/>
                        <a:gd name="connsiteX2" fmla="*/ 3246855 w 3246855"/>
                        <a:gd name="connsiteY2" fmla="*/ 3649729 h 4902030"/>
                        <a:gd name="connsiteX3" fmla="*/ 2756234 w 3246855"/>
                        <a:gd name="connsiteY3" fmla="*/ 4893938 h 4902030"/>
                        <a:gd name="connsiteX4" fmla="*/ 474437 w 3246855"/>
                        <a:gd name="connsiteY4" fmla="*/ 4902030 h 4902030"/>
                        <a:gd name="connsiteX5" fmla="*/ 0 w 3246855"/>
                        <a:gd name="connsiteY5" fmla="*/ 3649729 h 4902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46855" h="4902030">
                          <a:moveTo>
                            <a:pt x="0" y="3649729"/>
                          </a:moveTo>
                          <a:lnTo>
                            <a:pt x="1631520" y="0"/>
                          </a:lnTo>
                          <a:lnTo>
                            <a:pt x="3246855" y="3649729"/>
                          </a:lnTo>
                          <a:lnTo>
                            <a:pt x="2756234" y="4893938"/>
                          </a:lnTo>
                          <a:lnTo>
                            <a:pt x="474437" y="4902030"/>
                          </a:lnTo>
                          <a:lnTo>
                            <a:pt x="0" y="3649729"/>
                          </a:lnTo>
                          <a:close/>
                        </a:path>
                      </a:pathLst>
                    </a:cu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33" dirty="0" err="1">
                        <a:solidFill>
                          <a:schemeClr val="bg1"/>
                        </a:solidFill>
                        <a:latin typeface="Georgia" pitchFamily="18" charset="0"/>
                      </a:endParaRPr>
                    </a:p>
                  </p:txBody>
                </p:sp>
                <p:sp>
                  <p:nvSpPr>
                    <p:cNvPr id="32" name="Regular Pentagon 20">
                      <a:extLst>
                        <a:ext uri="{FF2B5EF4-FFF2-40B4-BE49-F238E27FC236}">
                          <a16:creationId xmlns:a16="http://schemas.microsoft.com/office/drawing/2014/main" id="{9439A2BE-F5A6-4682-ACC2-E6E777324853}"/>
                        </a:ext>
                      </a:extLst>
                    </p:cNvPr>
                    <p:cNvSpPr/>
                    <p:nvPr/>
                  </p:nvSpPr>
                  <p:spPr bwMode="ltGray">
                    <a:xfrm rot="4585039">
                      <a:off x="1062224" y="3313308"/>
                      <a:ext cx="3246856" cy="4902030"/>
                    </a:xfrm>
                    <a:custGeom>
                      <a:avLst/>
                      <a:gdLst>
                        <a:gd name="connsiteX0" fmla="*/ 3 w 3246861"/>
                        <a:gd name="connsiteY0" fmla="*/ 768964 h 2013178"/>
                        <a:gd name="connsiteX1" fmla="*/ 1623431 w 3246861"/>
                        <a:gd name="connsiteY1" fmla="*/ 0 h 2013178"/>
                        <a:gd name="connsiteX2" fmla="*/ 3246858 w 3246861"/>
                        <a:gd name="connsiteY2" fmla="*/ 768964 h 2013178"/>
                        <a:gd name="connsiteX3" fmla="*/ 2626764 w 3246861"/>
                        <a:gd name="connsiteY3" fmla="*/ 2013173 h 2013178"/>
                        <a:gd name="connsiteX4" fmla="*/ 620097 w 3246861"/>
                        <a:gd name="connsiteY4" fmla="*/ 2013173 h 2013178"/>
                        <a:gd name="connsiteX5" fmla="*/ 3 w 3246861"/>
                        <a:gd name="connsiteY5" fmla="*/ 768964 h 2013178"/>
                        <a:gd name="connsiteX0" fmla="*/ 0 w 3246855"/>
                        <a:gd name="connsiteY0" fmla="*/ 768964 h 2013173"/>
                        <a:gd name="connsiteX1" fmla="*/ 1623428 w 3246855"/>
                        <a:gd name="connsiteY1" fmla="*/ 0 h 2013173"/>
                        <a:gd name="connsiteX2" fmla="*/ 3246855 w 3246855"/>
                        <a:gd name="connsiteY2" fmla="*/ 768964 h 2013173"/>
                        <a:gd name="connsiteX3" fmla="*/ 2756234 w 3246855"/>
                        <a:gd name="connsiteY3" fmla="*/ 2013173 h 2013173"/>
                        <a:gd name="connsiteX4" fmla="*/ 620094 w 3246855"/>
                        <a:gd name="connsiteY4" fmla="*/ 2013173 h 2013173"/>
                        <a:gd name="connsiteX5" fmla="*/ 0 w 3246855"/>
                        <a:gd name="connsiteY5" fmla="*/ 768964 h 2013173"/>
                        <a:gd name="connsiteX0" fmla="*/ 0 w 3246855"/>
                        <a:gd name="connsiteY0" fmla="*/ 768964 h 2021265"/>
                        <a:gd name="connsiteX1" fmla="*/ 1623428 w 3246855"/>
                        <a:gd name="connsiteY1" fmla="*/ 0 h 2021265"/>
                        <a:gd name="connsiteX2" fmla="*/ 3246855 w 3246855"/>
                        <a:gd name="connsiteY2" fmla="*/ 768964 h 2021265"/>
                        <a:gd name="connsiteX3" fmla="*/ 2756234 w 3246855"/>
                        <a:gd name="connsiteY3" fmla="*/ 2013173 h 2021265"/>
                        <a:gd name="connsiteX4" fmla="*/ 474437 w 3246855"/>
                        <a:gd name="connsiteY4" fmla="*/ 2021265 h 2021265"/>
                        <a:gd name="connsiteX5" fmla="*/ 0 w 3246855"/>
                        <a:gd name="connsiteY5" fmla="*/ 768964 h 2021265"/>
                        <a:gd name="connsiteX0" fmla="*/ 0 w 3246855"/>
                        <a:gd name="connsiteY0" fmla="*/ 3649729 h 4902030"/>
                        <a:gd name="connsiteX1" fmla="*/ 1631520 w 3246855"/>
                        <a:gd name="connsiteY1" fmla="*/ 0 h 4902030"/>
                        <a:gd name="connsiteX2" fmla="*/ 3246855 w 3246855"/>
                        <a:gd name="connsiteY2" fmla="*/ 3649729 h 4902030"/>
                        <a:gd name="connsiteX3" fmla="*/ 2756234 w 3246855"/>
                        <a:gd name="connsiteY3" fmla="*/ 4893938 h 4902030"/>
                        <a:gd name="connsiteX4" fmla="*/ 474437 w 3246855"/>
                        <a:gd name="connsiteY4" fmla="*/ 4902030 h 4902030"/>
                        <a:gd name="connsiteX5" fmla="*/ 0 w 3246855"/>
                        <a:gd name="connsiteY5" fmla="*/ 3649729 h 4902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46855" h="4902030">
                          <a:moveTo>
                            <a:pt x="0" y="3649729"/>
                          </a:moveTo>
                          <a:lnTo>
                            <a:pt x="1631520" y="0"/>
                          </a:lnTo>
                          <a:lnTo>
                            <a:pt x="3246855" y="3649729"/>
                          </a:lnTo>
                          <a:lnTo>
                            <a:pt x="2756234" y="4893938"/>
                          </a:lnTo>
                          <a:lnTo>
                            <a:pt x="474437" y="4902030"/>
                          </a:lnTo>
                          <a:lnTo>
                            <a:pt x="0" y="3649729"/>
                          </a:lnTo>
                          <a:close/>
                        </a:path>
                      </a:pathLst>
                    </a:custGeom>
                    <a:solidFill>
                      <a:srgbClr val="334E5D"/>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33" dirty="0" err="1">
                        <a:solidFill>
                          <a:schemeClr val="bg1"/>
                        </a:solidFill>
                        <a:latin typeface="Georgia" pitchFamily="18" charset="0"/>
                      </a:endParaRPr>
                    </a:p>
                  </p:txBody>
                </p:sp>
                <p:sp>
                  <p:nvSpPr>
                    <p:cNvPr id="33" name="Regular Pentagon 20">
                      <a:extLst>
                        <a:ext uri="{FF2B5EF4-FFF2-40B4-BE49-F238E27FC236}">
                          <a16:creationId xmlns:a16="http://schemas.microsoft.com/office/drawing/2014/main" id="{318C049E-F272-095C-13E1-43A065B825B4}"/>
                        </a:ext>
                      </a:extLst>
                    </p:cNvPr>
                    <p:cNvSpPr/>
                    <p:nvPr/>
                  </p:nvSpPr>
                  <p:spPr bwMode="ltGray">
                    <a:xfrm rot="1500156">
                      <a:off x="2449335" y="5031940"/>
                      <a:ext cx="3246856" cy="4902030"/>
                    </a:xfrm>
                    <a:custGeom>
                      <a:avLst/>
                      <a:gdLst>
                        <a:gd name="connsiteX0" fmla="*/ 3 w 3246861"/>
                        <a:gd name="connsiteY0" fmla="*/ 768964 h 2013178"/>
                        <a:gd name="connsiteX1" fmla="*/ 1623431 w 3246861"/>
                        <a:gd name="connsiteY1" fmla="*/ 0 h 2013178"/>
                        <a:gd name="connsiteX2" fmla="*/ 3246858 w 3246861"/>
                        <a:gd name="connsiteY2" fmla="*/ 768964 h 2013178"/>
                        <a:gd name="connsiteX3" fmla="*/ 2626764 w 3246861"/>
                        <a:gd name="connsiteY3" fmla="*/ 2013173 h 2013178"/>
                        <a:gd name="connsiteX4" fmla="*/ 620097 w 3246861"/>
                        <a:gd name="connsiteY4" fmla="*/ 2013173 h 2013178"/>
                        <a:gd name="connsiteX5" fmla="*/ 3 w 3246861"/>
                        <a:gd name="connsiteY5" fmla="*/ 768964 h 2013178"/>
                        <a:gd name="connsiteX0" fmla="*/ 0 w 3246855"/>
                        <a:gd name="connsiteY0" fmla="*/ 768964 h 2013173"/>
                        <a:gd name="connsiteX1" fmla="*/ 1623428 w 3246855"/>
                        <a:gd name="connsiteY1" fmla="*/ 0 h 2013173"/>
                        <a:gd name="connsiteX2" fmla="*/ 3246855 w 3246855"/>
                        <a:gd name="connsiteY2" fmla="*/ 768964 h 2013173"/>
                        <a:gd name="connsiteX3" fmla="*/ 2756234 w 3246855"/>
                        <a:gd name="connsiteY3" fmla="*/ 2013173 h 2013173"/>
                        <a:gd name="connsiteX4" fmla="*/ 620094 w 3246855"/>
                        <a:gd name="connsiteY4" fmla="*/ 2013173 h 2013173"/>
                        <a:gd name="connsiteX5" fmla="*/ 0 w 3246855"/>
                        <a:gd name="connsiteY5" fmla="*/ 768964 h 2013173"/>
                        <a:gd name="connsiteX0" fmla="*/ 0 w 3246855"/>
                        <a:gd name="connsiteY0" fmla="*/ 768964 h 2021265"/>
                        <a:gd name="connsiteX1" fmla="*/ 1623428 w 3246855"/>
                        <a:gd name="connsiteY1" fmla="*/ 0 h 2021265"/>
                        <a:gd name="connsiteX2" fmla="*/ 3246855 w 3246855"/>
                        <a:gd name="connsiteY2" fmla="*/ 768964 h 2021265"/>
                        <a:gd name="connsiteX3" fmla="*/ 2756234 w 3246855"/>
                        <a:gd name="connsiteY3" fmla="*/ 2013173 h 2021265"/>
                        <a:gd name="connsiteX4" fmla="*/ 474437 w 3246855"/>
                        <a:gd name="connsiteY4" fmla="*/ 2021265 h 2021265"/>
                        <a:gd name="connsiteX5" fmla="*/ 0 w 3246855"/>
                        <a:gd name="connsiteY5" fmla="*/ 768964 h 2021265"/>
                        <a:gd name="connsiteX0" fmla="*/ 0 w 3246855"/>
                        <a:gd name="connsiteY0" fmla="*/ 3649729 h 4902030"/>
                        <a:gd name="connsiteX1" fmla="*/ 1631520 w 3246855"/>
                        <a:gd name="connsiteY1" fmla="*/ 0 h 4902030"/>
                        <a:gd name="connsiteX2" fmla="*/ 3246855 w 3246855"/>
                        <a:gd name="connsiteY2" fmla="*/ 3649729 h 4902030"/>
                        <a:gd name="connsiteX3" fmla="*/ 2756234 w 3246855"/>
                        <a:gd name="connsiteY3" fmla="*/ 4893938 h 4902030"/>
                        <a:gd name="connsiteX4" fmla="*/ 474437 w 3246855"/>
                        <a:gd name="connsiteY4" fmla="*/ 4902030 h 4902030"/>
                        <a:gd name="connsiteX5" fmla="*/ 0 w 3246855"/>
                        <a:gd name="connsiteY5" fmla="*/ 3649729 h 4902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46855" h="4902030">
                          <a:moveTo>
                            <a:pt x="0" y="3649729"/>
                          </a:moveTo>
                          <a:lnTo>
                            <a:pt x="1631520" y="0"/>
                          </a:lnTo>
                          <a:lnTo>
                            <a:pt x="3246855" y="3649729"/>
                          </a:lnTo>
                          <a:lnTo>
                            <a:pt x="2756234" y="4893938"/>
                          </a:lnTo>
                          <a:lnTo>
                            <a:pt x="474437" y="4902030"/>
                          </a:lnTo>
                          <a:lnTo>
                            <a:pt x="0" y="3649729"/>
                          </a:lnTo>
                          <a:close/>
                        </a:path>
                      </a:pathLst>
                    </a:cu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33" dirty="0" err="1">
                        <a:solidFill>
                          <a:schemeClr val="bg1"/>
                        </a:solidFill>
                        <a:latin typeface="Georgia" pitchFamily="18" charset="0"/>
                      </a:endParaRPr>
                    </a:p>
                  </p:txBody>
                </p:sp>
                <p:sp>
                  <p:nvSpPr>
                    <p:cNvPr id="34" name="Regular Pentagon 20">
                      <a:extLst>
                        <a:ext uri="{FF2B5EF4-FFF2-40B4-BE49-F238E27FC236}">
                          <a16:creationId xmlns:a16="http://schemas.microsoft.com/office/drawing/2014/main" id="{BFD7BB28-690F-D126-528B-2C2096025D4B}"/>
                        </a:ext>
                      </a:extLst>
                    </p:cNvPr>
                    <p:cNvSpPr/>
                    <p:nvPr/>
                  </p:nvSpPr>
                  <p:spPr bwMode="ltGray">
                    <a:xfrm rot="20099844" flipH="1">
                      <a:off x="4695662" y="5031940"/>
                      <a:ext cx="3246856" cy="4902030"/>
                    </a:xfrm>
                    <a:custGeom>
                      <a:avLst/>
                      <a:gdLst>
                        <a:gd name="connsiteX0" fmla="*/ 3 w 3246861"/>
                        <a:gd name="connsiteY0" fmla="*/ 768964 h 2013178"/>
                        <a:gd name="connsiteX1" fmla="*/ 1623431 w 3246861"/>
                        <a:gd name="connsiteY1" fmla="*/ 0 h 2013178"/>
                        <a:gd name="connsiteX2" fmla="*/ 3246858 w 3246861"/>
                        <a:gd name="connsiteY2" fmla="*/ 768964 h 2013178"/>
                        <a:gd name="connsiteX3" fmla="*/ 2626764 w 3246861"/>
                        <a:gd name="connsiteY3" fmla="*/ 2013173 h 2013178"/>
                        <a:gd name="connsiteX4" fmla="*/ 620097 w 3246861"/>
                        <a:gd name="connsiteY4" fmla="*/ 2013173 h 2013178"/>
                        <a:gd name="connsiteX5" fmla="*/ 3 w 3246861"/>
                        <a:gd name="connsiteY5" fmla="*/ 768964 h 2013178"/>
                        <a:gd name="connsiteX0" fmla="*/ 0 w 3246855"/>
                        <a:gd name="connsiteY0" fmla="*/ 768964 h 2013173"/>
                        <a:gd name="connsiteX1" fmla="*/ 1623428 w 3246855"/>
                        <a:gd name="connsiteY1" fmla="*/ 0 h 2013173"/>
                        <a:gd name="connsiteX2" fmla="*/ 3246855 w 3246855"/>
                        <a:gd name="connsiteY2" fmla="*/ 768964 h 2013173"/>
                        <a:gd name="connsiteX3" fmla="*/ 2756234 w 3246855"/>
                        <a:gd name="connsiteY3" fmla="*/ 2013173 h 2013173"/>
                        <a:gd name="connsiteX4" fmla="*/ 620094 w 3246855"/>
                        <a:gd name="connsiteY4" fmla="*/ 2013173 h 2013173"/>
                        <a:gd name="connsiteX5" fmla="*/ 0 w 3246855"/>
                        <a:gd name="connsiteY5" fmla="*/ 768964 h 2013173"/>
                        <a:gd name="connsiteX0" fmla="*/ 0 w 3246855"/>
                        <a:gd name="connsiteY0" fmla="*/ 768964 h 2021265"/>
                        <a:gd name="connsiteX1" fmla="*/ 1623428 w 3246855"/>
                        <a:gd name="connsiteY1" fmla="*/ 0 h 2021265"/>
                        <a:gd name="connsiteX2" fmla="*/ 3246855 w 3246855"/>
                        <a:gd name="connsiteY2" fmla="*/ 768964 h 2021265"/>
                        <a:gd name="connsiteX3" fmla="*/ 2756234 w 3246855"/>
                        <a:gd name="connsiteY3" fmla="*/ 2013173 h 2021265"/>
                        <a:gd name="connsiteX4" fmla="*/ 474437 w 3246855"/>
                        <a:gd name="connsiteY4" fmla="*/ 2021265 h 2021265"/>
                        <a:gd name="connsiteX5" fmla="*/ 0 w 3246855"/>
                        <a:gd name="connsiteY5" fmla="*/ 768964 h 2021265"/>
                        <a:gd name="connsiteX0" fmla="*/ 0 w 3246855"/>
                        <a:gd name="connsiteY0" fmla="*/ 3649729 h 4902030"/>
                        <a:gd name="connsiteX1" fmla="*/ 1631520 w 3246855"/>
                        <a:gd name="connsiteY1" fmla="*/ 0 h 4902030"/>
                        <a:gd name="connsiteX2" fmla="*/ 3246855 w 3246855"/>
                        <a:gd name="connsiteY2" fmla="*/ 3649729 h 4902030"/>
                        <a:gd name="connsiteX3" fmla="*/ 2756234 w 3246855"/>
                        <a:gd name="connsiteY3" fmla="*/ 4893938 h 4902030"/>
                        <a:gd name="connsiteX4" fmla="*/ 474437 w 3246855"/>
                        <a:gd name="connsiteY4" fmla="*/ 4902030 h 4902030"/>
                        <a:gd name="connsiteX5" fmla="*/ 0 w 3246855"/>
                        <a:gd name="connsiteY5" fmla="*/ 3649729 h 4902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46855" h="4902030">
                          <a:moveTo>
                            <a:pt x="0" y="3649729"/>
                          </a:moveTo>
                          <a:lnTo>
                            <a:pt x="1631520" y="0"/>
                          </a:lnTo>
                          <a:lnTo>
                            <a:pt x="3246855" y="3649729"/>
                          </a:lnTo>
                          <a:lnTo>
                            <a:pt x="2756234" y="4893938"/>
                          </a:lnTo>
                          <a:lnTo>
                            <a:pt x="474437" y="4902030"/>
                          </a:lnTo>
                          <a:lnTo>
                            <a:pt x="0" y="3649729"/>
                          </a:lnTo>
                          <a:close/>
                        </a:path>
                      </a:pathLst>
                    </a:custGeom>
                    <a:solidFill>
                      <a:schemeClr val="bg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GB" sz="1633" dirty="0" err="1">
                        <a:solidFill>
                          <a:schemeClr val="bg1"/>
                        </a:solidFill>
                        <a:latin typeface="Georgia" pitchFamily="18" charset="0"/>
                      </a:endParaRPr>
                    </a:p>
                  </p:txBody>
                </p:sp>
                <p:sp>
                  <p:nvSpPr>
                    <p:cNvPr id="36" name="Regular Pentagon 20">
                      <a:extLst>
                        <a:ext uri="{FF2B5EF4-FFF2-40B4-BE49-F238E27FC236}">
                          <a16:creationId xmlns:a16="http://schemas.microsoft.com/office/drawing/2014/main" id="{AE1DD9F4-0F9D-32A7-617A-B87107F219EF}"/>
                        </a:ext>
                      </a:extLst>
                    </p:cNvPr>
                    <p:cNvSpPr/>
                    <p:nvPr/>
                  </p:nvSpPr>
                  <p:spPr bwMode="ltGray">
                    <a:xfrm rot="13917819" flipH="1">
                      <a:off x="5601278" y="1166151"/>
                      <a:ext cx="3246856" cy="4902030"/>
                    </a:xfrm>
                    <a:custGeom>
                      <a:avLst/>
                      <a:gdLst>
                        <a:gd name="connsiteX0" fmla="*/ 3 w 3246861"/>
                        <a:gd name="connsiteY0" fmla="*/ 768964 h 2013178"/>
                        <a:gd name="connsiteX1" fmla="*/ 1623431 w 3246861"/>
                        <a:gd name="connsiteY1" fmla="*/ 0 h 2013178"/>
                        <a:gd name="connsiteX2" fmla="*/ 3246858 w 3246861"/>
                        <a:gd name="connsiteY2" fmla="*/ 768964 h 2013178"/>
                        <a:gd name="connsiteX3" fmla="*/ 2626764 w 3246861"/>
                        <a:gd name="connsiteY3" fmla="*/ 2013173 h 2013178"/>
                        <a:gd name="connsiteX4" fmla="*/ 620097 w 3246861"/>
                        <a:gd name="connsiteY4" fmla="*/ 2013173 h 2013178"/>
                        <a:gd name="connsiteX5" fmla="*/ 3 w 3246861"/>
                        <a:gd name="connsiteY5" fmla="*/ 768964 h 2013178"/>
                        <a:gd name="connsiteX0" fmla="*/ 0 w 3246855"/>
                        <a:gd name="connsiteY0" fmla="*/ 768964 h 2013173"/>
                        <a:gd name="connsiteX1" fmla="*/ 1623428 w 3246855"/>
                        <a:gd name="connsiteY1" fmla="*/ 0 h 2013173"/>
                        <a:gd name="connsiteX2" fmla="*/ 3246855 w 3246855"/>
                        <a:gd name="connsiteY2" fmla="*/ 768964 h 2013173"/>
                        <a:gd name="connsiteX3" fmla="*/ 2756234 w 3246855"/>
                        <a:gd name="connsiteY3" fmla="*/ 2013173 h 2013173"/>
                        <a:gd name="connsiteX4" fmla="*/ 620094 w 3246855"/>
                        <a:gd name="connsiteY4" fmla="*/ 2013173 h 2013173"/>
                        <a:gd name="connsiteX5" fmla="*/ 0 w 3246855"/>
                        <a:gd name="connsiteY5" fmla="*/ 768964 h 2013173"/>
                        <a:gd name="connsiteX0" fmla="*/ 0 w 3246855"/>
                        <a:gd name="connsiteY0" fmla="*/ 768964 h 2021265"/>
                        <a:gd name="connsiteX1" fmla="*/ 1623428 w 3246855"/>
                        <a:gd name="connsiteY1" fmla="*/ 0 h 2021265"/>
                        <a:gd name="connsiteX2" fmla="*/ 3246855 w 3246855"/>
                        <a:gd name="connsiteY2" fmla="*/ 768964 h 2021265"/>
                        <a:gd name="connsiteX3" fmla="*/ 2756234 w 3246855"/>
                        <a:gd name="connsiteY3" fmla="*/ 2013173 h 2021265"/>
                        <a:gd name="connsiteX4" fmla="*/ 474437 w 3246855"/>
                        <a:gd name="connsiteY4" fmla="*/ 2021265 h 2021265"/>
                        <a:gd name="connsiteX5" fmla="*/ 0 w 3246855"/>
                        <a:gd name="connsiteY5" fmla="*/ 768964 h 2021265"/>
                        <a:gd name="connsiteX0" fmla="*/ 0 w 3246855"/>
                        <a:gd name="connsiteY0" fmla="*/ 3649729 h 4902030"/>
                        <a:gd name="connsiteX1" fmla="*/ 1631520 w 3246855"/>
                        <a:gd name="connsiteY1" fmla="*/ 0 h 4902030"/>
                        <a:gd name="connsiteX2" fmla="*/ 3246855 w 3246855"/>
                        <a:gd name="connsiteY2" fmla="*/ 3649729 h 4902030"/>
                        <a:gd name="connsiteX3" fmla="*/ 2756234 w 3246855"/>
                        <a:gd name="connsiteY3" fmla="*/ 4893938 h 4902030"/>
                        <a:gd name="connsiteX4" fmla="*/ 474437 w 3246855"/>
                        <a:gd name="connsiteY4" fmla="*/ 4902030 h 4902030"/>
                        <a:gd name="connsiteX5" fmla="*/ 0 w 3246855"/>
                        <a:gd name="connsiteY5" fmla="*/ 3649729 h 4902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46855" h="4902030">
                          <a:moveTo>
                            <a:pt x="0" y="3649729"/>
                          </a:moveTo>
                          <a:lnTo>
                            <a:pt x="1631520" y="0"/>
                          </a:lnTo>
                          <a:lnTo>
                            <a:pt x="3246855" y="3649729"/>
                          </a:lnTo>
                          <a:lnTo>
                            <a:pt x="2756234" y="4893938"/>
                          </a:lnTo>
                          <a:lnTo>
                            <a:pt x="474437" y="4902030"/>
                          </a:lnTo>
                          <a:lnTo>
                            <a:pt x="0" y="3649729"/>
                          </a:lnTo>
                          <a:close/>
                        </a:path>
                      </a:pathLst>
                    </a:custGeom>
                    <a:solidFill>
                      <a:schemeClr val="accent4"/>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33" dirty="0" err="1">
                        <a:solidFill>
                          <a:schemeClr val="bg1"/>
                        </a:solidFill>
                        <a:latin typeface="Georgia" pitchFamily="18" charset="0"/>
                      </a:endParaRPr>
                    </a:p>
                  </p:txBody>
                </p:sp>
                <p:sp>
                  <p:nvSpPr>
                    <p:cNvPr id="37" name="Regular Pentagon 20">
                      <a:extLst>
                        <a:ext uri="{FF2B5EF4-FFF2-40B4-BE49-F238E27FC236}">
                          <a16:creationId xmlns:a16="http://schemas.microsoft.com/office/drawing/2014/main" id="{8116BCCD-06BA-2B84-7E91-96F16B709ECD}"/>
                        </a:ext>
                      </a:extLst>
                    </p:cNvPr>
                    <p:cNvSpPr/>
                    <p:nvPr/>
                  </p:nvSpPr>
                  <p:spPr bwMode="ltGray">
                    <a:xfrm rot="17014961" flipH="1">
                      <a:off x="6058093" y="3313308"/>
                      <a:ext cx="3246856" cy="4902030"/>
                    </a:xfrm>
                    <a:custGeom>
                      <a:avLst/>
                      <a:gdLst>
                        <a:gd name="connsiteX0" fmla="*/ 3 w 3246861"/>
                        <a:gd name="connsiteY0" fmla="*/ 768964 h 2013178"/>
                        <a:gd name="connsiteX1" fmla="*/ 1623431 w 3246861"/>
                        <a:gd name="connsiteY1" fmla="*/ 0 h 2013178"/>
                        <a:gd name="connsiteX2" fmla="*/ 3246858 w 3246861"/>
                        <a:gd name="connsiteY2" fmla="*/ 768964 h 2013178"/>
                        <a:gd name="connsiteX3" fmla="*/ 2626764 w 3246861"/>
                        <a:gd name="connsiteY3" fmla="*/ 2013173 h 2013178"/>
                        <a:gd name="connsiteX4" fmla="*/ 620097 w 3246861"/>
                        <a:gd name="connsiteY4" fmla="*/ 2013173 h 2013178"/>
                        <a:gd name="connsiteX5" fmla="*/ 3 w 3246861"/>
                        <a:gd name="connsiteY5" fmla="*/ 768964 h 2013178"/>
                        <a:gd name="connsiteX0" fmla="*/ 0 w 3246855"/>
                        <a:gd name="connsiteY0" fmla="*/ 768964 h 2013173"/>
                        <a:gd name="connsiteX1" fmla="*/ 1623428 w 3246855"/>
                        <a:gd name="connsiteY1" fmla="*/ 0 h 2013173"/>
                        <a:gd name="connsiteX2" fmla="*/ 3246855 w 3246855"/>
                        <a:gd name="connsiteY2" fmla="*/ 768964 h 2013173"/>
                        <a:gd name="connsiteX3" fmla="*/ 2756234 w 3246855"/>
                        <a:gd name="connsiteY3" fmla="*/ 2013173 h 2013173"/>
                        <a:gd name="connsiteX4" fmla="*/ 620094 w 3246855"/>
                        <a:gd name="connsiteY4" fmla="*/ 2013173 h 2013173"/>
                        <a:gd name="connsiteX5" fmla="*/ 0 w 3246855"/>
                        <a:gd name="connsiteY5" fmla="*/ 768964 h 2013173"/>
                        <a:gd name="connsiteX0" fmla="*/ 0 w 3246855"/>
                        <a:gd name="connsiteY0" fmla="*/ 768964 h 2021265"/>
                        <a:gd name="connsiteX1" fmla="*/ 1623428 w 3246855"/>
                        <a:gd name="connsiteY1" fmla="*/ 0 h 2021265"/>
                        <a:gd name="connsiteX2" fmla="*/ 3246855 w 3246855"/>
                        <a:gd name="connsiteY2" fmla="*/ 768964 h 2021265"/>
                        <a:gd name="connsiteX3" fmla="*/ 2756234 w 3246855"/>
                        <a:gd name="connsiteY3" fmla="*/ 2013173 h 2021265"/>
                        <a:gd name="connsiteX4" fmla="*/ 474437 w 3246855"/>
                        <a:gd name="connsiteY4" fmla="*/ 2021265 h 2021265"/>
                        <a:gd name="connsiteX5" fmla="*/ 0 w 3246855"/>
                        <a:gd name="connsiteY5" fmla="*/ 768964 h 2021265"/>
                        <a:gd name="connsiteX0" fmla="*/ 0 w 3246855"/>
                        <a:gd name="connsiteY0" fmla="*/ 3649729 h 4902030"/>
                        <a:gd name="connsiteX1" fmla="*/ 1631520 w 3246855"/>
                        <a:gd name="connsiteY1" fmla="*/ 0 h 4902030"/>
                        <a:gd name="connsiteX2" fmla="*/ 3246855 w 3246855"/>
                        <a:gd name="connsiteY2" fmla="*/ 3649729 h 4902030"/>
                        <a:gd name="connsiteX3" fmla="*/ 2756234 w 3246855"/>
                        <a:gd name="connsiteY3" fmla="*/ 4893938 h 4902030"/>
                        <a:gd name="connsiteX4" fmla="*/ 474437 w 3246855"/>
                        <a:gd name="connsiteY4" fmla="*/ 4902030 h 4902030"/>
                        <a:gd name="connsiteX5" fmla="*/ 0 w 3246855"/>
                        <a:gd name="connsiteY5" fmla="*/ 3649729 h 4902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46855" h="4902030">
                          <a:moveTo>
                            <a:pt x="0" y="3649729"/>
                          </a:moveTo>
                          <a:lnTo>
                            <a:pt x="1631520" y="0"/>
                          </a:lnTo>
                          <a:lnTo>
                            <a:pt x="3246855" y="3649729"/>
                          </a:lnTo>
                          <a:lnTo>
                            <a:pt x="2756234" y="4893938"/>
                          </a:lnTo>
                          <a:lnTo>
                            <a:pt x="474437" y="4902030"/>
                          </a:lnTo>
                          <a:lnTo>
                            <a:pt x="0" y="3649729"/>
                          </a:lnTo>
                          <a:close/>
                        </a:path>
                      </a:pathLst>
                    </a:custGeom>
                    <a:solidFill>
                      <a:srgbClr val="EB8C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33" dirty="0" err="1">
                        <a:solidFill>
                          <a:schemeClr val="bg1"/>
                        </a:solidFill>
                        <a:latin typeface="Georgia" pitchFamily="18" charset="0"/>
                      </a:endParaRPr>
                    </a:p>
                  </p:txBody>
                </p:sp>
              </p:grpSp>
              <p:sp>
                <p:nvSpPr>
                  <p:cNvPr id="19" name="Oval 4">
                    <a:extLst>
                      <a:ext uri="{FF2B5EF4-FFF2-40B4-BE49-F238E27FC236}">
                        <a16:creationId xmlns:a16="http://schemas.microsoft.com/office/drawing/2014/main" id="{8A5C9A63-E346-9D1F-F4C7-F4F926463350}"/>
                      </a:ext>
                    </a:extLst>
                  </p:cNvPr>
                  <p:cNvSpPr/>
                  <p:nvPr/>
                </p:nvSpPr>
                <p:spPr bwMode="ltGray">
                  <a:xfrm>
                    <a:off x="4549552" y="3544312"/>
                    <a:ext cx="1527336" cy="1527336"/>
                  </a:xfrm>
                  <a:prstGeom prst="ellipse">
                    <a:avLst/>
                  </a:prstGeom>
                  <a:solidFill>
                    <a:schemeClr val="bg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33" dirty="0" err="1">
                      <a:solidFill>
                        <a:schemeClr val="bg1"/>
                      </a:solidFill>
                      <a:latin typeface="Georgia" pitchFamily="18" charset="0"/>
                    </a:endParaRPr>
                  </a:p>
                </p:txBody>
              </p:sp>
              <p:sp>
                <p:nvSpPr>
                  <p:cNvPr id="27" name="Oval 5">
                    <a:extLst>
                      <a:ext uri="{FF2B5EF4-FFF2-40B4-BE49-F238E27FC236}">
                        <a16:creationId xmlns:a16="http://schemas.microsoft.com/office/drawing/2014/main" id="{15B3905A-5AF2-5E4F-BF4C-BA0FE0DCCC50}"/>
                      </a:ext>
                    </a:extLst>
                  </p:cNvPr>
                  <p:cNvSpPr/>
                  <p:nvPr/>
                </p:nvSpPr>
                <p:spPr bwMode="ltGray">
                  <a:xfrm>
                    <a:off x="4645646" y="3640406"/>
                    <a:ext cx="1335148" cy="1335148"/>
                  </a:xfrm>
                  <a:prstGeom prst="ellipse">
                    <a:avLst/>
                  </a:prstGeom>
                  <a:noFill/>
                  <a:ln w="3175">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33" dirty="0" err="1">
                      <a:solidFill>
                        <a:schemeClr val="bg1"/>
                      </a:solidFill>
                      <a:latin typeface="Georgia" pitchFamily="18" charset="0"/>
                    </a:endParaRPr>
                  </a:p>
                </p:txBody>
              </p:sp>
            </p:grpSp>
            <p:sp>
              <p:nvSpPr>
                <p:cNvPr id="38" name="Oval 17">
                  <a:extLst>
                    <a:ext uri="{FF2B5EF4-FFF2-40B4-BE49-F238E27FC236}">
                      <a16:creationId xmlns:a16="http://schemas.microsoft.com/office/drawing/2014/main" id="{888A5F3F-1565-01E4-5D3B-1A7B75A420C3}"/>
                    </a:ext>
                  </a:extLst>
                </p:cNvPr>
                <p:cNvSpPr>
                  <a:spLocks noChangeArrowheads="1"/>
                </p:cNvSpPr>
                <p:nvPr/>
              </p:nvSpPr>
              <p:spPr bwMode="gray">
                <a:xfrm>
                  <a:off x="5964874" y="2915496"/>
                  <a:ext cx="440594" cy="440594"/>
                </a:xfrm>
                <a:prstGeom prst="ellipse">
                  <a:avLst/>
                </a:prstGeom>
                <a:solidFill>
                  <a:schemeClr val="bg1"/>
                </a:solidFill>
                <a:ln w="3175">
                  <a:noFill/>
                  <a:round/>
                  <a:headEnd/>
                  <a:tailEnd/>
                </a:ln>
              </p:spPr>
              <p:txBody>
                <a:bodyPr lIns="0" tIns="0" rIns="0" bIns="0" anchor="ctr"/>
                <a:lstStyle/>
                <a:p>
                  <a:pPr marL="161265" indent="-161265" algn="ctr" defTabSz="727131">
                    <a:spcBef>
                      <a:spcPct val="20000"/>
                    </a:spcBef>
                    <a:defRPr/>
                  </a:pPr>
                  <a:r>
                    <a:rPr lang="ar-SA" sz="2400" b="1" kern="0" dirty="0">
                      <a:solidFill>
                        <a:srgbClr val="0F3144"/>
                      </a:solidFill>
                      <a:latin typeface="HRSD" panose="02000906030000020004" pitchFamily="2" charset="-78"/>
                      <a:cs typeface="HRSD" panose="02000906030000020004" pitchFamily="2" charset="-78"/>
                    </a:rPr>
                    <a:t>1</a:t>
                  </a:r>
                  <a:endParaRPr lang="de-DE" sz="2400" b="1" kern="0" dirty="0">
                    <a:solidFill>
                      <a:srgbClr val="0F3144"/>
                    </a:solidFill>
                    <a:latin typeface="HRSD" panose="02000906030000020004" pitchFamily="2" charset="-78"/>
                    <a:cs typeface="HRSD" panose="02000906030000020004" pitchFamily="2" charset="-78"/>
                  </a:endParaRPr>
                </a:p>
              </p:txBody>
            </p:sp>
            <p:sp>
              <p:nvSpPr>
                <p:cNvPr id="40" name="Oval 17">
                  <a:extLst>
                    <a:ext uri="{FF2B5EF4-FFF2-40B4-BE49-F238E27FC236}">
                      <a16:creationId xmlns:a16="http://schemas.microsoft.com/office/drawing/2014/main" id="{3705FF9D-66EC-05AC-0345-1CF4F124D21A}"/>
                    </a:ext>
                  </a:extLst>
                </p:cNvPr>
                <p:cNvSpPr>
                  <a:spLocks noChangeArrowheads="1"/>
                </p:cNvSpPr>
                <p:nvPr/>
              </p:nvSpPr>
              <p:spPr bwMode="gray">
                <a:xfrm>
                  <a:off x="6705525" y="3331636"/>
                  <a:ext cx="440594" cy="440594"/>
                </a:xfrm>
                <a:prstGeom prst="ellipse">
                  <a:avLst/>
                </a:prstGeom>
                <a:solidFill>
                  <a:schemeClr val="bg1"/>
                </a:solidFill>
                <a:ln w="3175">
                  <a:noFill/>
                  <a:round/>
                  <a:headEnd/>
                  <a:tailEnd/>
                </a:ln>
              </p:spPr>
              <p:txBody>
                <a:bodyPr lIns="0" tIns="0" rIns="0" bIns="0" anchor="ctr"/>
                <a:lstStyle/>
                <a:p>
                  <a:pPr marL="161265" indent="-161265" algn="ctr" defTabSz="727131">
                    <a:spcBef>
                      <a:spcPct val="20000"/>
                    </a:spcBef>
                    <a:defRPr/>
                  </a:pPr>
                  <a:r>
                    <a:rPr lang="ar-SA" sz="2400" b="1" kern="0" dirty="0">
                      <a:solidFill>
                        <a:srgbClr val="0F3144"/>
                      </a:solidFill>
                      <a:latin typeface="HRSD" panose="02000906030000020004" pitchFamily="2" charset="-78"/>
                      <a:cs typeface="HRSD" panose="02000906030000020004" pitchFamily="2" charset="-78"/>
                    </a:rPr>
                    <a:t>2</a:t>
                  </a:r>
                  <a:endParaRPr lang="de-DE" sz="2400" b="1" kern="0" dirty="0">
                    <a:solidFill>
                      <a:srgbClr val="0F3144"/>
                    </a:solidFill>
                    <a:latin typeface="HRSD" panose="02000906030000020004" pitchFamily="2" charset="-78"/>
                    <a:cs typeface="HRSD" panose="02000906030000020004" pitchFamily="2" charset="-78"/>
                  </a:endParaRPr>
                </a:p>
              </p:txBody>
            </p:sp>
            <p:sp>
              <p:nvSpPr>
                <p:cNvPr id="43" name="Oval 17">
                  <a:extLst>
                    <a:ext uri="{FF2B5EF4-FFF2-40B4-BE49-F238E27FC236}">
                      <a16:creationId xmlns:a16="http://schemas.microsoft.com/office/drawing/2014/main" id="{C39B877E-BECB-CE94-38E8-3C02A67B0768}"/>
                    </a:ext>
                  </a:extLst>
                </p:cNvPr>
                <p:cNvSpPr>
                  <a:spLocks noChangeArrowheads="1"/>
                </p:cNvSpPr>
                <p:nvPr/>
              </p:nvSpPr>
              <p:spPr bwMode="gray">
                <a:xfrm>
                  <a:off x="6824028" y="4082682"/>
                  <a:ext cx="440594" cy="440594"/>
                </a:xfrm>
                <a:prstGeom prst="ellipse">
                  <a:avLst/>
                </a:prstGeom>
                <a:solidFill>
                  <a:schemeClr val="bg1"/>
                </a:solidFill>
                <a:ln w="3175">
                  <a:noFill/>
                  <a:round/>
                  <a:headEnd/>
                  <a:tailEnd/>
                </a:ln>
              </p:spPr>
              <p:txBody>
                <a:bodyPr lIns="0" tIns="0" rIns="0" bIns="0" anchor="ctr"/>
                <a:lstStyle/>
                <a:p>
                  <a:pPr marL="161265" indent="-161265" algn="ctr" defTabSz="727131">
                    <a:spcBef>
                      <a:spcPct val="20000"/>
                    </a:spcBef>
                    <a:defRPr/>
                  </a:pPr>
                  <a:r>
                    <a:rPr lang="ar-SA" sz="2400" b="1" kern="0" dirty="0">
                      <a:solidFill>
                        <a:srgbClr val="0F3144"/>
                      </a:solidFill>
                      <a:latin typeface="HRSD" panose="02000906030000020004" pitchFamily="2" charset="-78"/>
                      <a:cs typeface="HRSD" panose="02000906030000020004" pitchFamily="2" charset="-78"/>
                    </a:rPr>
                    <a:t>3</a:t>
                  </a:r>
                  <a:endParaRPr lang="de-DE" sz="2400" b="1" kern="0" dirty="0">
                    <a:solidFill>
                      <a:srgbClr val="0F3144"/>
                    </a:solidFill>
                    <a:latin typeface="HRSD" panose="02000906030000020004" pitchFamily="2" charset="-78"/>
                    <a:cs typeface="HRSD" panose="02000906030000020004" pitchFamily="2" charset="-78"/>
                  </a:endParaRPr>
                </a:p>
              </p:txBody>
            </p:sp>
            <p:sp>
              <p:nvSpPr>
                <p:cNvPr id="44" name="Oval 17">
                  <a:extLst>
                    <a:ext uri="{FF2B5EF4-FFF2-40B4-BE49-F238E27FC236}">
                      <a16:creationId xmlns:a16="http://schemas.microsoft.com/office/drawing/2014/main" id="{BE40AA75-D886-887F-D9F6-6418363AF0CB}"/>
                    </a:ext>
                  </a:extLst>
                </p:cNvPr>
                <p:cNvSpPr>
                  <a:spLocks noChangeArrowheads="1"/>
                </p:cNvSpPr>
                <p:nvPr/>
              </p:nvSpPr>
              <p:spPr bwMode="gray">
                <a:xfrm>
                  <a:off x="6381117" y="4706210"/>
                  <a:ext cx="440594" cy="440594"/>
                </a:xfrm>
                <a:prstGeom prst="ellipse">
                  <a:avLst/>
                </a:prstGeom>
                <a:solidFill>
                  <a:schemeClr val="bg1"/>
                </a:solidFill>
                <a:ln w="3175">
                  <a:noFill/>
                  <a:round/>
                  <a:headEnd/>
                  <a:tailEnd/>
                </a:ln>
              </p:spPr>
              <p:txBody>
                <a:bodyPr lIns="0" tIns="0" rIns="0" bIns="0" anchor="ctr"/>
                <a:lstStyle/>
                <a:p>
                  <a:pPr marL="161265" indent="-161265" algn="ctr" defTabSz="727131">
                    <a:spcBef>
                      <a:spcPct val="20000"/>
                    </a:spcBef>
                    <a:defRPr/>
                  </a:pPr>
                  <a:r>
                    <a:rPr lang="ar-SA" sz="2400" b="1" kern="0" dirty="0">
                      <a:solidFill>
                        <a:srgbClr val="0F3144"/>
                      </a:solidFill>
                      <a:latin typeface="HRSD" panose="02000906030000020004" pitchFamily="2" charset="-78"/>
                      <a:cs typeface="HRSD" panose="02000906030000020004" pitchFamily="2" charset="-78"/>
                    </a:rPr>
                    <a:t>4</a:t>
                  </a:r>
                  <a:endParaRPr lang="de-DE" sz="2400" b="1" kern="0" dirty="0">
                    <a:solidFill>
                      <a:srgbClr val="0F3144"/>
                    </a:solidFill>
                    <a:latin typeface="HRSD" panose="02000906030000020004" pitchFamily="2" charset="-78"/>
                    <a:cs typeface="HRSD" panose="02000906030000020004" pitchFamily="2" charset="-78"/>
                  </a:endParaRPr>
                </a:p>
              </p:txBody>
            </p:sp>
            <p:sp>
              <p:nvSpPr>
                <p:cNvPr id="48" name="Oval 17">
                  <a:extLst>
                    <a:ext uri="{FF2B5EF4-FFF2-40B4-BE49-F238E27FC236}">
                      <a16:creationId xmlns:a16="http://schemas.microsoft.com/office/drawing/2014/main" id="{A402683E-C314-BEA7-A04C-C57A065C9EA7}"/>
                    </a:ext>
                  </a:extLst>
                </p:cNvPr>
                <p:cNvSpPr>
                  <a:spLocks noChangeArrowheads="1"/>
                </p:cNvSpPr>
                <p:nvPr/>
              </p:nvSpPr>
              <p:spPr bwMode="gray">
                <a:xfrm>
                  <a:off x="5541778" y="4706210"/>
                  <a:ext cx="440594" cy="440594"/>
                </a:xfrm>
                <a:prstGeom prst="ellipse">
                  <a:avLst/>
                </a:prstGeom>
                <a:solidFill>
                  <a:schemeClr val="bg1"/>
                </a:solidFill>
                <a:ln w="3175">
                  <a:noFill/>
                  <a:round/>
                  <a:headEnd/>
                  <a:tailEnd/>
                </a:ln>
              </p:spPr>
              <p:txBody>
                <a:bodyPr lIns="0" tIns="0" rIns="0" bIns="0" anchor="ctr"/>
                <a:lstStyle/>
                <a:p>
                  <a:pPr marL="161265" indent="-161265" algn="ctr" defTabSz="727131">
                    <a:spcBef>
                      <a:spcPct val="20000"/>
                    </a:spcBef>
                    <a:defRPr/>
                  </a:pPr>
                  <a:r>
                    <a:rPr lang="ar-SA" sz="2400" b="1" kern="0" dirty="0">
                      <a:solidFill>
                        <a:srgbClr val="0F3144"/>
                      </a:solidFill>
                      <a:latin typeface="HRSD" panose="02000906030000020004" pitchFamily="2" charset="-78"/>
                      <a:cs typeface="HRSD" panose="02000906030000020004" pitchFamily="2" charset="-78"/>
                    </a:rPr>
                    <a:t>5</a:t>
                  </a:r>
                  <a:endParaRPr lang="de-DE" sz="2400" b="1" kern="0" dirty="0">
                    <a:solidFill>
                      <a:srgbClr val="0F3144"/>
                    </a:solidFill>
                    <a:latin typeface="HRSD" panose="02000906030000020004" pitchFamily="2" charset="-78"/>
                    <a:cs typeface="HRSD" panose="02000906030000020004" pitchFamily="2" charset="-78"/>
                  </a:endParaRPr>
                </a:p>
              </p:txBody>
            </p:sp>
            <p:sp>
              <p:nvSpPr>
                <p:cNvPr id="49" name="Oval 17">
                  <a:extLst>
                    <a:ext uri="{FF2B5EF4-FFF2-40B4-BE49-F238E27FC236}">
                      <a16:creationId xmlns:a16="http://schemas.microsoft.com/office/drawing/2014/main" id="{11A0BEAA-469E-773A-2BF3-C83434F50506}"/>
                    </a:ext>
                  </a:extLst>
                </p:cNvPr>
                <p:cNvSpPr>
                  <a:spLocks noChangeArrowheads="1"/>
                </p:cNvSpPr>
                <p:nvPr/>
              </p:nvSpPr>
              <p:spPr bwMode="gray">
                <a:xfrm>
                  <a:off x="5029393" y="4087614"/>
                  <a:ext cx="440594" cy="440594"/>
                </a:xfrm>
                <a:prstGeom prst="ellipse">
                  <a:avLst/>
                </a:prstGeom>
                <a:solidFill>
                  <a:schemeClr val="bg1"/>
                </a:solidFill>
                <a:ln w="3175">
                  <a:noFill/>
                  <a:round/>
                  <a:headEnd/>
                  <a:tailEnd/>
                </a:ln>
              </p:spPr>
              <p:txBody>
                <a:bodyPr lIns="0" tIns="0" rIns="0" bIns="0" anchor="ctr"/>
                <a:lstStyle/>
                <a:p>
                  <a:pPr marL="161265" indent="-161265" algn="ctr" defTabSz="727131">
                    <a:spcBef>
                      <a:spcPct val="20000"/>
                    </a:spcBef>
                    <a:defRPr/>
                  </a:pPr>
                  <a:r>
                    <a:rPr lang="ar-SA" sz="2400" b="1" kern="0" dirty="0">
                      <a:solidFill>
                        <a:srgbClr val="0F3144"/>
                      </a:solidFill>
                      <a:latin typeface="HRSD" panose="02000906030000020004" pitchFamily="2" charset="-78"/>
                      <a:cs typeface="HRSD" panose="02000906030000020004" pitchFamily="2" charset="-78"/>
                    </a:rPr>
                    <a:t>6</a:t>
                  </a:r>
                  <a:endParaRPr lang="de-DE" sz="2400" b="1" kern="0" dirty="0">
                    <a:solidFill>
                      <a:srgbClr val="0F3144"/>
                    </a:solidFill>
                    <a:latin typeface="HRSD" panose="02000906030000020004" pitchFamily="2" charset="-78"/>
                    <a:cs typeface="HRSD" panose="02000906030000020004" pitchFamily="2" charset="-78"/>
                  </a:endParaRPr>
                </a:p>
              </p:txBody>
            </p:sp>
            <p:sp>
              <p:nvSpPr>
                <p:cNvPr id="50" name="Oval 17">
                  <a:extLst>
                    <a:ext uri="{FF2B5EF4-FFF2-40B4-BE49-F238E27FC236}">
                      <a16:creationId xmlns:a16="http://schemas.microsoft.com/office/drawing/2014/main" id="{F692EB91-DCDA-91E1-6C15-80481F1E662C}"/>
                    </a:ext>
                  </a:extLst>
                </p:cNvPr>
                <p:cNvSpPr>
                  <a:spLocks noChangeArrowheads="1"/>
                </p:cNvSpPr>
                <p:nvPr/>
              </p:nvSpPr>
              <p:spPr bwMode="gray">
                <a:xfrm>
                  <a:off x="5202017" y="3284634"/>
                  <a:ext cx="440594" cy="440594"/>
                </a:xfrm>
                <a:prstGeom prst="ellipse">
                  <a:avLst/>
                </a:prstGeom>
                <a:solidFill>
                  <a:schemeClr val="bg1"/>
                </a:solidFill>
                <a:ln w="3175">
                  <a:noFill/>
                  <a:round/>
                  <a:headEnd/>
                  <a:tailEnd/>
                </a:ln>
              </p:spPr>
              <p:txBody>
                <a:bodyPr lIns="0" tIns="0" rIns="0" bIns="0" anchor="ctr"/>
                <a:lstStyle/>
                <a:p>
                  <a:pPr marL="161265" indent="-161265" algn="ctr" defTabSz="727131">
                    <a:spcBef>
                      <a:spcPct val="20000"/>
                    </a:spcBef>
                    <a:defRPr/>
                  </a:pPr>
                  <a:r>
                    <a:rPr lang="ar-SA" sz="2400" b="1" kern="0" dirty="0">
                      <a:solidFill>
                        <a:srgbClr val="0F3144"/>
                      </a:solidFill>
                      <a:latin typeface="HRSD" panose="02000906030000020004" pitchFamily="2" charset="-78"/>
                      <a:cs typeface="HRSD" panose="02000906030000020004" pitchFamily="2" charset="-78"/>
                    </a:rPr>
                    <a:t>7</a:t>
                  </a:r>
                  <a:endParaRPr lang="de-DE" sz="2400" b="1" kern="0" dirty="0">
                    <a:solidFill>
                      <a:srgbClr val="0F3144"/>
                    </a:solidFill>
                    <a:latin typeface="HRSD" panose="02000906030000020004" pitchFamily="2" charset="-78"/>
                    <a:cs typeface="HRSD" panose="02000906030000020004" pitchFamily="2" charset="-78"/>
                  </a:endParaRPr>
                </a:p>
              </p:txBody>
            </p:sp>
          </p:grpSp>
          <p:sp>
            <p:nvSpPr>
              <p:cNvPr id="53" name="مربع نص 52">
                <a:extLst>
                  <a:ext uri="{FF2B5EF4-FFF2-40B4-BE49-F238E27FC236}">
                    <a16:creationId xmlns:a16="http://schemas.microsoft.com/office/drawing/2014/main" id="{697FA03A-8399-84A0-8E4A-BB543127DDA4}"/>
                  </a:ext>
                </a:extLst>
              </p:cNvPr>
              <p:cNvSpPr txBox="1"/>
              <p:nvPr/>
            </p:nvSpPr>
            <p:spPr>
              <a:xfrm>
                <a:off x="5541778" y="1856829"/>
                <a:ext cx="1287882" cy="1107996"/>
              </a:xfrm>
              <a:prstGeom prst="rect">
                <a:avLst/>
              </a:prstGeom>
              <a:noFill/>
            </p:spPr>
            <p:txBody>
              <a:bodyPr wrap="square">
                <a:spAutoFit/>
              </a:bodyPr>
              <a:lstStyle/>
              <a:p>
                <a:pPr algn="ctr"/>
                <a:r>
                  <a:rPr lang="ar-SA" sz="2400" b="1" dirty="0">
                    <a:solidFill>
                      <a:schemeClr val="bg1"/>
                    </a:solidFill>
                    <a:latin typeface="HRSD" panose="02000906030000020004" pitchFamily="2" charset="-78"/>
                    <a:cs typeface="HRSD" panose="02000906030000020004" pitchFamily="2" charset="-78"/>
                  </a:rPr>
                  <a:t>التركيز على المستفيد</a:t>
                </a:r>
                <a:br>
                  <a:rPr lang="ar-SA" dirty="0"/>
                </a:br>
                <a:endParaRPr lang="ar-SA" dirty="0"/>
              </a:p>
            </p:txBody>
          </p:sp>
          <p:sp>
            <p:nvSpPr>
              <p:cNvPr id="54" name="مربع نص 53">
                <a:extLst>
                  <a:ext uri="{FF2B5EF4-FFF2-40B4-BE49-F238E27FC236}">
                    <a16:creationId xmlns:a16="http://schemas.microsoft.com/office/drawing/2014/main" id="{0C198D0E-A3A3-9E36-327F-B76B5555711D}"/>
                  </a:ext>
                </a:extLst>
              </p:cNvPr>
              <p:cNvSpPr txBox="1"/>
              <p:nvPr/>
            </p:nvSpPr>
            <p:spPr>
              <a:xfrm rot="3240127">
                <a:off x="7013916" y="2549326"/>
                <a:ext cx="1216426" cy="830997"/>
              </a:xfrm>
              <a:prstGeom prst="rect">
                <a:avLst/>
              </a:prstGeom>
              <a:noFill/>
            </p:spPr>
            <p:txBody>
              <a:bodyPr wrap="square">
                <a:spAutoFit/>
              </a:bodyPr>
              <a:lstStyle/>
              <a:p>
                <a:pPr algn="ctr"/>
                <a:r>
                  <a:rPr lang="ar-SA" sz="2400" b="1" dirty="0">
                    <a:solidFill>
                      <a:schemeClr val="bg1"/>
                    </a:solidFill>
                    <a:latin typeface="HRSD" panose="02000906030000020004" pitchFamily="2" charset="-78"/>
                    <a:cs typeface="HRSD" panose="02000906030000020004" pitchFamily="2" charset="-78"/>
                  </a:rPr>
                  <a:t>القيادة والحوكمة</a:t>
                </a:r>
                <a:endParaRPr lang="ar-SA" sz="2400" dirty="0">
                  <a:solidFill>
                    <a:schemeClr val="bg1"/>
                  </a:solidFill>
                  <a:latin typeface="HRSD" panose="02000906030000020004" pitchFamily="2" charset="-78"/>
                  <a:cs typeface="HRSD" panose="02000906030000020004" pitchFamily="2" charset="-78"/>
                </a:endParaRPr>
              </a:p>
            </p:txBody>
          </p:sp>
        </p:grpSp>
        <p:sp>
          <p:nvSpPr>
            <p:cNvPr id="59" name="مربع نص 58">
              <a:extLst>
                <a:ext uri="{FF2B5EF4-FFF2-40B4-BE49-F238E27FC236}">
                  <a16:creationId xmlns:a16="http://schemas.microsoft.com/office/drawing/2014/main" id="{DD8DF091-6096-65A2-121D-7DA3DD6A80B2}"/>
                </a:ext>
              </a:extLst>
            </p:cNvPr>
            <p:cNvSpPr txBox="1"/>
            <p:nvPr/>
          </p:nvSpPr>
          <p:spPr>
            <a:xfrm rot="17114162">
              <a:off x="7373898" y="3898541"/>
              <a:ext cx="1216426" cy="1200329"/>
            </a:xfrm>
            <a:prstGeom prst="rect">
              <a:avLst/>
            </a:prstGeom>
            <a:noFill/>
          </p:spPr>
          <p:txBody>
            <a:bodyPr wrap="square">
              <a:spAutoFit/>
            </a:bodyPr>
            <a:lstStyle/>
            <a:p>
              <a:pPr algn="ctr"/>
              <a:r>
                <a:rPr lang="ar-SA" sz="2400" b="1" dirty="0">
                  <a:solidFill>
                    <a:schemeClr val="bg1"/>
                  </a:solidFill>
                  <a:latin typeface="HRSD" panose="02000906030000020004" pitchFamily="2" charset="-78"/>
                  <a:cs typeface="HRSD" panose="02000906030000020004" pitchFamily="2" charset="-78"/>
                </a:rPr>
                <a:t>مشاركة وتمكين العاملين</a:t>
              </a:r>
              <a:endParaRPr lang="ar-SA" sz="2400" dirty="0">
                <a:solidFill>
                  <a:schemeClr val="bg1"/>
                </a:solidFill>
                <a:latin typeface="HRSD" panose="02000906030000020004" pitchFamily="2" charset="-78"/>
                <a:cs typeface="HRSD" panose="02000906030000020004" pitchFamily="2" charset="-78"/>
              </a:endParaRPr>
            </a:p>
          </p:txBody>
        </p:sp>
        <p:sp>
          <p:nvSpPr>
            <p:cNvPr id="60" name="مربع نص 59">
              <a:extLst>
                <a:ext uri="{FF2B5EF4-FFF2-40B4-BE49-F238E27FC236}">
                  <a16:creationId xmlns:a16="http://schemas.microsoft.com/office/drawing/2014/main" id="{DE0F31D9-E44F-2C69-54AA-FEBD9C6C01A8}"/>
                </a:ext>
              </a:extLst>
            </p:cNvPr>
            <p:cNvSpPr txBox="1"/>
            <p:nvPr/>
          </p:nvSpPr>
          <p:spPr>
            <a:xfrm rot="19979040">
              <a:off x="6294349" y="5284590"/>
              <a:ext cx="1216426" cy="830997"/>
            </a:xfrm>
            <a:prstGeom prst="rect">
              <a:avLst/>
            </a:prstGeom>
            <a:noFill/>
          </p:spPr>
          <p:txBody>
            <a:bodyPr wrap="square">
              <a:spAutoFit/>
            </a:bodyPr>
            <a:lstStyle/>
            <a:p>
              <a:pPr algn="ctr"/>
              <a:r>
                <a:rPr lang="ar-SA" sz="2400" b="1" dirty="0">
                  <a:solidFill>
                    <a:schemeClr val="bg1"/>
                  </a:solidFill>
                  <a:latin typeface="HRSD" panose="02000906030000020004" pitchFamily="2" charset="-78"/>
                  <a:cs typeface="HRSD" panose="02000906030000020004" pitchFamily="2" charset="-78"/>
                </a:rPr>
                <a:t>منهجية العمليات</a:t>
              </a:r>
              <a:endParaRPr lang="ar-SA" sz="2400" dirty="0">
                <a:solidFill>
                  <a:schemeClr val="bg1"/>
                </a:solidFill>
                <a:latin typeface="HRSD" panose="02000906030000020004" pitchFamily="2" charset="-78"/>
                <a:cs typeface="HRSD" panose="02000906030000020004" pitchFamily="2" charset="-78"/>
              </a:endParaRPr>
            </a:p>
          </p:txBody>
        </p:sp>
        <p:sp>
          <p:nvSpPr>
            <p:cNvPr id="61" name="مربع نص 60">
              <a:extLst>
                <a:ext uri="{FF2B5EF4-FFF2-40B4-BE49-F238E27FC236}">
                  <a16:creationId xmlns:a16="http://schemas.microsoft.com/office/drawing/2014/main" id="{09E74883-CB67-A9E9-F4C4-67612EBFA173}"/>
                </a:ext>
              </a:extLst>
            </p:cNvPr>
            <p:cNvSpPr txBox="1"/>
            <p:nvPr/>
          </p:nvSpPr>
          <p:spPr>
            <a:xfrm rot="1907469">
              <a:off x="4873674" y="5208074"/>
              <a:ext cx="1216426" cy="830997"/>
            </a:xfrm>
            <a:prstGeom prst="rect">
              <a:avLst/>
            </a:prstGeom>
            <a:noFill/>
          </p:spPr>
          <p:txBody>
            <a:bodyPr wrap="square">
              <a:spAutoFit/>
            </a:bodyPr>
            <a:lstStyle/>
            <a:p>
              <a:pPr algn="ctr"/>
              <a:r>
                <a:rPr lang="ar-SA" sz="2400" b="1" dirty="0">
                  <a:solidFill>
                    <a:schemeClr val="bg1"/>
                  </a:solidFill>
                  <a:latin typeface="HRSD" panose="02000906030000020004" pitchFamily="2" charset="-78"/>
                  <a:cs typeface="HRSD" panose="02000906030000020004" pitchFamily="2" charset="-78"/>
                </a:rPr>
                <a:t>التحسين المستمر</a:t>
              </a:r>
              <a:endParaRPr lang="ar-SA" sz="2400" dirty="0">
                <a:solidFill>
                  <a:schemeClr val="bg1"/>
                </a:solidFill>
                <a:latin typeface="HRSD" panose="02000906030000020004" pitchFamily="2" charset="-78"/>
                <a:cs typeface="HRSD" panose="02000906030000020004" pitchFamily="2" charset="-78"/>
              </a:endParaRPr>
            </a:p>
          </p:txBody>
        </p:sp>
        <p:sp>
          <p:nvSpPr>
            <p:cNvPr id="62" name="مربع نص 61">
              <a:extLst>
                <a:ext uri="{FF2B5EF4-FFF2-40B4-BE49-F238E27FC236}">
                  <a16:creationId xmlns:a16="http://schemas.microsoft.com/office/drawing/2014/main" id="{CBCC877A-304D-283A-03BD-4C20DF0CBA6B}"/>
                </a:ext>
              </a:extLst>
            </p:cNvPr>
            <p:cNvSpPr txBox="1"/>
            <p:nvPr/>
          </p:nvSpPr>
          <p:spPr>
            <a:xfrm rot="15765938">
              <a:off x="3831068" y="3881248"/>
              <a:ext cx="1216426" cy="1200329"/>
            </a:xfrm>
            <a:prstGeom prst="rect">
              <a:avLst/>
            </a:prstGeom>
            <a:noFill/>
          </p:spPr>
          <p:txBody>
            <a:bodyPr wrap="square">
              <a:spAutoFit/>
            </a:bodyPr>
            <a:lstStyle/>
            <a:p>
              <a:pPr algn="ctr"/>
              <a:r>
                <a:rPr lang="ar-SA" sz="2400" b="1" dirty="0">
                  <a:solidFill>
                    <a:schemeClr val="bg1"/>
                  </a:solidFill>
                  <a:latin typeface="HRSD" panose="02000906030000020004" pitchFamily="2" charset="-78"/>
                  <a:cs typeface="HRSD" panose="02000906030000020004" pitchFamily="2" charset="-78"/>
                </a:rPr>
                <a:t>اتخاذ القرار بناءً على الأدلة</a:t>
              </a:r>
            </a:p>
          </p:txBody>
        </p:sp>
        <p:sp>
          <p:nvSpPr>
            <p:cNvPr id="65" name="مربع نص 64">
              <a:extLst>
                <a:ext uri="{FF2B5EF4-FFF2-40B4-BE49-F238E27FC236}">
                  <a16:creationId xmlns:a16="http://schemas.microsoft.com/office/drawing/2014/main" id="{F5B522FB-C140-54AA-0A32-052738522C0F}"/>
                </a:ext>
              </a:extLst>
            </p:cNvPr>
            <p:cNvSpPr txBox="1"/>
            <p:nvPr/>
          </p:nvSpPr>
          <p:spPr>
            <a:xfrm rot="18801688">
              <a:off x="4179413" y="2655983"/>
              <a:ext cx="1216426" cy="830997"/>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2400" b="1" dirty="0">
                  <a:solidFill>
                    <a:schemeClr val="bg1"/>
                  </a:solidFill>
                  <a:latin typeface="HRSD" panose="02000906030000020004" pitchFamily="2" charset="-78"/>
                  <a:cs typeface="HRSD" panose="02000906030000020004" pitchFamily="2" charset="-78"/>
                </a:rPr>
                <a:t>إدارة العلاقات</a:t>
              </a:r>
              <a:r>
                <a:rPr kumimoji="0" lang="ar-SA" sz="1800" b="0" i="0" u="none" strike="noStrike" kern="1200" cap="none" spc="0" normalizeH="0" baseline="0" noProof="0" dirty="0">
                  <a:ln>
                    <a:noFill/>
                  </a:ln>
                  <a:solidFill>
                    <a:srgbClr val="7A7A7A"/>
                  </a:solidFill>
                  <a:effectLst/>
                  <a:uLnTx/>
                  <a:uFillTx/>
                  <a:latin typeface="Calibri" panose="020F0502020204030204"/>
                  <a:ea typeface="+mn-ea"/>
                  <a:cs typeface="Arial" panose="020B0604020202020204" pitchFamily="34" charset="0"/>
                </a:rPr>
                <a:t> </a:t>
              </a:r>
            </a:p>
          </p:txBody>
        </p:sp>
      </p:grpSp>
      <p:sp>
        <p:nvSpPr>
          <p:cNvPr id="7" name="Line 297">
            <a:extLst>
              <a:ext uri="{FF2B5EF4-FFF2-40B4-BE49-F238E27FC236}">
                <a16:creationId xmlns:a16="http://schemas.microsoft.com/office/drawing/2014/main" id="{B8B16E32-14B6-2929-F99C-64BFEF3EB26D}"/>
              </a:ext>
            </a:extLst>
          </p:cNvPr>
          <p:cNvSpPr>
            <a:spLocks noChangeShapeType="1"/>
          </p:cNvSpPr>
          <p:nvPr/>
        </p:nvSpPr>
        <p:spPr bwMode="auto">
          <a:xfrm flipV="1">
            <a:off x="11051005" y="962418"/>
            <a:ext cx="635417" cy="2101"/>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8" name="Freeform 298">
            <a:extLst>
              <a:ext uri="{FF2B5EF4-FFF2-40B4-BE49-F238E27FC236}">
                <a16:creationId xmlns:a16="http://schemas.microsoft.com/office/drawing/2014/main" id="{D5F2A9AF-FAD3-70B4-FA30-1A37FB3BB358}"/>
              </a:ext>
            </a:extLst>
          </p:cNvPr>
          <p:cNvSpPr>
            <a:spLocks/>
          </p:cNvSpPr>
          <p:nvPr/>
        </p:nvSpPr>
        <p:spPr bwMode="auto">
          <a:xfrm>
            <a:off x="11034079" y="904149"/>
            <a:ext cx="105056" cy="116540"/>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Tree>
    <p:extLst>
      <p:ext uri="{BB962C8B-B14F-4D97-AF65-F5344CB8AC3E}">
        <p14:creationId xmlns:p14="http://schemas.microsoft.com/office/powerpoint/2010/main" val="3303552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D971E-F7E2-3C44-FF30-30BE0446C68D}"/>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5182DE9D-E1F6-D1E8-AD01-6E719D769D3A}"/>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4A90B34C-BD41-E2C8-D064-08EA4BC388AE}"/>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24" name="مجموعة 23">
            <a:extLst>
              <a:ext uri="{FF2B5EF4-FFF2-40B4-BE49-F238E27FC236}">
                <a16:creationId xmlns:a16="http://schemas.microsoft.com/office/drawing/2014/main" id="{30E342B0-0842-D3D8-87E8-3C4F630F63D5}"/>
              </a:ext>
            </a:extLst>
          </p:cNvPr>
          <p:cNvGrpSpPr/>
          <p:nvPr/>
        </p:nvGrpSpPr>
        <p:grpSpPr>
          <a:xfrm>
            <a:off x="1100824" y="490532"/>
            <a:ext cx="10734738" cy="2255885"/>
            <a:chOff x="1100824" y="693732"/>
            <a:chExt cx="10734738" cy="2255885"/>
          </a:xfrm>
        </p:grpSpPr>
        <p:sp>
          <p:nvSpPr>
            <p:cNvPr id="2" name="Text Placeholder 14">
              <a:extLst>
                <a:ext uri="{FF2B5EF4-FFF2-40B4-BE49-F238E27FC236}">
                  <a16:creationId xmlns:a16="http://schemas.microsoft.com/office/drawing/2014/main" id="{F5138168-629C-D737-E710-A6D245C57BAE}"/>
                </a:ext>
              </a:extLst>
            </p:cNvPr>
            <p:cNvSpPr txBox="1">
              <a:spLocks/>
            </p:cNvSpPr>
            <p:nvPr/>
          </p:nvSpPr>
          <p:spPr>
            <a:xfrm>
              <a:off x="1100824" y="1295401"/>
              <a:ext cx="10696750" cy="1654216"/>
            </a:xfrm>
            <a:prstGeom prst="rect">
              <a:avLst/>
            </a:prstGeom>
          </p:spPr>
          <p:txBody>
            <a:bodyPr>
              <a:normAutofit/>
            </a:bodyPr>
            <a:lstStyle>
              <a:lvl1pPr marL="0" indent="0" algn="ctr" defTabSz="914400" rtl="1" eaLnBrk="1" latinLnBrk="0" hangingPunct="1">
                <a:lnSpc>
                  <a:spcPct val="90000"/>
                </a:lnSpc>
                <a:spcBef>
                  <a:spcPts val="1000"/>
                </a:spcBef>
                <a:buFont typeface="Arial" panose="020B0604020202020204" pitchFamily="34" charset="0"/>
                <a:buNone/>
                <a:defRPr sz="1300" b="0" i="0" kern="1200">
                  <a:solidFill>
                    <a:schemeClr val="tx1"/>
                  </a:solidFill>
                  <a:latin typeface="HRSD Gov Medium" pitchFamily="2" charset="-78"/>
                  <a:ea typeface="HRSD Gov Medium" pitchFamily="2" charset="-78"/>
                  <a:cs typeface="HRSD Gov Medium"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ar-SA" sz="1400" dirty="0"/>
                <a:t>يعتمد مؤشر نضج تجربة المستفيد للفروع الافتراضية على (5) مستويات نضج متدرجة تُستخدم لتحديد الوضع الراهن، وتوجيه أولويات التحسين، وقياس التطور عبر الدورات التشغيلية، وفق منهجية قياس تدعم التحسين المستمر ومتطلبات </a:t>
              </a:r>
              <a:r>
                <a:rPr lang="en-US" sz="1400" dirty="0"/>
                <a:t>ISO 9001:2015.</a:t>
              </a:r>
              <a:endParaRPr lang="ar-SA" sz="1400" dirty="0"/>
            </a:p>
          </p:txBody>
        </p:sp>
        <p:sp>
          <p:nvSpPr>
            <p:cNvPr id="14" name="Title 1">
              <a:extLst>
                <a:ext uri="{FF2B5EF4-FFF2-40B4-BE49-F238E27FC236}">
                  <a16:creationId xmlns:a16="http://schemas.microsoft.com/office/drawing/2014/main" id="{08F99F7E-4571-2369-7EAB-5590E10498F1}"/>
                </a:ext>
              </a:extLst>
            </p:cNvPr>
            <p:cNvSpPr txBox="1">
              <a:spLocks/>
            </p:cNvSpPr>
            <p:nvPr/>
          </p:nvSpPr>
          <p:spPr>
            <a:xfrm>
              <a:off x="6501008" y="693732"/>
              <a:ext cx="5334554" cy="501183"/>
            </a:xfrm>
            <a:prstGeom prst="rect">
              <a:avLst/>
            </a:prstGeom>
          </p:spPr>
          <p:txBody>
            <a:bodyPr>
              <a:normAutofit fontScale="55000" lnSpcReduction="2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3300" b="0" i="0" u="none" strike="noStrike" kern="1200" cap="none" spc="0" normalizeH="0" baseline="0" noProof="0" dirty="0">
                  <a:ln>
                    <a:noFill/>
                  </a:ln>
                  <a:solidFill>
                    <a:srgbClr val="0F3144"/>
                  </a:solidFill>
                  <a:effectLst/>
                  <a:uLnTx/>
                  <a:uFillTx/>
                  <a:cs typeface="HRSD Gov Title Bold" pitchFamily="2" charset="-78"/>
                </a:rPr>
                <a:t>تصنيف مستويات نضج تجربة المستفيد للفروع الافتراضية</a:t>
              </a:r>
              <a:endParaRPr kumimoji="0" lang="en-SA" sz="3300" b="0" i="0" u="none" strike="noStrike" kern="1200" cap="none" spc="0" normalizeH="0" baseline="0" noProof="0" dirty="0">
                <a:ln>
                  <a:noFill/>
                </a:ln>
                <a:solidFill>
                  <a:srgbClr val="0F3144"/>
                </a:solidFill>
                <a:effectLst/>
                <a:uLnTx/>
                <a:uFillTx/>
                <a:cs typeface="HRSD Gov Title Bold" pitchFamily="2" charset="-78"/>
              </a:endParaRPr>
            </a:p>
          </p:txBody>
        </p:sp>
      </p:grpSp>
      <p:grpSp>
        <p:nvGrpSpPr>
          <p:cNvPr id="122" name="مجموعة 121">
            <a:extLst>
              <a:ext uri="{FF2B5EF4-FFF2-40B4-BE49-F238E27FC236}">
                <a16:creationId xmlns:a16="http://schemas.microsoft.com/office/drawing/2014/main" id="{9000188F-46A1-5C39-BD9E-4BB2943ABE05}"/>
              </a:ext>
            </a:extLst>
          </p:cNvPr>
          <p:cNvGrpSpPr/>
          <p:nvPr/>
        </p:nvGrpSpPr>
        <p:grpSpPr>
          <a:xfrm>
            <a:off x="685800" y="1917254"/>
            <a:ext cx="10971192" cy="3569148"/>
            <a:chOff x="2546005" y="1607387"/>
            <a:chExt cx="9110987" cy="2259110"/>
          </a:xfrm>
        </p:grpSpPr>
        <p:grpSp>
          <p:nvGrpSpPr>
            <p:cNvPr id="94" name="مجموعة 93">
              <a:extLst>
                <a:ext uri="{FF2B5EF4-FFF2-40B4-BE49-F238E27FC236}">
                  <a16:creationId xmlns:a16="http://schemas.microsoft.com/office/drawing/2014/main" id="{E08FF760-7231-E55E-880C-7EBBE4766D1C}"/>
                </a:ext>
              </a:extLst>
            </p:cNvPr>
            <p:cNvGrpSpPr/>
            <p:nvPr/>
          </p:nvGrpSpPr>
          <p:grpSpPr>
            <a:xfrm>
              <a:off x="9852353" y="1675292"/>
              <a:ext cx="1804639" cy="2181994"/>
              <a:chOff x="9396226" y="2350998"/>
              <a:chExt cx="1453006" cy="2974879"/>
            </a:xfrm>
          </p:grpSpPr>
          <p:grpSp>
            <p:nvGrpSpPr>
              <p:cNvPr id="4" name="مجموعة 3">
                <a:extLst>
                  <a:ext uri="{FF2B5EF4-FFF2-40B4-BE49-F238E27FC236}">
                    <a16:creationId xmlns:a16="http://schemas.microsoft.com/office/drawing/2014/main" id="{1CDC1D96-BD7F-2854-1B09-FF239035489A}"/>
                  </a:ext>
                </a:extLst>
              </p:cNvPr>
              <p:cNvGrpSpPr/>
              <p:nvPr/>
            </p:nvGrpSpPr>
            <p:grpSpPr>
              <a:xfrm>
                <a:off x="9421330" y="2938812"/>
                <a:ext cx="1317026" cy="2387065"/>
                <a:chOff x="8075595" y="2271562"/>
                <a:chExt cx="1317026" cy="2387065"/>
              </a:xfrm>
            </p:grpSpPr>
            <p:grpSp>
              <p:nvGrpSpPr>
                <p:cNvPr id="5" name="مجموعة 4">
                  <a:extLst>
                    <a:ext uri="{FF2B5EF4-FFF2-40B4-BE49-F238E27FC236}">
                      <a16:creationId xmlns:a16="http://schemas.microsoft.com/office/drawing/2014/main" id="{9784F2D2-51B5-5CEE-1B5C-50E087AB3001}"/>
                    </a:ext>
                  </a:extLst>
                </p:cNvPr>
                <p:cNvGrpSpPr/>
                <p:nvPr/>
              </p:nvGrpSpPr>
              <p:grpSpPr>
                <a:xfrm>
                  <a:off x="8532686" y="2271562"/>
                  <a:ext cx="402844" cy="1591282"/>
                  <a:chOff x="8532686" y="2117557"/>
                  <a:chExt cx="402844" cy="1591282"/>
                </a:xfrm>
              </p:grpSpPr>
              <p:cxnSp>
                <p:nvCxnSpPr>
                  <p:cNvPr id="8" name="رابط مستقيم 7">
                    <a:extLst>
                      <a:ext uri="{FF2B5EF4-FFF2-40B4-BE49-F238E27FC236}">
                        <a16:creationId xmlns:a16="http://schemas.microsoft.com/office/drawing/2014/main" id="{146C9CBC-2879-3B31-1625-7304EA417292}"/>
                      </a:ext>
                    </a:extLst>
                  </p:cNvPr>
                  <p:cNvCxnSpPr>
                    <a:cxnSpLocks/>
                  </p:cNvCxnSpPr>
                  <p:nvPr/>
                </p:nvCxnSpPr>
                <p:spPr>
                  <a:xfrm>
                    <a:off x="8734109" y="2117557"/>
                    <a:ext cx="0" cy="1591282"/>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رابط مستقيم 8">
                    <a:extLst>
                      <a:ext uri="{FF2B5EF4-FFF2-40B4-BE49-F238E27FC236}">
                        <a16:creationId xmlns:a16="http://schemas.microsoft.com/office/drawing/2014/main" id="{72C18B84-265C-B30E-4CB3-6E39DAE45647}"/>
                      </a:ext>
                    </a:extLst>
                  </p:cNvPr>
                  <p:cNvCxnSpPr>
                    <a:cxnSpLocks/>
                  </p:cNvCxnSpPr>
                  <p:nvPr/>
                </p:nvCxnSpPr>
                <p:spPr>
                  <a:xfrm flipH="1">
                    <a:off x="8532686" y="2117557"/>
                    <a:ext cx="402844"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6" name="AutoShape 59">
                  <a:extLst>
                    <a:ext uri="{FF2B5EF4-FFF2-40B4-BE49-F238E27FC236}">
                      <a16:creationId xmlns:a16="http://schemas.microsoft.com/office/drawing/2014/main" id="{788B7740-FBEB-3EC8-6935-851CFABDAF3E}"/>
                    </a:ext>
                  </a:extLst>
                </p:cNvPr>
                <p:cNvSpPr>
                  <a:spLocks noChangeArrowheads="1"/>
                </p:cNvSpPr>
                <p:nvPr/>
              </p:nvSpPr>
              <p:spPr bwMode="blackWhite">
                <a:xfrm>
                  <a:off x="8075595" y="2547438"/>
                  <a:ext cx="1317026" cy="499548"/>
                </a:xfrm>
                <a:prstGeom prst="roundRect">
                  <a:avLst>
                    <a:gd name="adj" fmla="val 16625"/>
                  </a:avLst>
                </a:prstGeom>
                <a:solidFill>
                  <a:srgbClr val="0F3144"/>
                </a:solidFill>
                <a:ln w="9525" algn="ctr">
                  <a:noFill/>
                  <a:round/>
                  <a:headEnd/>
                  <a:tailEnd/>
                </a:ln>
              </p:spPr>
              <p:txBody>
                <a:bodyPr lIns="32652" tIns="32652" rIns="32652" bIns="32652"/>
                <a:lstStyle/>
                <a:p>
                  <a:pPr algn="ctr">
                    <a:spcBef>
                      <a:spcPct val="0"/>
                    </a:spcBef>
                    <a:spcAft>
                      <a:spcPts val="272"/>
                    </a:spcAft>
                    <a:buClr>
                      <a:srgbClr val="83AE42"/>
                    </a:buClr>
                  </a:pPr>
                  <a:r>
                    <a:rPr lang="ar-SA" sz="1600" b="1" dirty="0">
                      <a:solidFill>
                        <a:schemeClr val="bg1"/>
                      </a:solidFill>
                      <a:latin typeface="HRSD" panose="02000906030000020004" pitchFamily="2" charset="-78"/>
                      <a:cs typeface="HRSD" panose="02000906030000020004" pitchFamily="2" charset="-78"/>
                    </a:rPr>
                    <a:t>ناشئ</a:t>
                  </a:r>
                  <a:br>
                    <a:rPr lang="ar-SA" sz="1600" dirty="0">
                      <a:solidFill>
                        <a:schemeClr val="bg1"/>
                      </a:solidFill>
                      <a:latin typeface="HRSD" panose="02000906030000020004" pitchFamily="2" charset="-78"/>
                      <a:cs typeface="HRSD" panose="02000906030000020004" pitchFamily="2" charset="-78"/>
                    </a:rPr>
                  </a:br>
                  <a:endParaRPr lang="en-GB" sz="1600" dirty="0">
                    <a:solidFill>
                      <a:schemeClr val="bg1"/>
                    </a:solidFill>
                    <a:latin typeface="HRSD" panose="02000906030000020004" pitchFamily="2" charset="-78"/>
                    <a:cs typeface="HRSD" panose="02000906030000020004" pitchFamily="2" charset="-78"/>
                  </a:endParaRPr>
                </a:p>
              </p:txBody>
            </p:sp>
            <p:sp>
              <p:nvSpPr>
                <p:cNvPr id="7" name="AutoShape 59">
                  <a:extLst>
                    <a:ext uri="{FF2B5EF4-FFF2-40B4-BE49-F238E27FC236}">
                      <a16:creationId xmlns:a16="http://schemas.microsoft.com/office/drawing/2014/main" id="{F58957B2-D9D2-A8D1-E606-EAFDEE31CB7D}"/>
                    </a:ext>
                  </a:extLst>
                </p:cNvPr>
                <p:cNvSpPr>
                  <a:spLocks noChangeArrowheads="1"/>
                </p:cNvSpPr>
                <p:nvPr/>
              </p:nvSpPr>
              <p:spPr bwMode="blackWhite">
                <a:xfrm>
                  <a:off x="8075596" y="3343080"/>
                  <a:ext cx="1317025" cy="1315547"/>
                </a:xfrm>
                <a:prstGeom prst="roundRect">
                  <a:avLst>
                    <a:gd name="adj" fmla="val 10588"/>
                  </a:avLst>
                </a:prstGeom>
                <a:solidFill>
                  <a:srgbClr val="0F3144"/>
                </a:solidFill>
                <a:ln w="9525" algn="ctr">
                  <a:noFill/>
                  <a:round/>
                  <a:headEnd/>
                  <a:tailEnd/>
                </a:ln>
              </p:spPr>
              <p:txBody>
                <a:bodyPr lIns="32652" tIns="32652" rIns="32652" bIns="32652"/>
                <a:lstStyle/>
                <a:p>
                  <a:pPr algn="ctr">
                    <a:spcBef>
                      <a:spcPct val="0"/>
                    </a:spcBef>
                    <a:spcAft>
                      <a:spcPts val="272"/>
                    </a:spcAft>
                    <a:buClr>
                      <a:srgbClr val="83AE42"/>
                    </a:buClr>
                  </a:pPr>
                  <a:r>
                    <a:rPr lang="ar-SA" altLang="ar-SA" sz="1600" dirty="0">
                      <a:solidFill>
                        <a:schemeClr val="bg1"/>
                      </a:solidFill>
                      <a:latin typeface="HRSD" panose="02000906030000020004" pitchFamily="2" charset="-78"/>
                      <a:cs typeface="HRSD" panose="02000906030000020004" pitchFamily="2" charset="-78"/>
                    </a:rPr>
                    <a:t>تطبيق مبدئي للخدمة الافتراضية مع تفاوت في الاتساق وغياب بعض أدوات الضبط والقياس.</a:t>
                  </a:r>
                </a:p>
                <a:p>
                  <a:pPr algn="ctr">
                    <a:spcBef>
                      <a:spcPct val="0"/>
                    </a:spcBef>
                    <a:spcAft>
                      <a:spcPts val="272"/>
                    </a:spcAft>
                    <a:buClr>
                      <a:srgbClr val="83AE42"/>
                    </a:buClr>
                  </a:pPr>
                  <a:endParaRPr lang="en-GB" sz="1600" dirty="0">
                    <a:solidFill>
                      <a:schemeClr val="bg1"/>
                    </a:solidFill>
                    <a:latin typeface="HRSD" panose="02000906030000020004" pitchFamily="2" charset="-78"/>
                    <a:cs typeface="HRSD" panose="02000906030000020004" pitchFamily="2" charset="-78"/>
                  </a:endParaRPr>
                </a:p>
              </p:txBody>
            </p:sp>
          </p:grpSp>
          <p:sp>
            <p:nvSpPr>
              <p:cNvPr id="93" name="مربع نص 92">
                <a:extLst>
                  <a:ext uri="{FF2B5EF4-FFF2-40B4-BE49-F238E27FC236}">
                    <a16:creationId xmlns:a16="http://schemas.microsoft.com/office/drawing/2014/main" id="{51D67A93-13C8-DF94-FDA4-F73154BFE528}"/>
                  </a:ext>
                </a:extLst>
              </p:cNvPr>
              <p:cNvSpPr txBox="1"/>
              <p:nvPr/>
            </p:nvSpPr>
            <p:spPr>
              <a:xfrm>
                <a:off x="9396226" y="2350998"/>
                <a:ext cx="1453006" cy="292157"/>
              </a:xfrm>
              <a:prstGeom prst="rect">
                <a:avLst/>
              </a:prstGeom>
              <a:noFill/>
            </p:spPr>
            <p:txBody>
              <a:bodyPr wrap="square" rtlCol="1">
                <a:spAutoFit/>
              </a:bodyPr>
              <a:lstStyle/>
              <a:p>
                <a:pPr algn="ctr"/>
                <a:r>
                  <a:rPr lang="ar-SA" sz="1600" b="1" dirty="0">
                    <a:solidFill>
                      <a:srgbClr val="0F3144"/>
                    </a:solidFill>
                    <a:latin typeface="HRSD" panose="02000906030000020004" pitchFamily="2" charset="-78"/>
                    <a:cs typeface="HRSD" panose="02000906030000020004" pitchFamily="2" charset="-78"/>
                  </a:rPr>
                  <a:t>المستوى الأول </a:t>
                </a:r>
              </a:p>
            </p:txBody>
          </p:sp>
        </p:grpSp>
        <p:grpSp>
          <p:nvGrpSpPr>
            <p:cNvPr id="96" name="مجموعة 95">
              <a:extLst>
                <a:ext uri="{FF2B5EF4-FFF2-40B4-BE49-F238E27FC236}">
                  <a16:creationId xmlns:a16="http://schemas.microsoft.com/office/drawing/2014/main" id="{B184FCD1-E414-C9C7-173E-135B8639DF01}"/>
                </a:ext>
              </a:extLst>
            </p:cNvPr>
            <p:cNvGrpSpPr/>
            <p:nvPr/>
          </p:nvGrpSpPr>
          <p:grpSpPr>
            <a:xfrm>
              <a:off x="8034949" y="1623093"/>
              <a:ext cx="1804639" cy="2243404"/>
              <a:chOff x="7860886" y="2180751"/>
              <a:chExt cx="1453006" cy="3058605"/>
            </a:xfrm>
          </p:grpSpPr>
          <p:grpSp>
            <p:nvGrpSpPr>
              <p:cNvPr id="20" name="مجموعة 19">
                <a:extLst>
                  <a:ext uri="{FF2B5EF4-FFF2-40B4-BE49-F238E27FC236}">
                    <a16:creationId xmlns:a16="http://schemas.microsoft.com/office/drawing/2014/main" id="{F9BE5761-DE1D-B310-9E51-10FACC5DBD3A}"/>
                  </a:ext>
                </a:extLst>
              </p:cNvPr>
              <p:cNvGrpSpPr/>
              <p:nvPr/>
            </p:nvGrpSpPr>
            <p:grpSpPr>
              <a:xfrm>
                <a:off x="7928876" y="2794540"/>
                <a:ext cx="1317026" cy="2444816"/>
                <a:chOff x="8075595" y="2213811"/>
                <a:chExt cx="1317026" cy="2444816"/>
              </a:xfrm>
            </p:grpSpPr>
            <p:grpSp>
              <p:nvGrpSpPr>
                <p:cNvPr id="21" name="مجموعة 20">
                  <a:extLst>
                    <a:ext uri="{FF2B5EF4-FFF2-40B4-BE49-F238E27FC236}">
                      <a16:creationId xmlns:a16="http://schemas.microsoft.com/office/drawing/2014/main" id="{F845F4B0-F260-B462-7BE4-E96ABB16FD9F}"/>
                    </a:ext>
                  </a:extLst>
                </p:cNvPr>
                <p:cNvGrpSpPr/>
                <p:nvPr/>
              </p:nvGrpSpPr>
              <p:grpSpPr>
                <a:xfrm>
                  <a:off x="8532686" y="2213811"/>
                  <a:ext cx="402844" cy="1591282"/>
                  <a:chOff x="8532686" y="2059806"/>
                  <a:chExt cx="402844" cy="1591282"/>
                </a:xfrm>
              </p:grpSpPr>
              <p:cxnSp>
                <p:nvCxnSpPr>
                  <p:cNvPr id="25" name="رابط مستقيم 24">
                    <a:extLst>
                      <a:ext uri="{FF2B5EF4-FFF2-40B4-BE49-F238E27FC236}">
                        <a16:creationId xmlns:a16="http://schemas.microsoft.com/office/drawing/2014/main" id="{6B502348-98E1-7557-B6F0-31FDC270A4A4}"/>
                      </a:ext>
                    </a:extLst>
                  </p:cNvPr>
                  <p:cNvCxnSpPr>
                    <a:cxnSpLocks/>
                  </p:cNvCxnSpPr>
                  <p:nvPr/>
                </p:nvCxnSpPr>
                <p:spPr>
                  <a:xfrm>
                    <a:off x="8734109" y="2059806"/>
                    <a:ext cx="0" cy="1591282"/>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رابط مستقيم 25">
                    <a:extLst>
                      <a:ext uri="{FF2B5EF4-FFF2-40B4-BE49-F238E27FC236}">
                        <a16:creationId xmlns:a16="http://schemas.microsoft.com/office/drawing/2014/main" id="{E8060578-6555-9ADB-3BBA-6CD5B672C09D}"/>
                      </a:ext>
                    </a:extLst>
                  </p:cNvPr>
                  <p:cNvCxnSpPr>
                    <a:cxnSpLocks/>
                  </p:cNvCxnSpPr>
                  <p:nvPr/>
                </p:nvCxnSpPr>
                <p:spPr>
                  <a:xfrm flipH="1">
                    <a:off x="8532686" y="2059806"/>
                    <a:ext cx="402844"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2" name="AutoShape 59">
                  <a:extLst>
                    <a:ext uri="{FF2B5EF4-FFF2-40B4-BE49-F238E27FC236}">
                      <a16:creationId xmlns:a16="http://schemas.microsoft.com/office/drawing/2014/main" id="{94FF30D8-4203-60A7-CA0B-535801C7F10D}"/>
                    </a:ext>
                  </a:extLst>
                </p:cNvPr>
                <p:cNvSpPr>
                  <a:spLocks noChangeArrowheads="1"/>
                </p:cNvSpPr>
                <p:nvPr/>
              </p:nvSpPr>
              <p:spPr bwMode="blackWhite">
                <a:xfrm>
                  <a:off x="8075595" y="2547439"/>
                  <a:ext cx="1317026" cy="499547"/>
                </a:xfrm>
                <a:prstGeom prst="roundRect">
                  <a:avLst>
                    <a:gd name="adj" fmla="val 16625"/>
                  </a:avLst>
                </a:prstGeom>
                <a:solidFill>
                  <a:srgbClr val="269798"/>
                </a:solidFill>
                <a:ln w="9525" algn="ctr">
                  <a:noFill/>
                  <a:round/>
                  <a:headEnd/>
                  <a:tailEnd/>
                </a:ln>
              </p:spPr>
              <p:txBody>
                <a:bodyPr lIns="32652" tIns="32652" rIns="32652" bIns="32652"/>
                <a:lstStyle/>
                <a:p>
                  <a:pPr algn="ctr">
                    <a:spcBef>
                      <a:spcPct val="0"/>
                    </a:spcBef>
                    <a:spcAft>
                      <a:spcPts val="272"/>
                    </a:spcAft>
                    <a:buClr>
                      <a:srgbClr val="83AE42"/>
                    </a:buClr>
                  </a:pPr>
                  <a:r>
                    <a:rPr lang="ar-SA" sz="1600" b="1" dirty="0">
                      <a:solidFill>
                        <a:schemeClr val="bg1"/>
                      </a:solidFill>
                      <a:latin typeface="HRSD" panose="02000906030000020004" pitchFamily="2" charset="-78"/>
                      <a:cs typeface="HRSD" panose="02000906030000020004" pitchFamily="2" charset="-78"/>
                    </a:rPr>
                    <a:t>تطويري</a:t>
                  </a:r>
                  <a:endParaRPr lang="en-GB" sz="1600" dirty="0">
                    <a:solidFill>
                      <a:schemeClr val="bg1"/>
                    </a:solidFill>
                    <a:latin typeface="HRSD" panose="02000906030000020004" pitchFamily="2" charset="-78"/>
                    <a:cs typeface="HRSD" panose="02000906030000020004" pitchFamily="2" charset="-78"/>
                  </a:endParaRPr>
                </a:p>
              </p:txBody>
            </p:sp>
            <p:sp>
              <p:nvSpPr>
                <p:cNvPr id="23" name="AutoShape 59">
                  <a:extLst>
                    <a:ext uri="{FF2B5EF4-FFF2-40B4-BE49-F238E27FC236}">
                      <a16:creationId xmlns:a16="http://schemas.microsoft.com/office/drawing/2014/main" id="{C1EA246E-BF26-4A2F-58B8-E111C4C23D56}"/>
                    </a:ext>
                  </a:extLst>
                </p:cNvPr>
                <p:cNvSpPr>
                  <a:spLocks noChangeArrowheads="1"/>
                </p:cNvSpPr>
                <p:nvPr/>
              </p:nvSpPr>
              <p:spPr bwMode="blackWhite">
                <a:xfrm>
                  <a:off x="8075596" y="3343081"/>
                  <a:ext cx="1317025" cy="1315546"/>
                </a:xfrm>
                <a:prstGeom prst="roundRect">
                  <a:avLst>
                    <a:gd name="adj" fmla="val 10588"/>
                  </a:avLst>
                </a:prstGeom>
                <a:solidFill>
                  <a:srgbClr val="269798"/>
                </a:solidFill>
                <a:ln w="9525" algn="ctr">
                  <a:noFill/>
                  <a:round/>
                  <a:headEnd/>
                  <a:tailEnd/>
                </a:ln>
              </p:spPr>
              <p:txBody>
                <a:bodyPr lIns="32652" tIns="32652" rIns="32652" bIns="32652"/>
                <a:lstStyle/>
                <a:p>
                  <a:pPr algn="ctr">
                    <a:spcBef>
                      <a:spcPct val="0"/>
                    </a:spcBef>
                    <a:spcAft>
                      <a:spcPts val="272"/>
                    </a:spcAft>
                    <a:buClr>
                      <a:srgbClr val="83AE42"/>
                    </a:buClr>
                  </a:pPr>
                  <a:r>
                    <a:rPr lang="ar-SA" altLang="ar-SA" sz="1600" dirty="0">
                      <a:solidFill>
                        <a:schemeClr val="bg1"/>
                      </a:solidFill>
                      <a:latin typeface="HRSD" panose="02000906030000020004" pitchFamily="2" charset="-78"/>
                      <a:cs typeface="HRSD" panose="02000906030000020004" pitchFamily="2" charset="-78"/>
                    </a:rPr>
                    <a:t>وجود إجراءات تشغيلية أساسية وقياس جزئي للمؤشرات مع تحسينات متفرقة غير موحّدة.</a:t>
                  </a:r>
                  <a:endParaRPr lang="en-GB" sz="1600" dirty="0">
                    <a:solidFill>
                      <a:schemeClr val="bg1"/>
                    </a:solidFill>
                    <a:latin typeface="HRSD" panose="02000906030000020004" pitchFamily="2" charset="-78"/>
                    <a:cs typeface="HRSD" panose="02000906030000020004" pitchFamily="2" charset="-78"/>
                  </a:endParaRPr>
                </a:p>
              </p:txBody>
            </p:sp>
          </p:grpSp>
          <p:sp>
            <p:nvSpPr>
              <p:cNvPr id="95" name="مربع نص 94">
                <a:extLst>
                  <a:ext uri="{FF2B5EF4-FFF2-40B4-BE49-F238E27FC236}">
                    <a16:creationId xmlns:a16="http://schemas.microsoft.com/office/drawing/2014/main" id="{B6A644DA-B6DE-6ACE-1981-A224B4E03537}"/>
                  </a:ext>
                </a:extLst>
              </p:cNvPr>
              <p:cNvSpPr txBox="1"/>
              <p:nvPr/>
            </p:nvSpPr>
            <p:spPr>
              <a:xfrm>
                <a:off x="7860886" y="2180751"/>
                <a:ext cx="1453006" cy="292157"/>
              </a:xfrm>
              <a:prstGeom prst="rect">
                <a:avLst/>
              </a:prstGeom>
              <a:noFill/>
            </p:spPr>
            <p:txBody>
              <a:bodyPr wrap="square" rtlCol="1">
                <a:spAutoFit/>
              </a:bodyPr>
              <a:lstStyle/>
              <a:p>
                <a:pPr algn="ctr"/>
                <a:r>
                  <a:rPr lang="ar-SA" sz="1600" b="1" dirty="0">
                    <a:solidFill>
                      <a:srgbClr val="0F3144"/>
                    </a:solidFill>
                    <a:latin typeface="HRSD" panose="02000906030000020004" pitchFamily="2" charset="-78"/>
                    <a:cs typeface="HRSD" panose="02000906030000020004" pitchFamily="2" charset="-78"/>
                  </a:rPr>
                  <a:t>المستوى الثاني </a:t>
                </a:r>
              </a:p>
            </p:txBody>
          </p:sp>
        </p:grpSp>
        <p:grpSp>
          <p:nvGrpSpPr>
            <p:cNvPr id="98" name="مجموعة 97">
              <a:extLst>
                <a:ext uri="{FF2B5EF4-FFF2-40B4-BE49-F238E27FC236}">
                  <a16:creationId xmlns:a16="http://schemas.microsoft.com/office/drawing/2014/main" id="{97707184-C052-DE52-C469-DADEA1B5104E}"/>
                </a:ext>
              </a:extLst>
            </p:cNvPr>
            <p:cNvGrpSpPr/>
            <p:nvPr/>
          </p:nvGrpSpPr>
          <p:grpSpPr>
            <a:xfrm>
              <a:off x="6370492" y="1607387"/>
              <a:ext cx="1804639" cy="2259110"/>
              <a:chOff x="6368433" y="1838485"/>
              <a:chExt cx="1453006" cy="3080020"/>
            </a:xfrm>
          </p:grpSpPr>
          <p:grpSp>
            <p:nvGrpSpPr>
              <p:cNvPr id="28" name="مجموعة 27">
                <a:extLst>
                  <a:ext uri="{FF2B5EF4-FFF2-40B4-BE49-F238E27FC236}">
                    <a16:creationId xmlns:a16="http://schemas.microsoft.com/office/drawing/2014/main" id="{E9729129-5FA6-1F79-011D-F0ACF155126E}"/>
                  </a:ext>
                </a:extLst>
              </p:cNvPr>
              <p:cNvGrpSpPr/>
              <p:nvPr/>
            </p:nvGrpSpPr>
            <p:grpSpPr>
              <a:xfrm>
                <a:off x="6368433" y="2512191"/>
                <a:ext cx="1317026" cy="2406314"/>
                <a:chOff x="8075595" y="2252313"/>
                <a:chExt cx="1317026" cy="2406314"/>
              </a:xfrm>
            </p:grpSpPr>
            <p:grpSp>
              <p:nvGrpSpPr>
                <p:cNvPr id="30" name="مجموعة 29">
                  <a:extLst>
                    <a:ext uri="{FF2B5EF4-FFF2-40B4-BE49-F238E27FC236}">
                      <a16:creationId xmlns:a16="http://schemas.microsoft.com/office/drawing/2014/main" id="{2B381588-4695-8FF7-6A6C-79CA7FA234AD}"/>
                    </a:ext>
                  </a:extLst>
                </p:cNvPr>
                <p:cNvGrpSpPr/>
                <p:nvPr/>
              </p:nvGrpSpPr>
              <p:grpSpPr>
                <a:xfrm>
                  <a:off x="8532686" y="2252313"/>
                  <a:ext cx="402844" cy="1591282"/>
                  <a:chOff x="8532686" y="2098308"/>
                  <a:chExt cx="402844" cy="1591282"/>
                </a:xfrm>
              </p:grpSpPr>
              <p:cxnSp>
                <p:nvCxnSpPr>
                  <p:cNvPr id="41" name="رابط مستقيم 40">
                    <a:extLst>
                      <a:ext uri="{FF2B5EF4-FFF2-40B4-BE49-F238E27FC236}">
                        <a16:creationId xmlns:a16="http://schemas.microsoft.com/office/drawing/2014/main" id="{988503C5-A5E5-0313-7F37-C85249288C8C}"/>
                      </a:ext>
                    </a:extLst>
                  </p:cNvPr>
                  <p:cNvCxnSpPr>
                    <a:cxnSpLocks/>
                  </p:cNvCxnSpPr>
                  <p:nvPr/>
                </p:nvCxnSpPr>
                <p:spPr>
                  <a:xfrm>
                    <a:off x="8734109" y="2098308"/>
                    <a:ext cx="0" cy="1591282"/>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رابط مستقيم 41">
                    <a:extLst>
                      <a:ext uri="{FF2B5EF4-FFF2-40B4-BE49-F238E27FC236}">
                        <a16:creationId xmlns:a16="http://schemas.microsoft.com/office/drawing/2014/main" id="{7F28BBDB-5C84-0F44-4F9F-3EF8D326E7C2}"/>
                      </a:ext>
                    </a:extLst>
                  </p:cNvPr>
                  <p:cNvCxnSpPr>
                    <a:cxnSpLocks/>
                  </p:cNvCxnSpPr>
                  <p:nvPr/>
                </p:nvCxnSpPr>
                <p:spPr>
                  <a:xfrm flipH="1">
                    <a:off x="8532686" y="2098308"/>
                    <a:ext cx="402844"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5" name="AutoShape 59">
                  <a:extLst>
                    <a:ext uri="{FF2B5EF4-FFF2-40B4-BE49-F238E27FC236}">
                      <a16:creationId xmlns:a16="http://schemas.microsoft.com/office/drawing/2014/main" id="{ADFDBD8B-B005-F4BD-66F2-EE07F878D9CA}"/>
                    </a:ext>
                  </a:extLst>
                </p:cNvPr>
                <p:cNvSpPr>
                  <a:spLocks noChangeArrowheads="1"/>
                </p:cNvSpPr>
                <p:nvPr/>
              </p:nvSpPr>
              <p:spPr bwMode="blackWhite">
                <a:xfrm>
                  <a:off x="8075595" y="2547439"/>
                  <a:ext cx="1317026" cy="499547"/>
                </a:xfrm>
                <a:prstGeom prst="roundRect">
                  <a:avLst>
                    <a:gd name="adj" fmla="val 16625"/>
                  </a:avLst>
                </a:prstGeom>
                <a:solidFill>
                  <a:schemeClr val="accent3">
                    <a:lumMod val="75000"/>
                  </a:schemeClr>
                </a:solidFill>
                <a:ln w="9525" algn="ctr">
                  <a:noFill/>
                  <a:round/>
                  <a:headEnd/>
                  <a:tailEnd/>
                </a:ln>
              </p:spPr>
              <p:txBody>
                <a:bodyPr lIns="32652" tIns="32652" rIns="32652" bIns="32652"/>
                <a:lstStyle/>
                <a:p>
                  <a:pPr algn="ctr">
                    <a:spcBef>
                      <a:spcPct val="0"/>
                    </a:spcBef>
                    <a:spcAft>
                      <a:spcPts val="272"/>
                    </a:spcAft>
                    <a:buClr>
                      <a:srgbClr val="83AE42"/>
                    </a:buClr>
                  </a:pPr>
                  <a:r>
                    <a:rPr lang="ar-SA" sz="1600" dirty="0">
                      <a:solidFill>
                        <a:schemeClr val="bg1"/>
                      </a:solidFill>
                      <a:latin typeface="HRSD" panose="02000906030000020004" pitchFamily="2" charset="-78"/>
                      <a:cs typeface="HRSD" panose="02000906030000020004" pitchFamily="2" charset="-78"/>
                    </a:rPr>
                    <a:t>متقدم</a:t>
                  </a:r>
                  <a:endParaRPr lang="en-GB" sz="1600" dirty="0">
                    <a:solidFill>
                      <a:schemeClr val="bg1"/>
                    </a:solidFill>
                    <a:latin typeface="HRSD" panose="02000906030000020004" pitchFamily="2" charset="-78"/>
                    <a:cs typeface="HRSD" panose="02000906030000020004" pitchFamily="2" charset="-78"/>
                  </a:endParaRPr>
                </a:p>
              </p:txBody>
            </p:sp>
            <p:sp>
              <p:nvSpPr>
                <p:cNvPr id="39" name="AutoShape 59">
                  <a:extLst>
                    <a:ext uri="{FF2B5EF4-FFF2-40B4-BE49-F238E27FC236}">
                      <a16:creationId xmlns:a16="http://schemas.microsoft.com/office/drawing/2014/main" id="{E35F44E5-1B80-3CD9-7CAF-417435DC88E9}"/>
                    </a:ext>
                  </a:extLst>
                </p:cNvPr>
                <p:cNvSpPr>
                  <a:spLocks noChangeArrowheads="1"/>
                </p:cNvSpPr>
                <p:nvPr/>
              </p:nvSpPr>
              <p:spPr bwMode="blackWhite">
                <a:xfrm>
                  <a:off x="8075596" y="3343080"/>
                  <a:ext cx="1317025" cy="1315547"/>
                </a:xfrm>
                <a:prstGeom prst="roundRect">
                  <a:avLst>
                    <a:gd name="adj" fmla="val 10588"/>
                  </a:avLst>
                </a:prstGeom>
                <a:solidFill>
                  <a:schemeClr val="accent3">
                    <a:lumMod val="75000"/>
                  </a:schemeClr>
                </a:solidFill>
                <a:ln w="9525" algn="ctr">
                  <a:noFill/>
                  <a:round/>
                  <a:headEnd/>
                  <a:tailEnd/>
                </a:ln>
              </p:spPr>
              <p:txBody>
                <a:bodyPr lIns="32652" tIns="32652" rIns="32652" bIns="32652"/>
                <a:lstStyle/>
                <a:p>
                  <a:pPr lvl="0" algn="ctr" eaLnBrk="0" fontAlgn="base" hangingPunct="0">
                    <a:spcBef>
                      <a:spcPct val="0"/>
                    </a:spcBef>
                    <a:spcAft>
                      <a:spcPct val="0"/>
                    </a:spcAft>
                  </a:pPr>
                  <a:r>
                    <a:rPr lang="ar-SA" altLang="ar-SA" sz="1600" dirty="0">
                      <a:solidFill>
                        <a:schemeClr val="bg1"/>
                      </a:solidFill>
                      <a:latin typeface="HRSD" panose="02000906030000020004" pitchFamily="2" charset="-78"/>
                      <a:cs typeface="HRSD" panose="02000906030000020004" pitchFamily="2" charset="-78"/>
                    </a:rPr>
                    <a:t>اتساق أعلى في تقديم الخدمة، وقياس منتظم للمؤشرات، وتحسينات مبنية على بيانات تشغيلية.</a:t>
                  </a:r>
                </a:p>
              </p:txBody>
            </p:sp>
          </p:grpSp>
          <p:sp>
            <p:nvSpPr>
              <p:cNvPr id="97" name="مربع نص 96">
                <a:extLst>
                  <a:ext uri="{FF2B5EF4-FFF2-40B4-BE49-F238E27FC236}">
                    <a16:creationId xmlns:a16="http://schemas.microsoft.com/office/drawing/2014/main" id="{89D101B4-0030-58CF-912A-C75DCDF424D3}"/>
                  </a:ext>
                </a:extLst>
              </p:cNvPr>
              <p:cNvSpPr txBox="1"/>
              <p:nvPr/>
            </p:nvSpPr>
            <p:spPr>
              <a:xfrm>
                <a:off x="6368433" y="1838485"/>
                <a:ext cx="1453006" cy="292157"/>
              </a:xfrm>
              <a:prstGeom prst="rect">
                <a:avLst/>
              </a:prstGeom>
              <a:noFill/>
            </p:spPr>
            <p:txBody>
              <a:bodyPr wrap="square" rtlCol="1">
                <a:spAutoFit/>
              </a:bodyPr>
              <a:lstStyle/>
              <a:p>
                <a:pPr algn="ctr"/>
                <a:r>
                  <a:rPr lang="ar-SA" sz="1600" b="1" dirty="0">
                    <a:solidFill>
                      <a:srgbClr val="0F3144"/>
                    </a:solidFill>
                    <a:latin typeface="HRSD" panose="02000906030000020004" pitchFamily="2" charset="-78"/>
                    <a:cs typeface="HRSD" panose="02000906030000020004" pitchFamily="2" charset="-78"/>
                  </a:rPr>
                  <a:t>المستوى الثالث </a:t>
                </a:r>
              </a:p>
            </p:txBody>
          </p:sp>
        </p:grpSp>
        <p:grpSp>
          <p:nvGrpSpPr>
            <p:cNvPr id="100" name="مجموعة 99">
              <a:extLst>
                <a:ext uri="{FF2B5EF4-FFF2-40B4-BE49-F238E27FC236}">
                  <a16:creationId xmlns:a16="http://schemas.microsoft.com/office/drawing/2014/main" id="{442EB91C-AAE0-A20A-366C-6BFDD3E69D9D}"/>
                </a:ext>
              </a:extLst>
            </p:cNvPr>
            <p:cNvGrpSpPr/>
            <p:nvPr/>
          </p:nvGrpSpPr>
          <p:grpSpPr>
            <a:xfrm>
              <a:off x="4615852" y="1621130"/>
              <a:ext cx="1804639" cy="2236156"/>
              <a:chOff x="4854465" y="1773492"/>
              <a:chExt cx="1453006" cy="3048723"/>
            </a:xfrm>
          </p:grpSpPr>
          <p:grpSp>
            <p:nvGrpSpPr>
              <p:cNvPr id="45" name="مجموعة 44">
                <a:extLst>
                  <a:ext uri="{FF2B5EF4-FFF2-40B4-BE49-F238E27FC236}">
                    <a16:creationId xmlns:a16="http://schemas.microsoft.com/office/drawing/2014/main" id="{67ECFF3E-E4D2-DF49-55B0-61ABCF07888A}"/>
                  </a:ext>
                </a:extLst>
              </p:cNvPr>
              <p:cNvGrpSpPr/>
              <p:nvPr/>
            </p:nvGrpSpPr>
            <p:grpSpPr>
              <a:xfrm>
                <a:off x="4864702" y="2358146"/>
                <a:ext cx="1317026" cy="2464069"/>
                <a:chOff x="8075595" y="2194558"/>
                <a:chExt cx="1317026" cy="2464069"/>
              </a:xfrm>
            </p:grpSpPr>
            <p:grpSp>
              <p:nvGrpSpPr>
                <p:cNvPr id="46" name="مجموعة 45">
                  <a:extLst>
                    <a:ext uri="{FF2B5EF4-FFF2-40B4-BE49-F238E27FC236}">
                      <a16:creationId xmlns:a16="http://schemas.microsoft.com/office/drawing/2014/main" id="{F59A17DB-F576-77E5-E253-3809495AB351}"/>
                    </a:ext>
                  </a:extLst>
                </p:cNvPr>
                <p:cNvGrpSpPr/>
                <p:nvPr/>
              </p:nvGrpSpPr>
              <p:grpSpPr>
                <a:xfrm>
                  <a:off x="8532686" y="2194558"/>
                  <a:ext cx="402844" cy="1591282"/>
                  <a:chOff x="8532686" y="2040553"/>
                  <a:chExt cx="402844" cy="1591282"/>
                </a:xfrm>
              </p:grpSpPr>
              <p:cxnSp>
                <p:nvCxnSpPr>
                  <p:cNvPr id="56" name="رابط مستقيم 55">
                    <a:extLst>
                      <a:ext uri="{FF2B5EF4-FFF2-40B4-BE49-F238E27FC236}">
                        <a16:creationId xmlns:a16="http://schemas.microsoft.com/office/drawing/2014/main" id="{D1622BA7-A244-F9F9-4703-B6CE7E505E1E}"/>
                      </a:ext>
                    </a:extLst>
                  </p:cNvPr>
                  <p:cNvCxnSpPr>
                    <a:cxnSpLocks/>
                  </p:cNvCxnSpPr>
                  <p:nvPr/>
                </p:nvCxnSpPr>
                <p:spPr>
                  <a:xfrm>
                    <a:off x="8734109" y="2040553"/>
                    <a:ext cx="0" cy="1591282"/>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7" name="رابط مستقيم 56">
                    <a:extLst>
                      <a:ext uri="{FF2B5EF4-FFF2-40B4-BE49-F238E27FC236}">
                        <a16:creationId xmlns:a16="http://schemas.microsoft.com/office/drawing/2014/main" id="{5C79678B-7A2C-4A04-637F-A9F863399780}"/>
                      </a:ext>
                    </a:extLst>
                  </p:cNvPr>
                  <p:cNvCxnSpPr>
                    <a:cxnSpLocks/>
                  </p:cNvCxnSpPr>
                  <p:nvPr/>
                </p:nvCxnSpPr>
                <p:spPr>
                  <a:xfrm flipH="1">
                    <a:off x="8532686" y="2040553"/>
                    <a:ext cx="402844"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47" name="AutoShape 59">
                  <a:extLst>
                    <a:ext uri="{FF2B5EF4-FFF2-40B4-BE49-F238E27FC236}">
                      <a16:creationId xmlns:a16="http://schemas.microsoft.com/office/drawing/2014/main" id="{61DC2BF8-57B5-D60D-E52E-D70BA4360988}"/>
                    </a:ext>
                  </a:extLst>
                </p:cNvPr>
                <p:cNvSpPr>
                  <a:spLocks noChangeArrowheads="1"/>
                </p:cNvSpPr>
                <p:nvPr/>
              </p:nvSpPr>
              <p:spPr bwMode="blackWhite">
                <a:xfrm>
                  <a:off x="8075595" y="2547439"/>
                  <a:ext cx="1317026" cy="499547"/>
                </a:xfrm>
                <a:prstGeom prst="roundRect">
                  <a:avLst>
                    <a:gd name="adj" fmla="val 16625"/>
                  </a:avLst>
                </a:prstGeom>
                <a:solidFill>
                  <a:srgbClr val="334E5D"/>
                </a:solidFill>
                <a:ln w="9525" algn="ctr">
                  <a:noFill/>
                  <a:round/>
                  <a:headEnd/>
                  <a:tailEnd/>
                </a:ln>
              </p:spPr>
              <p:txBody>
                <a:bodyPr lIns="32652" tIns="32652" rIns="32652" bIns="32652"/>
                <a:lstStyle/>
                <a:p>
                  <a:pPr algn="ctr">
                    <a:spcBef>
                      <a:spcPct val="0"/>
                    </a:spcBef>
                    <a:spcAft>
                      <a:spcPts val="272"/>
                    </a:spcAft>
                    <a:buClr>
                      <a:srgbClr val="83AE42"/>
                    </a:buClr>
                  </a:pPr>
                  <a:r>
                    <a:rPr lang="ar-SA" sz="1600" b="1" dirty="0">
                      <a:solidFill>
                        <a:schemeClr val="bg1"/>
                      </a:solidFill>
                      <a:latin typeface="HRSD" panose="02000906030000020004" pitchFamily="2" charset="-78"/>
                      <a:cs typeface="HRSD" panose="02000906030000020004" pitchFamily="2" charset="-78"/>
                    </a:rPr>
                    <a:t>مُمكَّن</a:t>
                  </a:r>
                  <a:br>
                    <a:rPr lang="ar-SA" sz="1600" dirty="0">
                      <a:solidFill>
                        <a:schemeClr val="bg1"/>
                      </a:solidFill>
                      <a:latin typeface="HRSD" panose="02000906030000020004" pitchFamily="2" charset="-78"/>
                      <a:cs typeface="HRSD" panose="02000906030000020004" pitchFamily="2" charset="-78"/>
                    </a:rPr>
                  </a:br>
                  <a:endParaRPr lang="en-GB" sz="1600" dirty="0">
                    <a:solidFill>
                      <a:schemeClr val="bg1"/>
                    </a:solidFill>
                    <a:latin typeface="HRSD" panose="02000906030000020004" pitchFamily="2" charset="-78"/>
                    <a:cs typeface="HRSD" panose="02000906030000020004" pitchFamily="2" charset="-78"/>
                  </a:endParaRPr>
                </a:p>
              </p:txBody>
            </p:sp>
            <p:sp>
              <p:nvSpPr>
                <p:cNvPr id="55" name="AutoShape 59">
                  <a:extLst>
                    <a:ext uri="{FF2B5EF4-FFF2-40B4-BE49-F238E27FC236}">
                      <a16:creationId xmlns:a16="http://schemas.microsoft.com/office/drawing/2014/main" id="{FD3F77B2-BC31-4EC9-B87F-191DC8AEE7D3}"/>
                    </a:ext>
                  </a:extLst>
                </p:cNvPr>
                <p:cNvSpPr>
                  <a:spLocks noChangeArrowheads="1"/>
                </p:cNvSpPr>
                <p:nvPr/>
              </p:nvSpPr>
              <p:spPr bwMode="blackWhite">
                <a:xfrm>
                  <a:off x="8075596" y="3343080"/>
                  <a:ext cx="1317025" cy="1315547"/>
                </a:xfrm>
                <a:prstGeom prst="roundRect">
                  <a:avLst>
                    <a:gd name="adj" fmla="val 10588"/>
                  </a:avLst>
                </a:prstGeom>
                <a:solidFill>
                  <a:srgbClr val="334E5D"/>
                </a:solidFill>
                <a:ln w="9525" algn="ctr">
                  <a:noFill/>
                  <a:round/>
                  <a:headEnd/>
                  <a:tailEnd/>
                </a:ln>
              </p:spPr>
              <p:txBody>
                <a:bodyPr lIns="32652" tIns="32652" rIns="32652" bIns="32652"/>
                <a:lstStyle/>
                <a:p>
                  <a:pPr lvl="0" algn="ctr" eaLnBrk="0" fontAlgn="base" hangingPunct="0">
                    <a:spcBef>
                      <a:spcPct val="0"/>
                    </a:spcBef>
                    <a:spcAft>
                      <a:spcPct val="0"/>
                    </a:spcAft>
                  </a:pPr>
                  <a:r>
                    <a:rPr lang="ar-SA" altLang="ar-SA" sz="1600" dirty="0">
                      <a:solidFill>
                        <a:schemeClr val="bg1"/>
                      </a:solidFill>
                      <a:latin typeface="HRSD" panose="02000906030000020004" pitchFamily="2" charset="-78"/>
                      <a:cs typeface="HRSD" panose="02000906030000020004" pitchFamily="2" charset="-78"/>
                    </a:rPr>
                    <a:t>حوكمة إشرافية واضحة، توثيق شبه كامل، وتحسينات دورية مرتبطة بتحليل النتائج وخطط عمل.</a:t>
                  </a:r>
                </a:p>
              </p:txBody>
            </p:sp>
          </p:grpSp>
          <p:sp>
            <p:nvSpPr>
              <p:cNvPr id="99" name="مربع نص 98">
                <a:extLst>
                  <a:ext uri="{FF2B5EF4-FFF2-40B4-BE49-F238E27FC236}">
                    <a16:creationId xmlns:a16="http://schemas.microsoft.com/office/drawing/2014/main" id="{06B37BB2-F576-DEDA-89FB-DC7D67E3BF3E}"/>
                  </a:ext>
                </a:extLst>
              </p:cNvPr>
              <p:cNvSpPr txBox="1"/>
              <p:nvPr/>
            </p:nvSpPr>
            <p:spPr>
              <a:xfrm>
                <a:off x="4854465" y="1773492"/>
                <a:ext cx="1453006" cy="292157"/>
              </a:xfrm>
              <a:prstGeom prst="rect">
                <a:avLst/>
              </a:prstGeom>
              <a:noFill/>
            </p:spPr>
            <p:txBody>
              <a:bodyPr wrap="square" rtlCol="1">
                <a:spAutoFit/>
              </a:bodyPr>
              <a:lstStyle/>
              <a:p>
                <a:pPr algn="ctr"/>
                <a:r>
                  <a:rPr lang="ar-SA" sz="1600" b="1" dirty="0">
                    <a:solidFill>
                      <a:srgbClr val="0F3144"/>
                    </a:solidFill>
                    <a:latin typeface="HRSD" panose="02000906030000020004" pitchFamily="2" charset="-78"/>
                    <a:cs typeface="HRSD" panose="02000906030000020004" pitchFamily="2" charset="-78"/>
                  </a:rPr>
                  <a:t>المستوى الرابع </a:t>
                </a:r>
              </a:p>
            </p:txBody>
          </p:sp>
        </p:grpSp>
        <p:grpSp>
          <p:nvGrpSpPr>
            <p:cNvPr id="102" name="مجموعة 101">
              <a:extLst>
                <a:ext uri="{FF2B5EF4-FFF2-40B4-BE49-F238E27FC236}">
                  <a16:creationId xmlns:a16="http://schemas.microsoft.com/office/drawing/2014/main" id="{FE5390E1-8CCA-CE21-047B-3C24183D7881}"/>
                </a:ext>
              </a:extLst>
            </p:cNvPr>
            <p:cNvGrpSpPr/>
            <p:nvPr/>
          </p:nvGrpSpPr>
          <p:grpSpPr>
            <a:xfrm>
              <a:off x="2546005" y="1632109"/>
              <a:ext cx="1976385" cy="2225177"/>
              <a:chOff x="560578" y="1942505"/>
              <a:chExt cx="1591287" cy="3033755"/>
            </a:xfrm>
          </p:grpSpPr>
          <p:grpSp>
            <p:nvGrpSpPr>
              <p:cNvPr id="69" name="مجموعة 68">
                <a:extLst>
                  <a:ext uri="{FF2B5EF4-FFF2-40B4-BE49-F238E27FC236}">
                    <a16:creationId xmlns:a16="http://schemas.microsoft.com/office/drawing/2014/main" id="{4EAF4645-DEC8-6E29-E31C-5B3A38545882}"/>
                  </a:ext>
                </a:extLst>
              </p:cNvPr>
              <p:cNvGrpSpPr/>
              <p:nvPr/>
            </p:nvGrpSpPr>
            <p:grpSpPr>
              <a:xfrm>
                <a:off x="795130" y="2541068"/>
                <a:ext cx="1317026" cy="2435192"/>
                <a:chOff x="8075595" y="2223435"/>
                <a:chExt cx="1317026" cy="2435192"/>
              </a:xfrm>
            </p:grpSpPr>
            <p:grpSp>
              <p:nvGrpSpPr>
                <p:cNvPr id="70" name="مجموعة 69">
                  <a:extLst>
                    <a:ext uri="{FF2B5EF4-FFF2-40B4-BE49-F238E27FC236}">
                      <a16:creationId xmlns:a16="http://schemas.microsoft.com/office/drawing/2014/main" id="{044F914A-8AAE-96FD-1749-DA8D557551A1}"/>
                    </a:ext>
                  </a:extLst>
                </p:cNvPr>
                <p:cNvGrpSpPr/>
                <p:nvPr/>
              </p:nvGrpSpPr>
              <p:grpSpPr>
                <a:xfrm>
                  <a:off x="8532686" y="2223435"/>
                  <a:ext cx="402844" cy="1591282"/>
                  <a:chOff x="8532686" y="2069430"/>
                  <a:chExt cx="402844" cy="1591282"/>
                </a:xfrm>
              </p:grpSpPr>
              <p:cxnSp>
                <p:nvCxnSpPr>
                  <p:cNvPr id="73" name="رابط مستقيم 72">
                    <a:extLst>
                      <a:ext uri="{FF2B5EF4-FFF2-40B4-BE49-F238E27FC236}">
                        <a16:creationId xmlns:a16="http://schemas.microsoft.com/office/drawing/2014/main" id="{1FE61D59-2E0A-D3DC-99DD-4FC5C2A0D321}"/>
                      </a:ext>
                    </a:extLst>
                  </p:cNvPr>
                  <p:cNvCxnSpPr>
                    <a:cxnSpLocks/>
                  </p:cNvCxnSpPr>
                  <p:nvPr/>
                </p:nvCxnSpPr>
                <p:spPr>
                  <a:xfrm>
                    <a:off x="8734109" y="2069430"/>
                    <a:ext cx="0" cy="1591282"/>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 name="رابط مستقيم 73">
                    <a:extLst>
                      <a:ext uri="{FF2B5EF4-FFF2-40B4-BE49-F238E27FC236}">
                        <a16:creationId xmlns:a16="http://schemas.microsoft.com/office/drawing/2014/main" id="{8736FBDD-67A2-E749-7686-47E7699C0FEF}"/>
                      </a:ext>
                    </a:extLst>
                  </p:cNvPr>
                  <p:cNvCxnSpPr>
                    <a:cxnSpLocks/>
                  </p:cNvCxnSpPr>
                  <p:nvPr/>
                </p:nvCxnSpPr>
                <p:spPr>
                  <a:xfrm flipH="1">
                    <a:off x="8532686" y="2069430"/>
                    <a:ext cx="402844"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71" name="AutoShape 59">
                  <a:extLst>
                    <a:ext uri="{FF2B5EF4-FFF2-40B4-BE49-F238E27FC236}">
                      <a16:creationId xmlns:a16="http://schemas.microsoft.com/office/drawing/2014/main" id="{1821DACB-B960-232B-A1F5-DA641A837C6E}"/>
                    </a:ext>
                  </a:extLst>
                </p:cNvPr>
                <p:cNvSpPr>
                  <a:spLocks noChangeArrowheads="1"/>
                </p:cNvSpPr>
                <p:nvPr/>
              </p:nvSpPr>
              <p:spPr bwMode="blackWhite">
                <a:xfrm>
                  <a:off x="8075595" y="2547439"/>
                  <a:ext cx="1317026" cy="499547"/>
                </a:xfrm>
                <a:prstGeom prst="roundRect">
                  <a:avLst>
                    <a:gd name="adj" fmla="val 16625"/>
                  </a:avLst>
                </a:prstGeom>
                <a:solidFill>
                  <a:schemeClr val="bg1">
                    <a:lumMod val="65000"/>
                  </a:schemeClr>
                </a:solidFill>
                <a:ln w="9525" algn="ctr">
                  <a:noFill/>
                  <a:round/>
                  <a:headEnd/>
                  <a:tailEnd/>
                </a:ln>
              </p:spPr>
              <p:txBody>
                <a:bodyPr lIns="32652" tIns="32652" rIns="32652" bIns="32652"/>
                <a:lstStyle/>
                <a:p>
                  <a:pPr algn="ctr">
                    <a:spcBef>
                      <a:spcPct val="0"/>
                    </a:spcBef>
                    <a:spcAft>
                      <a:spcPts val="272"/>
                    </a:spcAft>
                    <a:buClr>
                      <a:srgbClr val="83AE42"/>
                    </a:buClr>
                  </a:pPr>
                  <a:r>
                    <a:rPr lang="ar-SA" sz="1600" b="1" dirty="0">
                      <a:solidFill>
                        <a:schemeClr val="bg1"/>
                      </a:solidFill>
                      <a:latin typeface="HRSD" panose="02000906030000020004" pitchFamily="2" charset="-78"/>
                      <a:cs typeface="HRSD" panose="02000906030000020004" pitchFamily="2" charset="-78"/>
                    </a:rPr>
                    <a:t>مستدام</a:t>
                  </a:r>
                  <a:br>
                    <a:rPr lang="ar-SA" sz="1600" dirty="0">
                      <a:solidFill>
                        <a:schemeClr val="bg1"/>
                      </a:solidFill>
                      <a:latin typeface="HRSD" panose="02000906030000020004" pitchFamily="2" charset="-78"/>
                      <a:cs typeface="HRSD" panose="02000906030000020004" pitchFamily="2" charset="-78"/>
                    </a:rPr>
                  </a:br>
                  <a:endParaRPr lang="en-GB" sz="1600" dirty="0">
                    <a:solidFill>
                      <a:schemeClr val="bg1"/>
                    </a:solidFill>
                    <a:latin typeface="HRSD" panose="02000906030000020004" pitchFamily="2" charset="-78"/>
                    <a:cs typeface="HRSD" panose="02000906030000020004" pitchFamily="2" charset="-78"/>
                  </a:endParaRPr>
                </a:p>
              </p:txBody>
            </p:sp>
            <p:sp>
              <p:nvSpPr>
                <p:cNvPr id="72" name="AutoShape 59">
                  <a:extLst>
                    <a:ext uri="{FF2B5EF4-FFF2-40B4-BE49-F238E27FC236}">
                      <a16:creationId xmlns:a16="http://schemas.microsoft.com/office/drawing/2014/main" id="{CAD377DF-C1BC-F699-71E7-C6BAAEC70925}"/>
                    </a:ext>
                  </a:extLst>
                </p:cNvPr>
                <p:cNvSpPr>
                  <a:spLocks noChangeArrowheads="1"/>
                </p:cNvSpPr>
                <p:nvPr/>
              </p:nvSpPr>
              <p:spPr bwMode="blackWhite">
                <a:xfrm>
                  <a:off x="8075596" y="3343080"/>
                  <a:ext cx="1317025" cy="1315547"/>
                </a:xfrm>
                <a:prstGeom prst="roundRect">
                  <a:avLst>
                    <a:gd name="adj" fmla="val 10588"/>
                  </a:avLst>
                </a:prstGeom>
                <a:solidFill>
                  <a:schemeClr val="bg1">
                    <a:lumMod val="65000"/>
                  </a:schemeClr>
                </a:solidFill>
                <a:ln w="9525" algn="ctr">
                  <a:noFill/>
                  <a:round/>
                  <a:headEnd/>
                  <a:tailEnd/>
                </a:ln>
              </p:spPr>
              <p:txBody>
                <a:bodyPr lIns="32652" tIns="32652" rIns="32652" bIns="32652"/>
                <a:lstStyle/>
                <a:p>
                  <a:pPr algn="ctr"/>
                  <a:r>
                    <a:rPr lang="ar-SA" sz="1600" dirty="0">
                      <a:solidFill>
                        <a:schemeClr val="bg1"/>
                      </a:solidFill>
                      <a:latin typeface="HRSD" panose="02000906030000020004" pitchFamily="2" charset="-78"/>
                      <a:cs typeface="HRSD" panose="02000906030000020004" pitchFamily="2" charset="-78"/>
                    </a:rPr>
                    <a:t>نظام تشغيل ناضج ومؤسسي: قياس شامل، مراجعة إدارة دورية، وتحسين مستمر مُدار بمؤشرات وأثر واضح على رضا المستفيد وكفاءة التشغيل.</a:t>
                  </a:r>
                </a:p>
              </p:txBody>
            </p:sp>
          </p:grpSp>
          <p:sp>
            <p:nvSpPr>
              <p:cNvPr id="101" name="مربع نص 100">
                <a:extLst>
                  <a:ext uri="{FF2B5EF4-FFF2-40B4-BE49-F238E27FC236}">
                    <a16:creationId xmlns:a16="http://schemas.microsoft.com/office/drawing/2014/main" id="{9573BD4A-E55D-5719-C505-683BD9AF702E}"/>
                  </a:ext>
                </a:extLst>
              </p:cNvPr>
              <p:cNvSpPr txBox="1"/>
              <p:nvPr/>
            </p:nvSpPr>
            <p:spPr>
              <a:xfrm>
                <a:off x="560578" y="1942505"/>
                <a:ext cx="1591287" cy="292157"/>
              </a:xfrm>
              <a:prstGeom prst="rect">
                <a:avLst/>
              </a:prstGeom>
              <a:noFill/>
            </p:spPr>
            <p:txBody>
              <a:bodyPr wrap="square" rtlCol="1">
                <a:spAutoFit/>
              </a:bodyPr>
              <a:lstStyle/>
              <a:p>
                <a:pPr algn="ctr"/>
                <a:r>
                  <a:rPr lang="ar-SA" sz="1600" b="1" dirty="0">
                    <a:solidFill>
                      <a:srgbClr val="0F3144"/>
                    </a:solidFill>
                    <a:latin typeface="HRSD" panose="02000906030000020004" pitchFamily="2" charset="-78"/>
                    <a:cs typeface="HRSD" panose="02000906030000020004" pitchFamily="2" charset="-78"/>
                  </a:rPr>
                  <a:t>المستوى الخامس </a:t>
                </a:r>
              </a:p>
            </p:txBody>
          </p:sp>
        </p:grpSp>
      </p:grpSp>
      <p:sp>
        <p:nvSpPr>
          <p:cNvPr id="3" name="مربع نص 2">
            <a:extLst>
              <a:ext uri="{FF2B5EF4-FFF2-40B4-BE49-F238E27FC236}">
                <a16:creationId xmlns:a16="http://schemas.microsoft.com/office/drawing/2014/main" id="{6B4BD294-0C8B-AF00-5D07-6AB36F0AD706}"/>
              </a:ext>
            </a:extLst>
          </p:cNvPr>
          <p:cNvSpPr txBox="1"/>
          <p:nvPr/>
        </p:nvSpPr>
        <p:spPr>
          <a:xfrm>
            <a:off x="1048163" y="5767102"/>
            <a:ext cx="10455676" cy="415498"/>
          </a:xfrm>
          <a:prstGeom prst="rect">
            <a:avLst/>
          </a:prstGeom>
          <a:noFill/>
        </p:spPr>
        <p:txBody>
          <a:bodyPr wrap="square">
            <a:spAutoFit/>
          </a:bodyPr>
          <a:lstStyle/>
          <a:p>
            <a:pPr marL="171450" indent="-171450">
              <a:buFont typeface="Arial" panose="020B0604020202020204" pitchFamily="34" charset="0"/>
              <a:buChar char="•"/>
            </a:pPr>
            <a:r>
              <a:rPr lang="ar-SA" sz="900" dirty="0">
                <a:latin typeface="HRSD" panose="02000906030000020004" pitchFamily="2" charset="-78"/>
                <a:cs typeface="HRSD" panose="02000906030000020004" pitchFamily="2" charset="-78"/>
              </a:rPr>
              <a:t>مواصفات </a:t>
            </a:r>
            <a:r>
              <a:rPr lang="en-US" sz="900" dirty="0">
                <a:latin typeface="HRSD" panose="02000906030000020004" pitchFamily="2" charset="-78"/>
                <a:cs typeface="HRSD" panose="02000906030000020004" pitchFamily="2" charset="-78"/>
              </a:rPr>
              <a:t>ISO 9001</a:t>
            </a:r>
            <a:r>
              <a:rPr lang="ar-SA" sz="900" dirty="0">
                <a:latin typeface="HRSD" panose="02000906030000020004" pitchFamily="2" charset="-78"/>
                <a:cs typeface="HRSD" panose="02000906030000020004" pitchFamily="2" charset="-78"/>
              </a:rPr>
              <a:t> </a:t>
            </a:r>
            <a:r>
              <a:rPr lang="en-US" sz="900" dirty="0">
                <a:latin typeface="HRSD" panose="02000906030000020004" pitchFamily="2" charset="-78"/>
                <a:cs typeface="HRSD" panose="02000906030000020004" pitchFamily="2" charset="-78"/>
              </a:rPr>
              <a:t>:</a:t>
            </a:r>
            <a:r>
              <a:rPr lang="ar-SA" sz="900" dirty="0">
                <a:latin typeface="HRSD" panose="02000906030000020004" pitchFamily="2" charset="-78"/>
                <a:cs typeface="HRSD" panose="02000906030000020004" pitchFamily="2" charset="-78"/>
              </a:rPr>
              <a:t>البند (5) القيادة، البند (6) التخطيط، البند (8) التشغيل، البند (9) تقييم الأداء، البند (10) التحسين.</a:t>
            </a:r>
          </a:p>
          <a:p>
            <a:pPr marL="171450" indent="-171450">
              <a:buFont typeface="Arial" panose="020B0604020202020204" pitchFamily="34" charset="0"/>
              <a:buChar char="•"/>
            </a:pPr>
            <a:r>
              <a:rPr lang="ar-SA" sz="900" dirty="0">
                <a:latin typeface="HRSD" panose="02000906030000020004" pitchFamily="2" charset="-78"/>
                <a:cs typeface="HRSD" panose="02000906030000020004" pitchFamily="2" charset="-78"/>
              </a:rPr>
              <a:t>معيار</a:t>
            </a:r>
            <a:r>
              <a:rPr lang="en-US" sz="900" dirty="0">
                <a:latin typeface="HRSD" panose="02000906030000020004" pitchFamily="2" charset="-78"/>
                <a:cs typeface="HRSD" panose="02000906030000020004" pitchFamily="2" charset="-78"/>
              </a:rPr>
              <a:t>COPC </a:t>
            </a:r>
            <a:r>
              <a:rPr lang="ar-SA" sz="900" dirty="0">
                <a:latin typeface="HRSD" panose="02000906030000020004" pitchFamily="2" charset="-78"/>
                <a:cs typeface="HRSD" panose="02000906030000020004" pitchFamily="2" charset="-78"/>
              </a:rPr>
              <a:t>لتجربة العميل</a:t>
            </a:r>
            <a:r>
              <a:rPr lang="en-US" sz="900" dirty="0">
                <a:latin typeface="HRSD" panose="02000906030000020004" pitchFamily="2" charset="-78"/>
                <a:cs typeface="HRSD" panose="02000906030000020004" pitchFamily="2" charset="-78"/>
              </a:rPr>
              <a:t>COPC CX</a:t>
            </a:r>
            <a:r>
              <a:rPr lang="ar-SA" sz="900" dirty="0">
                <a:latin typeface="HRSD" panose="02000906030000020004" pitchFamily="2" charset="-78"/>
                <a:cs typeface="HRSD" panose="02000906030000020004" pitchFamily="2" charset="-78"/>
              </a:rPr>
              <a:t> </a:t>
            </a:r>
            <a:r>
              <a:rPr lang="en-US" sz="900" dirty="0">
                <a:latin typeface="HRSD" panose="02000906030000020004" pitchFamily="2" charset="-78"/>
                <a:cs typeface="HRSD" panose="02000906030000020004" pitchFamily="2" charset="-78"/>
              </a:rPr>
              <a:t>:</a:t>
            </a:r>
            <a:r>
              <a:rPr lang="ar-SA" sz="900" dirty="0">
                <a:latin typeface="HRSD" panose="02000906030000020004" pitchFamily="2" charset="-78"/>
                <a:cs typeface="HRSD" panose="02000906030000020004" pitchFamily="2" charset="-78"/>
              </a:rPr>
              <a:t>القيادة والتخطيط، إدارة العمليات والأداء، ضمان الجودة، قياس تجربة العميل، التحسين المستمر</a:t>
            </a:r>
            <a:r>
              <a:rPr lang="ar-SA" sz="1200" dirty="0"/>
              <a:t>.</a:t>
            </a:r>
          </a:p>
        </p:txBody>
      </p:sp>
      <p:sp>
        <p:nvSpPr>
          <p:cNvPr id="10" name="Line 297">
            <a:extLst>
              <a:ext uri="{FF2B5EF4-FFF2-40B4-BE49-F238E27FC236}">
                <a16:creationId xmlns:a16="http://schemas.microsoft.com/office/drawing/2014/main" id="{C1D94759-E465-1077-31B8-478D6774FAD7}"/>
              </a:ext>
            </a:extLst>
          </p:cNvPr>
          <p:cNvSpPr>
            <a:spLocks noChangeShapeType="1"/>
          </p:cNvSpPr>
          <p:nvPr/>
        </p:nvSpPr>
        <p:spPr bwMode="auto">
          <a:xfrm flipV="1">
            <a:off x="11051005" y="962418"/>
            <a:ext cx="635417" cy="2101"/>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2" name="Freeform 298">
            <a:extLst>
              <a:ext uri="{FF2B5EF4-FFF2-40B4-BE49-F238E27FC236}">
                <a16:creationId xmlns:a16="http://schemas.microsoft.com/office/drawing/2014/main" id="{5AD1CE8F-B814-5AF7-3CF0-ADD52C78B2D3}"/>
              </a:ext>
            </a:extLst>
          </p:cNvPr>
          <p:cNvSpPr>
            <a:spLocks/>
          </p:cNvSpPr>
          <p:nvPr/>
        </p:nvSpPr>
        <p:spPr bwMode="auto">
          <a:xfrm>
            <a:off x="11034079" y="904149"/>
            <a:ext cx="105056" cy="116540"/>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Tree>
    <p:extLst>
      <p:ext uri="{BB962C8B-B14F-4D97-AF65-F5344CB8AC3E}">
        <p14:creationId xmlns:p14="http://schemas.microsoft.com/office/powerpoint/2010/main" val="2960047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22746-AF7A-999F-BC6B-C8EC3B29D203}"/>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09E437FF-1F0B-91E9-63C4-E0ECBC1E573A}"/>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7C9FFDC5-5ACB-B69D-9B46-E91C890D3F00}"/>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40" name="مجموعة 139">
            <a:extLst>
              <a:ext uri="{FF2B5EF4-FFF2-40B4-BE49-F238E27FC236}">
                <a16:creationId xmlns:a16="http://schemas.microsoft.com/office/drawing/2014/main" id="{4684AA70-67CF-C648-8BAB-09F78D1B044E}"/>
              </a:ext>
            </a:extLst>
          </p:cNvPr>
          <p:cNvGrpSpPr/>
          <p:nvPr/>
        </p:nvGrpSpPr>
        <p:grpSpPr>
          <a:xfrm>
            <a:off x="1100824" y="490532"/>
            <a:ext cx="10734738" cy="2255885"/>
            <a:chOff x="1100824" y="490532"/>
            <a:chExt cx="10734738" cy="2255885"/>
          </a:xfrm>
        </p:grpSpPr>
        <p:sp>
          <p:nvSpPr>
            <p:cNvPr id="2" name="Text Placeholder 14">
              <a:extLst>
                <a:ext uri="{FF2B5EF4-FFF2-40B4-BE49-F238E27FC236}">
                  <a16:creationId xmlns:a16="http://schemas.microsoft.com/office/drawing/2014/main" id="{ABB78253-69B3-0653-1DF7-1E7C793A16B0}"/>
                </a:ext>
              </a:extLst>
            </p:cNvPr>
            <p:cNvSpPr txBox="1">
              <a:spLocks/>
            </p:cNvSpPr>
            <p:nvPr/>
          </p:nvSpPr>
          <p:spPr>
            <a:xfrm>
              <a:off x="1100824" y="1092201"/>
              <a:ext cx="10696750" cy="1654216"/>
            </a:xfrm>
            <a:prstGeom prst="rect">
              <a:avLst/>
            </a:prstGeom>
          </p:spPr>
          <p:txBody>
            <a:bodyPr>
              <a:normAutofit/>
            </a:bodyPr>
            <a:lstStyle>
              <a:lvl1pPr marL="0" indent="0" algn="ctr" defTabSz="914400" rtl="1" eaLnBrk="1" latinLnBrk="0" hangingPunct="1">
                <a:lnSpc>
                  <a:spcPct val="90000"/>
                </a:lnSpc>
                <a:spcBef>
                  <a:spcPts val="1000"/>
                </a:spcBef>
                <a:buFont typeface="Arial" panose="020B0604020202020204" pitchFamily="34" charset="0"/>
                <a:buNone/>
                <a:defRPr sz="1300" b="0" i="0" kern="1200">
                  <a:solidFill>
                    <a:schemeClr val="tx1"/>
                  </a:solidFill>
                  <a:latin typeface="HRSD Gov Medium" pitchFamily="2" charset="-78"/>
                  <a:ea typeface="HRSD Gov Medium" pitchFamily="2" charset="-78"/>
                  <a:cs typeface="HRSD Gov Medium"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ar-SA" sz="1400" dirty="0"/>
                <a:t>يعتمد مؤشر نضج تجربة المستفيد للفروع الافتراضية على (5) مستويات نضج متدرجة تُستخدم لتحديد الوضع الراهن، وتوجيه أولويات التحسين، وقياس التطور عبر الدورات التشغيلية، وفق منهجية قياس تدعم التحسين المستمر ومتطلبات </a:t>
              </a:r>
              <a:r>
                <a:rPr lang="en-US" sz="1400" dirty="0"/>
                <a:t>ISO 9001:2015.</a:t>
              </a:r>
              <a:endParaRPr lang="ar-SA" sz="1400" dirty="0"/>
            </a:p>
          </p:txBody>
        </p:sp>
        <p:grpSp>
          <p:nvGrpSpPr>
            <p:cNvPr id="18" name="مجموعة 17">
              <a:extLst>
                <a:ext uri="{FF2B5EF4-FFF2-40B4-BE49-F238E27FC236}">
                  <a16:creationId xmlns:a16="http://schemas.microsoft.com/office/drawing/2014/main" id="{6EBEA577-F3EB-01A6-0F9C-75C1F19FC415}"/>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E8DE99D4-D614-A7CD-6D12-B31FCB840453}"/>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3300" b="0" i="0" u="none" strike="noStrike" kern="1200" cap="none" spc="0" normalizeH="0" baseline="0" noProof="0" dirty="0">
                    <a:ln>
                      <a:noFill/>
                    </a:ln>
                    <a:solidFill>
                      <a:srgbClr val="0F3144"/>
                    </a:solidFill>
                    <a:effectLst/>
                    <a:uLnTx/>
                    <a:uFillTx/>
                    <a:cs typeface="HRSD Gov Title Bold" pitchFamily="2" charset="-78"/>
                  </a:rPr>
                  <a:t>المناظير والمحاور</a:t>
                </a:r>
                <a:endParaRPr kumimoji="0" lang="en-SA" sz="3300" b="0" i="0" u="none" strike="noStrike" kern="1200" cap="none" spc="0" normalizeH="0" baseline="0" noProof="0" dirty="0">
                  <a:ln>
                    <a:noFill/>
                  </a:ln>
                  <a:solidFill>
                    <a:srgbClr val="0F3144"/>
                  </a:solidFill>
                  <a:effectLst/>
                  <a:uLnTx/>
                  <a:uFillTx/>
                  <a:cs typeface="HRSD Gov Title Bold" pitchFamily="2" charset="-78"/>
                </a:endParaRPr>
              </a:p>
            </p:txBody>
          </p:sp>
          <p:grpSp>
            <p:nvGrpSpPr>
              <p:cNvPr id="13" name="مجموعة 12">
                <a:extLst>
                  <a:ext uri="{FF2B5EF4-FFF2-40B4-BE49-F238E27FC236}">
                    <a16:creationId xmlns:a16="http://schemas.microsoft.com/office/drawing/2014/main" id="{8B713FF9-E4AB-5EAC-1FDC-D32625B76EF4}"/>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1A494FE0-4CBF-3CAC-DD3F-907890197806}"/>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B17C89A1-E3D9-2420-9B65-CD316E310770}"/>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grpSp>
        <p:nvGrpSpPr>
          <p:cNvPr id="128" name="مجموعة 127">
            <a:extLst>
              <a:ext uri="{FF2B5EF4-FFF2-40B4-BE49-F238E27FC236}">
                <a16:creationId xmlns:a16="http://schemas.microsoft.com/office/drawing/2014/main" id="{ED41A091-98EE-F008-9802-261DE9342475}"/>
              </a:ext>
            </a:extLst>
          </p:cNvPr>
          <p:cNvGrpSpPr/>
          <p:nvPr/>
        </p:nvGrpSpPr>
        <p:grpSpPr>
          <a:xfrm>
            <a:off x="1681480" y="1618861"/>
            <a:ext cx="9936218" cy="3165994"/>
            <a:chOff x="1498600" y="1524985"/>
            <a:chExt cx="9936218" cy="3165994"/>
          </a:xfrm>
        </p:grpSpPr>
        <p:grpSp>
          <p:nvGrpSpPr>
            <p:cNvPr id="44" name="مجموعة 43">
              <a:extLst>
                <a:ext uri="{FF2B5EF4-FFF2-40B4-BE49-F238E27FC236}">
                  <a16:creationId xmlns:a16="http://schemas.microsoft.com/office/drawing/2014/main" id="{5580ADAE-00ED-4CA3-11D3-7D96B1E790C1}"/>
                </a:ext>
              </a:extLst>
            </p:cNvPr>
            <p:cNvGrpSpPr/>
            <p:nvPr/>
          </p:nvGrpSpPr>
          <p:grpSpPr>
            <a:xfrm>
              <a:off x="1498600" y="1524985"/>
              <a:ext cx="9936218" cy="499549"/>
              <a:chOff x="275873" y="1524985"/>
              <a:chExt cx="11158945" cy="499549"/>
            </a:xfrm>
            <a:solidFill>
              <a:srgbClr val="0F3144"/>
            </a:solidFill>
          </p:grpSpPr>
          <p:sp>
            <p:nvSpPr>
              <p:cNvPr id="37" name="AutoShape 59">
                <a:extLst>
                  <a:ext uri="{FF2B5EF4-FFF2-40B4-BE49-F238E27FC236}">
                    <a16:creationId xmlns:a16="http://schemas.microsoft.com/office/drawing/2014/main" id="{06FC3764-14DD-2646-CC40-39F8BCA1F289}"/>
                  </a:ext>
                </a:extLst>
              </p:cNvPr>
              <p:cNvSpPr>
                <a:spLocks noChangeArrowheads="1"/>
              </p:cNvSpPr>
              <p:nvPr/>
            </p:nvSpPr>
            <p:spPr bwMode="blackWhite">
              <a:xfrm>
                <a:off x="8714498" y="1524987"/>
                <a:ext cx="2720320" cy="499547"/>
              </a:xfrm>
              <a:prstGeom prst="roundRect">
                <a:avLst>
                  <a:gd name="adj" fmla="val 16625"/>
                </a:avLst>
              </a:prstGeom>
              <a:grpFill/>
              <a:ln w="9525" algn="ctr">
                <a:noFill/>
                <a:round/>
                <a:headEnd/>
                <a:tailEnd/>
              </a:ln>
            </p:spPr>
            <p:txBody>
              <a:bodyPr lIns="32652" tIns="32652" rIns="32652" bIns="32652" anchor="ctr"/>
              <a:lstStyle/>
              <a:p>
                <a:pPr lvl="0" algn="ctr" eaLnBrk="0" fontAlgn="base" hangingPunct="0">
                  <a:spcBef>
                    <a:spcPct val="0"/>
                  </a:spcBef>
                  <a:spcAft>
                    <a:spcPct val="0"/>
                  </a:spcAft>
                </a:pPr>
                <a:r>
                  <a:rPr lang="ar-SA" altLang="ar-SA" dirty="0">
                    <a:solidFill>
                      <a:schemeClr val="bg1"/>
                    </a:solidFill>
                    <a:latin typeface="HRSD" panose="02000906030000020004" pitchFamily="2" charset="-78"/>
                    <a:cs typeface="HRSD" panose="02000906030000020004" pitchFamily="2" charset="-78"/>
                  </a:rPr>
                  <a:t>المنظور</a:t>
                </a:r>
              </a:p>
            </p:txBody>
          </p:sp>
          <p:sp>
            <p:nvSpPr>
              <p:cNvPr id="38" name="AutoShape 59">
                <a:extLst>
                  <a:ext uri="{FF2B5EF4-FFF2-40B4-BE49-F238E27FC236}">
                    <a16:creationId xmlns:a16="http://schemas.microsoft.com/office/drawing/2014/main" id="{6C27FB82-2957-B9A9-97F0-47C92131D788}"/>
                  </a:ext>
                </a:extLst>
              </p:cNvPr>
              <p:cNvSpPr>
                <a:spLocks noChangeArrowheads="1"/>
              </p:cNvSpPr>
              <p:nvPr/>
            </p:nvSpPr>
            <p:spPr bwMode="blackWhite">
              <a:xfrm>
                <a:off x="5901623" y="1524987"/>
                <a:ext cx="2720320" cy="499547"/>
              </a:xfrm>
              <a:prstGeom prst="roundRect">
                <a:avLst>
                  <a:gd name="adj" fmla="val 16625"/>
                </a:avLst>
              </a:prstGeom>
              <a:grpFill/>
              <a:ln w="9525" algn="ctr">
                <a:noFill/>
                <a:round/>
                <a:headEnd/>
                <a:tailEnd/>
              </a:ln>
            </p:spPr>
            <p:txBody>
              <a:bodyPr lIns="32652" tIns="32652" rIns="32652" bIns="32652" anchor="ctr"/>
              <a:lstStyle/>
              <a:p>
                <a:pPr lvl="0" algn="ctr" eaLnBrk="0" fontAlgn="base" hangingPunct="0">
                  <a:spcBef>
                    <a:spcPct val="0"/>
                  </a:spcBef>
                  <a:spcAft>
                    <a:spcPct val="0"/>
                  </a:spcAft>
                </a:pPr>
                <a:r>
                  <a:rPr lang="ar-SA" altLang="ar-SA" dirty="0">
                    <a:solidFill>
                      <a:schemeClr val="bg1"/>
                    </a:solidFill>
                    <a:latin typeface="HRSD" panose="02000906030000020004" pitchFamily="2" charset="-78"/>
                    <a:cs typeface="HRSD" panose="02000906030000020004" pitchFamily="2" charset="-78"/>
                  </a:rPr>
                  <a:t>المحاور</a:t>
                </a:r>
              </a:p>
            </p:txBody>
          </p:sp>
          <p:sp>
            <p:nvSpPr>
              <p:cNvPr id="40" name="AutoShape 59">
                <a:extLst>
                  <a:ext uri="{FF2B5EF4-FFF2-40B4-BE49-F238E27FC236}">
                    <a16:creationId xmlns:a16="http://schemas.microsoft.com/office/drawing/2014/main" id="{52972F4A-26BD-BC84-40DA-A8BB93B82782}"/>
                  </a:ext>
                </a:extLst>
              </p:cNvPr>
              <p:cNvSpPr>
                <a:spLocks noChangeArrowheads="1"/>
              </p:cNvSpPr>
              <p:nvPr/>
            </p:nvSpPr>
            <p:spPr bwMode="blackWhite">
              <a:xfrm>
                <a:off x="3088748" y="1524986"/>
                <a:ext cx="2720320" cy="499547"/>
              </a:xfrm>
              <a:prstGeom prst="roundRect">
                <a:avLst>
                  <a:gd name="adj" fmla="val 16625"/>
                </a:avLst>
              </a:prstGeom>
              <a:grpFill/>
              <a:ln w="9525" algn="ctr">
                <a:noFill/>
                <a:round/>
                <a:headEnd/>
                <a:tailEnd/>
              </a:ln>
            </p:spPr>
            <p:txBody>
              <a:bodyPr lIns="32652" tIns="32652" rIns="32652" bIns="32652" anchor="ctr"/>
              <a:lstStyle/>
              <a:p>
                <a:pPr lvl="0" algn="ctr" eaLnBrk="0" fontAlgn="base" hangingPunct="0">
                  <a:spcBef>
                    <a:spcPct val="0"/>
                  </a:spcBef>
                  <a:spcAft>
                    <a:spcPct val="0"/>
                  </a:spcAft>
                </a:pPr>
                <a:r>
                  <a:rPr lang="ar-SA" altLang="ar-SA" dirty="0">
                    <a:solidFill>
                      <a:schemeClr val="bg1"/>
                    </a:solidFill>
                    <a:latin typeface="HRSD" panose="02000906030000020004" pitchFamily="2" charset="-78"/>
                    <a:cs typeface="HRSD" panose="02000906030000020004" pitchFamily="2" charset="-78"/>
                  </a:rPr>
                  <a:t>آلية التقييم</a:t>
                </a:r>
              </a:p>
            </p:txBody>
          </p:sp>
          <p:sp>
            <p:nvSpPr>
              <p:cNvPr id="43" name="AutoShape 59">
                <a:extLst>
                  <a:ext uri="{FF2B5EF4-FFF2-40B4-BE49-F238E27FC236}">
                    <a16:creationId xmlns:a16="http://schemas.microsoft.com/office/drawing/2014/main" id="{46DBF5EE-856F-B9B8-77F3-AA5BDD0A7C45}"/>
                  </a:ext>
                </a:extLst>
              </p:cNvPr>
              <p:cNvSpPr>
                <a:spLocks noChangeArrowheads="1"/>
              </p:cNvSpPr>
              <p:nvPr/>
            </p:nvSpPr>
            <p:spPr bwMode="blackWhite">
              <a:xfrm>
                <a:off x="275873" y="1524985"/>
                <a:ext cx="2720320" cy="499547"/>
              </a:xfrm>
              <a:prstGeom prst="roundRect">
                <a:avLst>
                  <a:gd name="adj" fmla="val 16625"/>
                </a:avLst>
              </a:prstGeom>
              <a:grpFill/>
              <a:ln w="9525" algn="ctr">
                <a:noFill/>
                <a:round/>
                <a:headEnd/>
                <a:tailEnd/>
              </a:ln>
            </p:spPr>
            <p:txBody>
              <a:bodyPr lIns="32652" tIns="32652" rIns="32652" bIns="32652" anchor="ctr"/>
              <a:lstStyle/>
              <a:p>
                <a:pPr lvl="0" algn="ctr" eaLnBrk="0" fontAlgn="base" hangingPunct="0">
                  <a:spcBef>
                    <a:spcPct val="0"/>
                  </a:spcBef>
                  <a:spcAft>
                    <a:spcPct val="0"/>
                  </a:spcAft>
                </a:pPr>
                <a:r>
                  <a:rPr lang="ar-SA" altLang="ar-SA" dirty="0">
                    <a:solidFill>
                      <a:schemeClr val="bg1"/>
                    </a:solidFill>
                    <a:latin typeface="HRSD" panose="02000906030000020004" pitchFamily="2" charset="-78"/>
                    <a:cs typeface="HRSD" panose="02000906030000020004" pitchFamily="2" charset="-78"/>
                  </a:rPr>
                  <a:t>وزن المنظور</a:t>
                </a:r>
              </a:p>
            </p:txBody>
          </p:sp>
        </p:grpSp>
        <p:grpSp>
          <p:nvGrpSpPr>
            <p:cNvPr id="65" name="مجموعة 64">
              <a:extLst>
                <a:ext uri="{FF2B5EF4-FFF2-40B4-BE49-F238E27FC236}">
                  <a16:creationId xmlns:a16="http://schemas.microsoft.com/office/drawing/2014/main" id="{0B8687FA-7424-4D81-6801-9C557F7B3D72}"/>
                </a:ext>
              </a:extLst>
            </p:cNvPr>
            <p:cNvGrpSpPr/>
            <p:nvPr/>
          </p:nvGrpSpPr>
          <p:grpSpPr>
            <a:xfrm>
              <a:off x="1498600" y="2160823"/>
              <a:ext cx="9936218" cy="780565"/>
              <a:chOff x="1498600" y="2160823"/>
              <a:chExt cx="9936218" cy="780565"/>
            </a:xfrm>
          </p:grpSpPr>
          <p:sp>
            <p:nvSpPr>
              <p:cNvPr id="49" name="AutoShape 59">
                <a:extLst>
                  <a:ext uri="{FF2B5EF4-FFF2-40B4-BE49-F238E27FC236}">
                    <a16:creationId xmlns:a16="http://schemas.microsoft.com/office/drawing/2014/main" id="{B05CB568-BAEB-0104-0DE7-E393ACF96420}"/>
                  </a:ext>
                </a:extLst>
              </p:cNvPr>
              <p:cNvSpPr>
                <a:spLocks noChangeArrowheads="1"/>
              </p:cNvSpPr>
              <p:nvPr/>
            </p:nvSpPr>
            <p:spPr bwMode="blackWhite">
              <a:xfrm>
                <a:off x="1498600" y="2169382"/>
                <a:ext cx="9818150" cy="738664"/>
              </a:xfrm>
              <a:prstGeom prst="roundRect">
                <a:avLst>
                  <a:gd name="adj" fmla="val 16625"/>
                </a:avLst>
              </a:prstGeom>
              <a:solidFill>
                <a:srgbClr val="7EA3B8">
                  <a:alpha val="38000"/>
                </a:srgbClr>
              </a:solidFill>
              <a:ln w="9525" algn="ctr">
                <a:noFill/>
                <a:round/>
                <a:headEnd/>
                <a:tailEnd/>
              </a:ln>
            </p:spPr>
            <p:txBody>
              <a:bodyPr lIns="32652" tIns="32652" rIns="32652" bIns="32652" anchor="ctr"/>
              <a:lstStyle/>
              <a:p>
                <a:pPr lvl="0" rtl="0" eaLnBrk="0" fontAlgn="base" hangingPunct="0">
                  <a:spcBef>
                    <a:spcPct val="0"/>
                  </a:spcBef>
                  <a:spcAft>
                    <a:spcPct val="0"/>
                  </a:spcAft>
                </a:pPr>
                <a:endParaRPr lang="ar-SA" altLang="ar-SA" sz="1600" dirty="0">
                  <a:solidFill>
                    <a:schemeClr val="bg1"/>
                  </a:solidFill>
                  <a:latin typeface="HRSD Gov Medium" pitchFamily="2" charset="-78"/>
                  <a:ea typeface="HRSD Gov Medium" pitchFamily="2" charset="-78"/>
                  <a:cs typeface="HRSD Gov Medium" pitchFamily="2" charset="-78"/>
                </a:endParaRPr>
              </a:p>
            </p:txBody>
          </p:sp>
          <p:grpSp>
            <p:nvGrpSpPr>
              <p:cNvPr id="27" name="مجموعة 26">
                <a:extLst>
                  <a:ext uri="{FF2B5EF4-FFF2-40B4-BE49-F238E27FC236}">
                    <a16:creationId xmlns:a16="http://schemas.microsoft.com/office/drawing/2014/main" id="{E3C2DF47-8BB6-BA8A-DFEE-41AAFC6D5C42}"/>
                  </a:ext>
                </a:extLst>
              </p:cNvPr>
              <p:cNvGrpSpPr/>
              <p:nvPr/>
            </p:nvGrpSpPr>
            <p:grpSpPr>
              <a:xfrm>
                <a:off x="9048228" y="2160823"/>
                <a:ext cx="2386590" cy="747223"/>
                <a:chOff x="7745464" y="4648772"/>
                <a:chExt cx="2720320" cy="937977"/>
              </a:xfrm>
            </p:grpSpPr>
            <p:sp>
              <p:nvSpPr>
                <p:cNvPr id="29" name="AutoShape 59">
                  <a:extLst>
                    <a:ext uri="{FF2B5EF4-FFF2-40B4-BE49-F238E27FC236}">
                      <a16:creationId xmlns:a16="http://schemas.microsoft.com/office/drawing/2014/main" id="{BC0A7FE1-799A-71E3-5144-52EDAF8601A7}"/>
                    </a:ext>
                  </a:extLst>
                </p:cNvPr>
                <p:cNvSpPr>
                  <a:spLocks noChangeArrowheads="1"/>
                </p:cNvSpPr>
                <p:nvPr/>
              </p:nvSpPr>
              <p:spPr bwMode="blackWhite">
                <a:xfrm>
                  <a:off x="7745464" y="4648772"/>
                  <a:ext cx="2720320" cy="937977"/>
                </a:xfrm>
                <a:prstGeom prst="roundRect">
                  <a:avLst>
                    <a:gd name="adj" fmla="val 16625"/>
                  </a:avLst>
                </a:prstGeom>
                <a:solidFill>
                  <a:srgbClr val="3E5F72"/>
                </a:solidFill>
                <a:ln w="9525" algn="ctr">
                  <a:noFill/>
                  <a:round/>
                  <a:headEnd/>
                  <a:tailEnd/>
                </a:ln>
              </p:spPr>
              <p:txBody>
                <a:bodyPr lIns="32652" tIns="32652" rIns="32652" bIns="32652" anchor="ctr"/>
                <a:lstStyle/>
                <a:p>
                  <a:pPr lvl="0" algn="ctr" rtl="0" eaLnBrk="0" fontAlgn="base" hangingPunct="0">
                    <a:spcBef>
                      <a:spcPct val="0"/>
                    </a:spcBef>
                    <a:spcAft>
                      <a:spcPct val="0"/>
                    </a:spcAft>
                  </a:pPr>
                  <a:r>
                    <a:rPr lang="ar-SA" altLang="ar-SA" sz="1600" dirty="0">
                      <a:solidFill>
                        <a:schemeClr val="bg1"/>
                      </a:solidFill>
                      <a:latin typeface="HRSD Gov Medium" pitchFamily="2" charset="-78"/>
                      <a:ea typeface="HRSD Gov Medium" pitchFamily="2" charset="-78"/>
                      <a:cs typeface="HRSD Gov Medium" pitchFamily="2" charset="-78"/>
                    </a:rPr>
                    <a:t>رضا المستفيد</a:t>
                  </a:r>
                </a:p>
              </p:txBody>
            </p:sp>
            <p:pic>
              <p:nvPicPr>
                <p:cNvPr id="31" name="Picture 91">
                  <a:extLst>
                    <a:ext uri="{FF2B5EF4-FFF2-40B4-BE49-F238E27FC236}">
                      <a16:creationId xmlns:a16="http://schemas.microsoft.com/office/drawing/2014/main" id="{6C037DBB-CAFD-5249-65A9-BE7AEE1EC9E6}"/>
                    </a:ext>
                  </a:extLst>
                </p:cNvPr>
                <p:cNvPicPr>
                  <a:picLocks noChangeAspect="1"/>
                </p:cNvPicPr>
                <p:nvPr/>
              </p:nvPicPr>
              <p:blipFill>
                <a:blip r:embed="rId3"/>
                <a:stretch>
                  <a:fillRect/>
                </a:stretch>
              </p:blipFill>
              <p:spPr>
                <a:xfrm flipH="1">
                  <a:off x="9878323" y="4905996"/>
                  <a:ext cx="488915" cy="432218"/>
                </a:xfrm>
                <a:prstGeom prst="rect">
                  <a:avLst/>
                </a:prstGeom>
                <a:ln>
                  <a:noFill/>
                </a:ln>
              </p:spPr>
            </p:pic>
          </p:grpSp>
          <p:sp>
            <p:nvSpPr>
              <p:cNvPr id="51" name="مربع نص 50">
                <a:extLst>
                  <a:ext uri="{FF2B5EF4-FFF2-40B4-BE49-F238E27FC236}">
                    <a16:creationId xmlns:a16="http://schemas.microsoft.com/office/drawing/2014/main" id="{F7F646DB-3186-30AF-94E6-569E1D3C2BD3}"/>
                  </a:ext>
                </a:extLst>
              </p:cNvPr>
              <p:cNvSpPr txBox="1"/>
              <p:nvPr/>
            </p:nvSpPr>
            <p:spPr>
              <a:xfrm>
                <a:off x="6501008" y="2202724"/>
                <a:ext cx="2067188" cy="738664"/>
              </a:xfrm>
              <a:prstGeom prst="rect">
                <a:avLst/>
              </a:prstGeom>
              <a:noFill/>
            </p:spPr>
            <p:txBody>
              <a:bodyPr wrap="square">
                <a:spAutoFit/>
              </a:bodyPr>
              <a:lstStyle/>
              <a:p>
                <a:r>
                  <a:rPr lang="ar-SA" sz="1400" b="1" dirty="0">
                    <a:solidFill>
                      <a:srgbClr val="0F3144"/>
                    </a:solidFill>
                    <a:latin typeface="HRSD" panose="02000906030000020004" pitchFamily="2" charset="-78"/>
                    <a:cs typeface="HRSD" panose="02000906030000020004" pitchFamily="2" charset="-78"/>
                  </a:rPr>
                  <a:t>- الرضا العام</a:t>
                </a:r>
                <a:br>
                  <a:rPr lang="ar-SA" sz="1400" b="1" dirty="0">
                    <a:solidFill>
                      <a:srgbClr val="0F3144"/>
                    </a:solidFill>
                    <a:latin typeface="HRSD" panose="02000906030000020004" pitchFamily="2" charset="-78"/>
                    <a:cs typeface="HRSD" panose="02000906030000020004" pitchFamily="2" charset="-78"/>
                  </a:rPr>
                </a:br>
                <a:r>
                  <a:rPr lang="ar-SA" sz="1400" b="1" dirty="0">
                    <a:solidFill>
                      <a:srgbClr val="0F3144"/>
                    </a:solidFill>
                    <a:latin typeface="HRSD" panose="02000906030000020004" pitchFamily="2" charset="-78"/>
                    <a:cs typeface="HRSD" panose="02000906030000020004" pitchFamily="2" charset="-78"/>
                  </a:rPr>
                  <a:t>- التقييمات المنخفضة والعالية</a:t>
                </a:r>
                <a:br>
                  <a:rPr lang="ar-SA" sz="1400" b="1" dirty="0">
                    <a:solidFill>
                      <a:srgbClr val="0F3144"/>
                    </a:solidFill>
                    <a:latin typeface="HRSD" panose="02000906030000020004" pitchFamily="2" charset="-78"/>
                    <a:cs typeface="HRSD" panose="02000906030000020004" pitchFamily="2" charset="-78"/>
                  </a:rPr>
                </a:br>
                <a:r>
                  <a:rPr lang="ar-SA" sz="1400" b="1" dirty="0">
                    <a:solidFill>
                      <a:srgbClr val="0F3144"/>
                    </a:solidFill>
                    <a:latin typeface="HRSD" panose="02000906030000020004" pitchFamily="2" charset="-78"/>
                    <a:cs typeface="HRSD" panose="02000906030000020004" pitchFamily="2" charset="-78"/>
                  </a:rPr>
                  <a:t>- </a:t>
                </a:r>
                <a:r>
                  <a:rPr lang="en-US" sz="1400" b="1" dirty="0">
                    <a:solidFill>
                      <a:srgbClr val="0F3144"/>
                    </a:solidFill>
                    <a:latin typeface="HRSD" panose="02000906030000020004" pitchFamily="2" charset="-78"/>
                    <a:cs typeface="HRSD" panose="02000906030000020004" pitchFamily="2" charset="-78"/>
                  </a:rPr>
                  <a:t>NPS  ,</a:t>
                </a:r>
                <a:r>
                  <a:rPr lang="ar-SA" sz="1400" b="1" dirty="0">
                    <a:solidFill>
                      <a:srgbClr val="0F3144"/>
                    </a:solidFill>
                    <a:latin typeface="HRSD" panose="02000906030000020004" pitchFamily="2" charset="-78"/>
                    <a:cs typeface="HRSD" panose="02000906030000020004" pitchFamily="2" charset="-78"/>
                  </a:rPr>
                  <a:t> توصيات المستفيد</a:t>
                </a:r>
              </a:p>
            </p:txBody>
          </p:sp>
          <p:sp>
            <p:nvSpPr>
              <p:cNvPr id="52" name="مربع نص 51">
                <a:extLst>
                  <a:ext uri="{FF2B5EF4-FFF2-40B4-BE49-F238E27FC236}">
                    <a16:creationId xmlns:a16="http://schemas.microsoft.com/office/drawing/2014/main" id="{6F9E6BB0-0F0F-747C-D5D6-15C86DDAE3A0}"/>
                  </a:ext>
                </a:extLst>
              </p:cNvPr>
              <p:cNvSpPr txBox="1"/>
              <p:nvPr/>
            </p:nvSpPr>
            <p:spPr>
              <a:xfrm>
                <a:off x="4234932" y="2219657"/>
                <a:ext cx="2067188" cy="523220"/>
              </a:xfrm>
              <a:prstGeom prst="rect">
                <a:avLst/>
              </a:prstGeom>
              <a:noFill/>
            </p:spPr>
            <p:txBody>
              <a:bodyPr wrap="square">
                <a:spAutoFit/>
              </a:bodyPr>
              <a:lstStyle/>
              <a:p>
                <a:r>
                  <a:rPr lang="ar-SA" sz="1400" b="1" dirty="0">
                    <a:solidFill>
                      <a:srgbClr val="0F3144"/>
                    </a:solidFill>
                    <a:latin typeface="HRSD" panose="02000906030000020004" pitchFamily="2" charset="-78"/>
                    <a:cs typeface="HRSD" panose="02000906030000020004" pitchFamily="2" charset="-78"/>
                  </a:rPr>
                  <a:t>استبانات الرضا باستخدام </a:t>
                </a:r>
                <a:r>
                  <a:rPr lang="en-US" sz="1400" b="1" dirty="0">
                    <a:solidFill>
                      <a:srgbClr val="0F3144"/>
                    </a:solidFill>
                    <a:latin typeface="HRSD" panose="02000906030000020004" pitchFamily="2" charset="-78"/>
                    <a:cs typeface="HRSD" panose="02000906030000020004" pitchFamily="2" charset="-78"/>
                  </a:rPr>
                  <a:t>CSAT </a:t>
                </a:r>
                <a:r>
                  <a:rPr lang="ar-SA" sz="1400" b="1" dirty="0">
                    <a:solidFill>
                      <a:srgbClr val="0F3144"/>
                    </a:solidFill>
                    <a:latin typeface="HRSD" panose="02000906030000020004" pitchFamily="2" charset="-78"/>
                    <a:cs typeface="HRSD" panose="02000906030000020004" pitchFamily="2" charset="-78"/>
                  </a:rPr>
                  <a:t>و</a:t>
                </a:r>
                <a:r>
                  <a:rPr lang="en-US" sz="1400" b="1" dirty="0">
                    <a:solidFill>
                      <a:srgbClr val="0F3144"/>
                    </a:solidFill>
                    <a:latin typeface="HRSD" panose="02000906030000020004" pitchFamily="2" charset="-78"/>
                    <a:cs typeface="HRSD" panose="02000906030000020004" pitchFamily="2" charset="-78"/>
                  </a:rPr>
                  <a:t>NPS</a:t>
                </a:r>
                <a:endParaRPr lang="ar-SA" sz="1400" b="1" dirty="0">
                  <a:solidFill>
                    <a:srgbClr val="0F3144"/>
                  </a:solidFill>
                  <a:latin typeface="HRSD" panose="02000906030000020004" pitchFamily="2" charset="-78"/>
                  <a:cs typeface="HRSD" panose="02000906030000020004" pitchFamily="2" charset="-78"/>
                </a:endParaRPr>
              </a:p>
            </p:txBody>
          </p:sp>
          <p:sp>
            <p:nvSpPr>
              <p:cNvPr id="53" name="مربع نص 52">
                <a:extLst>
                  <a:ext uri="{FF2B5EF4-FFF2-40B4-BE49-F238E27FC236}">
                    <a16:creationId xmlns:a16="http://schemas.microsoft.com/office/drawing/2014/main" id="{9962020E-6F1D-6C3F-9931-EBC87879CB90}"/>
                  </a:ext>
                </a:extLst>
              </p:cNvPr>
              <p:cNvSpPr txBox="1"/>
              <p:nvPr/>
            </p:nvSpPr>
            <p:spPr>
              <a:xfrm>
                <a:off x="2175932" y="2284936"/>
                <a:ext cx="925961" cy="307777"/>
              </a:xfrm>
              <a:prstGeom prst="rect">
                <a:avLst/>
              </a:prstGeom>
              <a:noFill/>
            </p:spPr>
            <p:txBody>
              <a:bodyPr wrap="square">
                <a:spAutoFit/>
              </a:bodyPr>
              <a:lstStyle/>
              <a:p>
                <a:r>
                  <a:rPr lang="ar-SA" sz="1400" b="1" dirty="0">
                    <a:solidFill>
                      <a:srgbClr val="0F3144"/>
                    </a:solidFill>
                    <a:latin typeface="HRSD" panose="02000906030000020004" pitchFamily="2" charset="-78"/>
                    <a:cs typeface="HRSD" panose="02000906030000020004" pitchFamily="2" charset="-78"/>
                  </a:rPr>
                  <a:t>25%</a:t>
                </a:r>
              </a:p>
            </p:txBody>
          </p:sp>
        </p:grpSp>
        <p:grpSp>
          <p:nvGrpSpPr>
            <p:cNvPr id="109" name="مجموعة 108">
              <a:extLst>
                <a:ext uri="{FF2B5EF4-FFF2-40B4-BE49-F238E27FC236}">
                  <a16:creationId xmlns:a16="http://schemas.microsoft.com/office/drawing/2014/main" id="{6AF42BF1-9E9F-BBC9-CEE5-5953E27D7D70}"/>
                </a:ext>
              </a:extLst>
            </p:cNvPr>
            <p:cNvGrpSpPr/>
            <p:nvPr/>
          </p:nvGrpSpPr>
          <p:grpSpPr>
            <a:xfrm>
              <a:off x="1498600" y="3910414"/>
              <a:ext cx="9936218" cy="780565"/>
              <a:chOff x="1498600" y="3910414"/>
              <a:chExt cx="9936218" cy="780565"/>
            </a:xfrm>
          </p:grpSpPr>
          <p:grpSp>
            <p:nvGrpSpPr>
              <p:cNvPr id="66" name="مجموعة 65">
                <a:extLst>
                  <a:ext uri="{FF2B5EF4-FFF2-40B4-BE49-F238E27FC236}">
                    <a16:creationId xmlns:a16="http://schemas.microsoft.com/office/drawing/2014/main" id="{432F7FAA-36C1-6634-0659-CC3FD4911478}"/>
                  </a:ext>
                </a:extLst>
              </p:cNvPr>
              <p:cNvGrpSpPr/>
              <p:nvPr/>
            </p:nvGrpSpPr>
            <p:grpSpPr>
              <a:xfrm>
                <a:off x="1498600" y="3910414"/>
                <a:ext cx="9936218" cy="780565"/>
                <a:chOff x="1498600" y="2160823"/>
                <a:chExt cx="9936218" cy="780565"/>
              </a:xfrm>
            </p:grpSpPr>
            <p:sp>
              <p:nvSpPr>
                <p:cNvPr id="67" name="AutoShape 59">
                  <a:extLst>
                    <a:ext uri="{FF2B5EF4-FFF2-40B4-BE49-F238E27FC236}">
                      <a16:creationId xmlns:a16="http://schemas.microsoft.com/office/drawing/2014/main" id="{0FCDA09E-F313-744F-723A-5F6BA3FCFAAF}"/>
                    </a:ext>
                  </a:extLst>
                </p:cNvPr>
                <p:cNvSpPr>
                  <a:spLocks noChangeArrowheads="1"/>
                </p:cNvSpPr>
                <p:nvPr/>
              </p:nvSpPr>
              <p:spPr bwMode="blackWhite">
                <a:xfrm>
                  <a:off x="1498600" y="2169382"/>
                  <a:ext cx="9818150" cy="738664"/>
                </a:xfrm>
                <a:prstGeom prst="roundRect">
                  <a:avLst>
                    <a:gd name="adj" fmla="val 16625"/>
                  </a:avLst>
                </a:prstGeom>
                <a:solidFill>
                  <a:srgbClr val="334E5D">
                    <a:alpha val="38000"/>
                  </a:srgbClr>
                </a:solidFill>
                <a:ln w="9525" algn="ctr">
                  <a:noFill/>
                  <a:round/>
                  <a:headEnd/>
                  <a:tailEnd/>
                </a:ln>
              </p:spPr>
              <p:txBody>
                <a:bodyPr lIns="32652" tIns="32652" rIns="32652" bIns="32652" anchor="ctr"/>
                <a:lstStyle/>
                <a:p>
                  <a:pPr lvl="0" rtl="0" eaLnBrk="0" fontAlgn="base" hangingPunct="0">
                    <a:spcBef>
                      <a:spcPct val="0"/>
                    </a:spcBef>
                    <a:spcAft>
                      <a:spcPct val="0"/>
                    </a:spcAft>
                  </a:pPr>
                  <a:endParaRPr lang="ar-SA" altLang="ar-SA" sz="1600" dirty="0">
                    <a:solidFill>
                      <a:schemeClr val="bg1"/>
                    </a:solidFill>
                    <a:latin typeface="HRSD Gov Medium" pitchFamily="2" charset="-78"/>
                    <a:ea typeface="HRSD Gov Medium" pitchFamily="2" charset="-78"/>
                    <a:cs typeface="HRSD Gov Medium" pitchFamily="2" charset="-78"/>
                  </a:endParaRPr>
                </a:p>
              </p:txBody>
            </p:sp>
            <p:sp>
              <p:nvSpPr>
                <p:cNvPr id="78" name="AutoShape 59">
                  <a:extLst>
                    <a:ext uri="{FF2B5EF4-FFF2-40B4-BE49-F238E27FC236}">
                      <a16:creationId xmlns:a16="http://schemas.microsoft.com/office/drawing/2014/main" id="{E5006788-1C74-19F8-9829-808C0461BCB2}"/>
                    </a:ext>
                  </a:extLst>
                </p:cNvPr>
                <p:cNvSpPr>
                  <a:spLocks noChangeArrowheads="1"/>
                </p:cNvSpPr>
                <p:nvPr/>
              </p:nvSpPr>
              <p:spPr bwMode="blackWhite">
                <a:xfrm>
                  <a:off x="9048228" y="2160823"/>
                  <a:ext cx="2386590" cy="747223"/>
                </a:xfrm>
                <a:prstGeom prst="roundRect">
                  <a:avLst>
                    <a:gd name="adj" fmla="val 16625"/>
                  </a:avLst>
                </a:prstGeom>
                <a:solidFill>
                  <a:srgbClr val="334E5D"/>
                </a:solidFill>
                <a:ln w="9525" algn="ctr">
                  <a:noFill/>
                  <a:round/>
                  <a:headEnd/>
                  <a:tailEnd/>
                </a:ln>
              </p:spPr>
              <p:txBody>
                <a:bodyPr lIns="32652" tIns="32652" rIns="32652" bIns="32652" anchor="ctr"/>
                <a:lstStyle/>
                <a:p>
                  <a:pPr lvl="0" rtl="0" eaLnBrk="0" fontAlgn="base" hangingPunct="0">
                    <a:spcBef>
                      <a:spcPct val="0"/>
                    </a:spcBef>
                    <a:spcAft>
                      <a:spcPct val="0"/>
                    </a:spcAft>
                  </a:pPr>
                  <a:r>
                    <a:rPr lang="ar-SA" altLang="ar-SA" sz="1600" dirty="0">
                      <a:solidFill>
                        <a:schemeClr val="bg1"/>
                      </a:solidFill>
                      <a:latin typeface="HRSD Gov Medium" pitchFamily="2" charset="-78"/>
                      <a:ea typeface="HRSD Gov Medium" pitchFamily="2" charset="-78"/>
                      <a:cs typeface="HRSD Gov Medium" pitchFamily="2" charset="-78"/>
                    </a:rPr>
                    <a:t>                     متابعة الفريق الإشرافي</a:t>
                  </a:r>
                </a:p>
              </p:txBody>
            </p:sp>
            <p:sp>
              <p:nvSpPr>
                <p:cNvPr id="75" name="مربع نص 74">
                  <a:extLst>
                    <a:ext uri="{FF2B5EF4-FFF2-40B4-BE49-F238E27FC236}">
                      <a16:creationId xmlns:a16="http://schemas.microsoft.com/office/drawing/2014/main" id="{7CDAA6F8-84B4-C867-DBA0-410AAD0CC14B}"/>
                    </a:ext>
                  </a:extLst>
                </p:cNvPr>
                <p:cNvSpPr txBox="1"/>
                <p:nvPr/>
              </p:nvSpPr>
              <p:spPr>
                <a:xfrm>
                  <a:off x="6501008" y="2202724"/>
                  <a:ext cx="2067188" cy="738664"/>
                </a:xfrm>
                <a:prstGeom prst="rect">
                  <a:avLst/>
                </a:prstGeom>
                <a:noFill/>
              </p:spPr>
              <p:txBody>
                <a:bodyPr wrap="square">
                  <a:spAutoFit/>
                </a:bodyPr>
                <a:lstStyle/>
                <a:p>
                  <a:r>
                    <a:rPr lang="ar-SA" sz="1400" b="1" dirty="0">
                      <a:solidFill>
                        <a:srgbClr val="0F3144"/>
                      </a:solidFill>
                      <a:latin typeface="HRSD" panose="02000906030000020004" pitchFamily="2" charset="-78"/>
                      <a:cs typeface="HRSD" panose="02000906030000020004" pitchFamily="2" charset="-78"/>
                    </a:rPr>
                    <a:t>- تقييم المشرفين</a:t>
                  </a:r>
                  <a:br>
                    <a:rPr lang="ar-SA" sz="1400" b="1" dirty="0">
                      <a:solidFill>
                        <a:srgbClr val="0F3144"/>
                      </a:solidFill>
                      <a:latin typeface="HRSD" panose="02000906030000020004" pitchFamily="2" charset="-78"/>
                      <a:cs typeface="HRSD" panose="02000906030000020004" pitchFamily="2" charset="-78"/>
                    </a:rPr>
                  </a:br>
                  <a:r>
                    <a:rPr lang="ar-SA" sz="1400" b="1" dirty="0">
                      <a:solidFill>
                        <a:srgbClr val="0F3144"/>
                      </a:solidFill>
                      <a:latin typeface="HRSD" panose="02000906030000020004" pitchFamily="2" charset="-78"/>
                      <a:cs typeface="HRSD" panose="02000906030000020004" pitchFamily="2" charset="-78"/>
                    </a:rPr>
                    <a:t>- الالتزام بالمعايير</a:t>
                  </a:r>
                  <a:br>
                    <a:rPr lang="ar-SA" sz="1400" b="1" dirty="0">
                      <a:solidFill>
                        <a:srgbClr val="0F3144"/>
                      </a:solidFill>
                      <a:latin typeface="HRSD" panose="02000906030000020004" pitchFamily="2" charset="-78"/>
                      <a:cs typeface="HRSD" panose="02000906030000020004" pitchFamily="2" charset="-78"/>
                    </a:rPr>
                  </a:br>
                  <a:r>
                    <a:rPr lang="ar-SA" sz="1400" b="1" dirty="0">
                      <a:solidFill>
                        <a:srgbClr val="0F3144"/>
                      </a:solidFill>
                      <a:latin typeface="HRSD" panose="02000906030000020004" pitchFamily="2" charset="-78"/>
                      <a:cs typeface="HRSD" panose="02000906030000020004" pitchFamily="2" charset="-78"/>
                    </a:rPr>
                    <a:t>- الردود التوضيحية</a:t>
                  </a:r>
                </a:p>
              </p:txBody>
            </p:sp>
            <p:sp>
              <p:nvSpPr>
                <p:cNvPr id="76" name="مربع نص 75">
                  <a:extLst>
                    <a:ext uri="{FF2B5EF4-FFF2-40B4-BE49-F238E27FC236}">
                      <a16:creationId xmlns:a16="http://schemas.microsoft.com/office/drawing/2014/main" id="{807A99C9-C61E-A735-7F61-4F40DBF79CA6}"/>
                    </a:ext>
                  </a:extLst>
                </p:cNvPr>
                <p:cNvSpPr txBox="1"/>
                <p:nvPr/>
              </p:nvSpPr>
              <p:spPr>
                <a:xfrm>
                  <a:off x="4234932" y="2219657"/>
                  <a:ext cx="2067188" cy="523220"/>
                </a:xfrm>
                <a:prstGeom prst="rect">
                  <a:avLst/>
                </a:prstGeom>
                <a:noFill/>
              </p:spPr>
              <p:txBody>
                <a:bodyPr wrap="square">
                  <a:spAutoFit/>
                </a:bodyPr>
                <a:lstStyle/>
                <a:p>
                  <a:r>
                    <a:rPr lang="ar-SA" sz="1400" b="1" dirty="0">
                      <a:solidFill>
                        <a:srgbClr val="0F3144"/>
                      </a:solidFill>
                      <a:latin typeface="HRSD" panose="02000906030000020004" pitchFamily="2" charset="-78"/>
                      <a:cs typeface="HRSD" panose="02000906030000020004" pitchFamily="2" charset="-78"/>
                    </a:rPr>
                    <a:t>مراجعة مؤشرات أداء المشرفين وجودة الالتزام بالعمليات</a:t>
                  </a:r>
                </a:p>
              </p:txBody>
            </p:sp>
            <p:sp>
              <p:nvSpPr>
                <p:cNvPr id="77" name="مربع نص 76">
                  <a:extLst>
                    <a:ext uri="{FF2B5EF4-FFF2-40B4-BE49-F238E27FC236}">
                      <a16:creationId xmlns:a16="http://schemas.microsoft.com/office/drawing/2014/main" id="{06286476-29EE-50C7-89B6-81465BE16703}"/>
                    </a:ext>
                  </a:extLst>
                </p:cNvPr>
                <p:cNvSpPr txBox="1"/>
                <p:nvPr/>
              </p:nvSpPr>
              <p:spPr>
                <a:xfrm>
                  <a:off x="2175932" y="2284936"/>
                  <a:ext cx="925961" cy="307777"/>
                </a:xfrm>
                <a:prstGeom prst="rect">
                  <a:avLst/>
                </a:prstGeom>
                <a:noFill/>
              </p:spPr>
              <p:txBody>
                <a:bodyPr wrap="square">
                  <a:spAutoFit/>
                </a:bodyPr>
                <a:lstStyle/>
                <a:p>
                  <a:r>
                    <a:rPr lang="ar-SA" sz="1400" b="1" dirty="0">
                      <a:solidFill>
                        <a:srgbClr val="0F3144"/>
                      </a:solidFill>
                      <a:latin typeface="HRSD" panose="02000906030000020004" pitchFamily="2" charset="-78"/>
                      <a:cs typeface="HRSD" panose="02000906030000020004" pitchFamily="2" charset="-78"/>
                    </a:rPr>
                    <a:t>25%</a:t>
                  </a:r>
                </a:p>
              </p:txBody>
            </p:sp>
          </p:grpSp>
          <p:grpSp>
            <p:nvGrpSpPr>
              <p:cNvPr id="104" name="Group 13">
                <a:extLst>
                  <a:ext uri="{FF2B5EF4-FFF2-40B4-BE49-F238E27FC236}">
                    <a16:creationId xmlns:a16="http://schemas.microsoft.com/office/drawing/2014/main" id="{52B40B5B-D96A-870E-0D3E-F615BD82F932}"/>
                  </a:ext>
                </a:extLst>
              </p:cNvPr>
              <p:cNvGrpSpPr>
                <a:grpSpLocks noChangeAspect="1"/>
              </p:cNvGrpSpPr>
              <p:nvPr/>
            </p:nvGrpSpPr>
            <p:grpSpPr bwMode="auto">
              <a:xfrm>
                <a:off x="10909400" y="4053058"/>
                <a:ext cx="363538" cy="355600"/>
                <a:chOff x="6878" y="2004"/>
                <a:chExt cx="229" cy="224"/>
              </a:xfrm>
            </p:grpSpPr>
            <p:sp>
              <p:nvSpPr>
                <p:cNvPr id="105" name="AutoShape 12">
                  <a:extLst>
                    <a:ext uri="{FF2B5EF4-FFF2-40B4-BE49-F238E27FC236}">
                      <a16:creationId xmlns:a16="http://schemas.microsoft.com/office/drawing/2014/main" id="{9FEC2D64-2512-FFB4-91CE-3CDA27C8ADAE}"/>
                    </a:ext>
                  </a:extLst>
                </p:cNvPr>
                <p:cNvSpPr>
                  <a:spLocks noChangeAspect="1" noChangeArrowheads="1" noTextEdit="1"/>
                </p:cNvSpPr>
                <p:nvPr/>
              </p:nvSpPr>
              <p:spPr bwMode="auto">
                <a:xfrm>
                  <a:off x="6878" y="2004"/>
                  <a:ext cx="229"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06" name="Freeform 14">
                  <a:extLst>
                    <a:ext uri="{FF2B5EF4-FFF2-40B4-BE49-F238E27FC236}">
                      <a16:creationId xmlns:a16="http://schemas.microsoft.com/office/drawing/2014/main" id="{276B5F61-E9E1-F5DB-53BC-653C6183CCB7}"/>
                    </a:ext>
                  </a:extLst>
                </p:cNvPr>
                <p:cNvSpPr>
                  <a:spLocks noEditPoints="1"/>
                </p:cNvSpPr>
                <p:nvPr/>
              </p:nvSpPr>
              <p:spPr bwMode="auto">
                <a:xfrm>
                  <a:off x="6878" y="2042"/>
                  <a:ext cx="195" cy="188"/>
                </a:xfrm>
                <a:custGeom>
                  <a:avLst/>
                  <a:gdLst>
                    <a:gd name="T0" fmla="*/ 0 w 1293"/>
                    <a:gd name="T1" fmla="*/ 0 h 1152"/>
                    <a:gd name="T2" fmla="*/ 0 w 1293"/>
                    <a:gd name="T3" fmla="*/ 0 h 1152"/>
                    <a:gd name="T4" fmla="*/ 0 w 1293"/>
                    <a:gd name="T5" fmla="*/ 916 h 1152"/>
                    <a:gd name="T6" fmla="*/ 235 w 1293"/>
                    <a:gd name="T7" fmla="*/ 916 h 1152"/>
                    <a:gd name="T8" fmla="*/ 235 w 1293"/>
                    <a:gd name="T9" fmla="*/ 1152 h 1152"/>
                    <a:gd name="T10" fmla="*/ 470 w 1293"/>
                    <a:gd name="T11" fmla="*/ 916 h 1152"/>
                    <a:gd name="T12" fmla="*/ 1293 w 1293"/>
                    <a:gd name="T13" fmla="*/ 916 h 1152"/>
                    <a:gd name="T14" fmla="*/ 1293 w 1293"/>
                    <a:gd name="T15" fmla="*/ 0 h 1152"/>
                    <a:gd name="T16" fmla="*/ 0 w 1293"/>
                    <a:gd name="T17" fmla="*/ 0 h 1152"/>
                    <a:gd name="T18" fmla="*/ 61 w 1293"/>
                    <a:gd name="T19" fmla="*/ 61 h 1152"/>
                    <a:gd name="T20" fmla="*/ 61 w 1293"/>
                    <a:gd name="T21" fmla="*/ 61 h 1152"/>
                    <a:gd name="T22" fmla="*/ 1232 w 1293"/>
                    <a:gd name="T23" fmla="*/ 61 h 1152"/>
                    <a:gd name="T24" fmla="*/ 1232 w 1293"/>
                    <a:gd name="T25" fmla="*/ 855 h 1152"/>
                    <a:gd name="T26" fmla="*/ 445 w 1293"/>
                    <a:gd name="T27" fmla="*/ 855 h 1152"/>
                    <a:gd name="T28" fmla="*/ 296 w 1293"/>
                    <a:gd name="T29" fmla="*/ 1004 h 1152"/>
                    <a:gd name="T30" fmla="*/ 296 w 1293"/>
                    <a:gd name="T31" fmla="*/ 855 h 1152"/>
                    <a:gd name="T32" fmla="*/ 61 w 1293"/>
                    <a:gd name="T33" fmla="*/ 855 h 1152"/>
                    <a:gd name="T34" fmla="*/ 61 w 1293"/>
                    <a:gd name="T35" fmla="*/ 61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93" h="1152">
                      <a:moveTo>
                        <a:pt x="0" y="0"/>
                      </a:moveTo>
                      <a:lnTo>
                        <a:pt x="0" y="0"/>
                      </a:lnTo>
                      <a:lnTo>
                        <a:pt x="0" y="916"/>
                      </a:lnTo>
                      <a:lnTo>
                        <a:pt x="235" y="916"/>
                      </a:lnTo>
                      <a:lnTo>
                        <a:pt x="235" y="1152"/>
                      </a:lnTo>
                      <a:lnTo>
                        <a:pt x="470" y="916"/>
                      </a:lnTo>
                      <a:lnTo>
                        <a:pt x="1293" y="916"/>
                      </a:lnTo>
                      <a:lnTo>
                        <a:pt x="1293" y="0"/>
                      </a:lnTo>
                      <a:lnTo>
                        <a:pt x="0" y="0"/>
                      </a:lnTo>
                      <a:close/>
                      <a:moveTo>
                        <a:pt x="61" y="61"/>
                      </a:moveTo>
                      <a:lnTo>
                        <a:pt x="61" y="61"/>
                      </a:lnTo>
                      <a:lnTo>
                        <a:pt x="1232" y="61"/>
                      </a:lnTo>
                      <a:lnTo>
                        <a:pt x="1232" y="855"/>
                      </a:lnTo>
                      <a:lnTo>
                        <a:pt x="445" y="855"/>
                      </a:lnTo>
                      <a:lnTo>
                        <a:pt x="296" y="1004"/>
                      </a:lnTo>
                      <a:lnTo>
                        <a:pt x="296" y="855"/>
                      </a:lnTo>
                      <a:lnTo>
                        <a:pt x="61" y="855"/>
                      </a:lnTo>
                      <a:lnTo>
                        <a:pt x="61" y="61"/>
                      </a:lnTo>
                      <a:close/>
                    </a:path>
                  </a:pathLst>
                </a:custGeom>
                <a:solidFill>
                  <a:schemeClr val="bg1"/>
                </a:solidFill>
                <a:ln w="0">
                  <a:solidFill>
                    <a:schemeClr val="tx1">
                      <a:lumMod val="20000"/>
                      <a:lumOff val="80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sp>
              <p:nvSpPr>
                <p:cNvPr id="107" name="Freeform 15">
                  <a:extLst>
                    <a:ext uri="{FF2B5EF4-FFF2-40B4-BE49-F238E27FC236}">
                      <a16:creationId xmlns:a16="http://schemas.microsoft.com/office/drawing/2014/main" id="{7B8C6EDF-63C9-30DF-AB63-37AAD3B35B47}"/>
                    </a:ext>
                  </a:extLst>
                </p:cNvPr>
                <p:cNvSpPr>
                  <a:spLocks noEditPoints="1"/>
                </p:cNvSpPr>
                <p:nvPr/>
              </p:nvSpPr>
              <p:spPr bwMode="auto">
                <a:xfrm>
                  <a:off x="6914" y="2003"/>
                  <a:ext cx="195" cy="150"/>
                </a:xfrm>
                <a:custGeom>
                  <a:avLst/>
                  <a:gdLst>
                    <a:gd name="T0" fmla="*/ 0 w 1293"/>
                    <a:gd name="T1" fmla="*/ 915 h 915"/>
                    <a:gd name="T2" fmla="*/ 0 w 1293"/>
                    <a:gd name="T3" fmla="*/ 915 h 915"/>
                    <a:gd name="T4" fmla="*/ 1293 w 1293"/>
                    <a:gd name="T5" fmla="*/ 915 h 915"/>
                    <a:gd name="T6" fmla="*/ 1293 w 1293"/>
                    <a:gd name="T7" fmla="*/ 0 h 915"/>
                    <a:gd name="T8" fmla="*/ 0 w 1293"/>
                    <a:gd name="T9" fmla="*/ 0 h 915"/>
                    <a:gd name="T10" fmla="*/ 0 w 1293"/>
                    <a:gd name="T11" fmla="*/ 915 h 915"/>
                    <a:gd name="T12" fmla="*/ 61 w 1293"/>
                    <a:gd name="T13" fmla="*/ 60 h 915"/>
                    <a:gd name="T14" fmla="*/ 61 w 1293"/>
                    <a:gd name="T15" fmla="*/ 60 h 915"/>
                    <a:gd name="T16" fmla="*/ 1232 w 1293"/>
                    <a:gd name="T17" fmla="*/ 60 h 915"/>
                    <a:gd name="T18" fmla="*/ 1232 w 1293"/>
                    <a:gd name="T19" fmla="*/ 854 h 915"/>
                    <a:gd name="T20" fmla="*/ 61 w 1293"/>
                    <a:gd name="T21" fmla="*/ 854 h 915"/>
                    <a:gd name="T22" fmla="*/ 61 w 1293"/>
                    <a:gd name="T23" fmla="*/ 60 h 9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93" h="915">
                      <a:moveTo>
                        <a:pt x="0" y="915"/>
                      </a:moveTo>
                      <a:lnTo>
                        <a:pt x="0" y="915"/>
                      </a:lnTo>
                      <a:lnTo>
                        <a:pt x="1293" y="915"/>
                      </a:lnTo>
                      <a:lnTo>
                        <a:pt x="1293" y="0"/>
                      </a:lnTo>
                      <a:lnTo>
                        <a:pt x="0" y="0"/>
                      </a:lnTo>
                      <a:lnTo>
                        <a:pt x="0" y="915"/>
                      </a:lnTo>
                      <a:close/>
                      <a:moveTo>
                        <a:pt x="61" y="60"/>
                      </a:moveTo>
                      <a:lnTo>
                        <a:pt x="61" y="60"/>
                      </a:lnTo>
                      <a:lnTo>
                        <a:pt x="1232" y="60"/>
                      </a:lnTo>
                      <a:lnTo>
                        <a:pt x="1232" y="854"/>
                      </a:lnTo>
                      <a:lnTo>
                        <a:pt x="61" y="854"/>
                      </a:lnTo>
                      <a:lnTo>
                        <a:pt x="61" y="60"/>
                      </a:lnTo>
                      <a:close/>
                    </a:path>
                  </a:pathLst>
                </a:custGeom>
                <a:solidFill>
                  <a:schemeClr val="bg1"/>
                </a:solidFill>
                <a:ln w="0">
                  <a:solidFill>
                    <a:schemeClr val="tx1">
                      <a:lumMod val="20000"/>
                      <a:lumOff val="80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sp>
              <p:nvSpPr>
                <p:cNvPr id="108" name="Freeform 16">
                  <a:extLst>
                    <a:ext uri="{FF2B5EF4-FFF2-40B4-BE49-F238E27FC236}">
                      <a16:creationId xmlns:a16="http://schemas.microsoft.com/office/drawing/2014/main" id="{7065D080-8E2D-AF84-6B45-853910F72D35}"/>
                    </a:ext>
                  </a:extLst>
                </p:cNvPr>
                <p:cNvSpPr>
                  <a:spLocks/>
                </p:cNvSpPr>
                <p:nvPr/>
              </p:nvSpPr>
              <p:spPr bwMode="auto">
                <a:xfrm>
                  <a:off x="6932" y="2061"/>
                  <a:ext cx="123" cy="72"/>
                </a:xfrm>
                <a:custGeom>
                  <a:avLst/>
                  <a:gdLst>
                    <a:gd name="T0" fmla="*/ 0 w 814"/>
                    <a:gd name="T1" fmla="*/ 0 h 437"/>
                    <a:gd name="T2" fmla="*/ 0 w 814"/>
                    <a:gd name="T3" fmla="*/ 0 h 437"/>
                    <a:gd name="T4" fmla="*/ 814 w 814"/>
                    <a:gd name="T5" fmla="*/ 0 h 437"/>
                    <a:gd name="T6" fmla="*/ 814 w 814"/>
                    <a:gd name="T7" fmla="*/ 437 h 437"/>
                    <a:gd name="T8" fmla="*/ 0 w 814"/>
                    <a:gd name="T9" fmla="*/ 437 h 437"/>
                    <a:gd name="T10" fmla="*/ 0 w 814"/>
                    <a:gd name="T11" fmla="*/ 0 h 437"/>
                  </a:gdLst>
                  <a:ahLst/>
                  <a:cxnLst>
                    <a:cxn ang="0">
                      <a:pos x="T0" y="T1"/>
                    </a:cxn>
                    <a:cxn ang="0">
                      <a:pos x="T2" y="T3"/>
                    </a:cxn>
                    <a:cxn ang="0">
                      <a:pos x="T4" y="T5"/>
                    </a:cxn>
                    <a:cxn ang="0">
                      <a:pos x="T6" y="T7"/>
                    </a:cxn>
                    <a:cxn ang="0">
                      <a:pos x="T8" y="T9"/>
                    </a:cxn>
                    <a:cxn ang="0">
                      <a:pos x="T10" y="T11"/>
                    </a:cxn>
                  </a:cxnLst>
                  <a:rect l="0" t="0" r="r" b="b"/>
                  <a:pathLst>
                    <a:path w="814" h="437">
                      <a:moveTo>
                        <a:pt x="0" y="0"/>
                      </a:moveTo>
                      <a:lnTo>
                        <a:pt x="0" y="0"/>
                      </a:lnTo>
                      <a:lnTo>
                        <a:pt x="814" y="0"/>
                      </a:lnTo>
                      <a:lnTo>
                        <a:pt x="814" y="437"/>
                      </a:lnTo>
                      <a:lnTo>
                        <a:pt x="0" y="437"/>
                      </a:lnTo>
                      <a:lnTo>
                        <a:pt x="0" y="0"/>
                      </a:lnTo>
                      <a:close/>
                    </a:path>
                  </a:pathLst>
                </a:custGeom>
                <a:solidFill>
                  <a:srgbClr val="F59131"/>
                </a:solidFill>
                <a:ln w="0">
                  <a:solidFill>
                    <a:schemeClr val="tx1">
                      <a:lumMod val="20000"/>
                      <a:lumOff val="80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grpSp>
        </p:grpSp>
        <p:grpSp>
          <p:nvGrpSpPr>
            <p:cNvPr id="114" name="مجموعة 113">
              <a:extLst>
                <a:ext uri="{FF2B5EF4-FFF2-40B4-BE49-F238E27FC236}">
                  <a16:creationId xmlns:a16="http://schemas.microsoft.com/office/drawing/2014/main" id="{55EEDAE4-2CA9-9782-2A02-3EE65497E341}"/>
                </a:ext>
              </a:extLst>
            </p:cNvPr>
            <p:cNvGrpSpPr/>
            <p:nvPr/>
          </p:nvGrpSpPr>
          <p:grpSpPr>
            <a:xfrm>
              <a:off x="1498600" y="3007900"/>
              <a:ext cx="9936218" cy="762923"/>
              <a:chOff x="1498600" y="3007900"/>
              <a:chExt cx="9936218" cy="762923"/>
            </a:xfrm>
          </p:grpSpPr>
          <p:grpSp>
            <p:nvGrpSpPr>
              <p:cNvPr id="84" name="مجموعة 83">
                <a:extLst>
                  <a:ext uri="{FF2B5EF4-FFF2-40B4-BE49-F238E27FC236}">
                    <a16:creationId xmlns:a16="http://schemas.microsoft.com/office/drawing/2014/main" id="{647CD467-FB8F-9FFC-144E-1DFC8F8F680D}"/>
                  </a:ext>
                </a:extLst>
              </p:cNvPr>
              <p:cNvGrpSpPr/>
              <p:nvPr/>
            </p:nvGrpSpPr>
            <p:grpSpPr>
              <a:xfrm>
                <a:off x="1498600" y="3007900"/>
                <a:ext cx="9936218" cy="762923"/>
                <a:chOff x="1498600" y="2145123"/>
                <a:chExt cx="9936218" cy="762923"/>
              </a:xfrm>
            </p:grpSpPr>
            <p:sp>
              <p:nvSpPr>
                <p:cNvPr id="86" name="AutoShape 59">
                  <a:extLst>
                    <a:ext uri="{FF2B5EF4-FFF2-40B4-BE49-F238E27FC236}">
                      <a16:creationId xmlns:a16="http://schemas.microsoft.com/office/drawing/2014/main" id="{0DE93980-8553-AEEF-EC04-C01F1FB9C2E9}"/>
                    </a:ext>
                  </a:extLst>
                </p:cNvPr>
                <p:cNvSpPr>
                  <a:spLocks noChangeArrowheads="1"/>
                </p:cNvSpPr>
                <p:nvPr/>
              </p:nvSpPr>
              <p:spPr bwMode="blackWhite">
                <a:xfrm>
                  <a:off x="1498600" y="2169382"/>
                  <a:ext cx="9818150" cy="738664"/>
                </a:xfrm>
                <a:prstGeom prst="roundRect">
                  <a:avLst>
                    <a:gd name="adj" fmla="val 16625"/>
                  </a:avLst>
                </a:prstGeom>
                <a:solidFill>
                  <a:srgbClr val="269798">
                    <a:alpha val="38000"/>
                  </a:srgbClr>
                </a:solidFill>
                <a:ln w="9525" algn="ctr">
                  <a:noFill/>
                  <a:round/>
                  <a:headEnd/>
                  <a:tailEnd/>
                </a:ln>
              </p:spPr>
              <p:txBody>
                <a:bodyPr lIns="32652" tIns="32652" rIns="32652" bIns="32652" anchor="ctr"/>
                <a:lstStyle/>
                <a:p>
                  <a:pPr lvl="0" rtl="0" eaLnBrk="0" fontAlgn="base" hangingPunct="0">
                    <a:spcBef>
                      <a:spcPct val="0"/>
                    </a:spcBef>
                    <a:spcAft>
                      <a:spcPct val="0"/>
                    </a:spcAft>
                  </a:pPr>
                  <a:endParaRPr lang="ar-SA" altLang="ar-SA" sz="1600" dirty="0">
                    <a:solidFill>
                      <a:schemeClr val="bg1"/>
                    </a:solidFill>
                    <a:latin typeface="HRSD Gov Medium" pitchFamily="2" charset="-78"/>
                    <a:ea typeface="HRSD Gov Medium" pitchFamily="2" charset="-78"/>
                    <a:cs typeface="HRSD Gov Medium" pitchFamily="2" charset="-78"/>
                  </a:endParaRPr>
                </a:p>
              </p:txBody>
            </p:sp>
            <p:sp>
              <p:nvSpPr>
                <p:cNvPr id="87" name="AutoShape 59">
                  <a:extLst>
                    <a:ext uri="{FF2B5EF4-FFF2-40B4-BE49-F238E27FC236}">
                      <a16:creationId xmlns:a16="http://schemas.microsoft.com/office/drawing/2014/main" id="{B2A36A20-6E59-820B-D174-93EFB99C07C5}"/>
                    </a:ext>
                  </a:extLst>
                </p:cNvPr>
                <p:cNvSpPr>
                  <a:spLocks noChangeArrowheads="1"/>
                </p:cNvSpPr>
                <p:nvPr/>
              </p:nvSpPr>
              <p:spPr bwMode="blackWhite">
                <a:xfrm>
                  <a:off x="9048228" y="2160823"/>
                  <a:ext cx="2386590" cy="747223"/>
                </a:xfrm>
                <a:prstGeom prst="roundRect">
                  <a:avLst>
                    <a:gd name="adj" fmla="val 16625"/>
                  </a:avLst>
                </a:prstGeom>
                <a:solidFill>
                  <a:srgbClr val="269798"/>
                </a:solidFill>
                <a:ln w="9525" algn="ctr">
                  <a:noFill/>
                  <a:round/>
                  <a:headEnd/>
                  <a:tailEnd/>
                </a:ln>
              </p:spPr>
              <p:txBody>
                <a:bodyPr lIns="32652" tIns="32652" rIns="32652" bIns="32652" anchor="ctr"/>
                <a:lstStyle/>
                <a:p>
                  <a:pPr lvl="0" algn="ctr" rtl="0" eaLnBrk="0" fontAlgn="base" hangingPunct="0">
                    <a:spcBef>
                      <a:spcPct val="0"/>
                    </a:spcBef>
                    <a:spcAft>
                      <a:spcPct val="0"/>
                    </a:spcAft>
                  </a:pPr>
                  <a:r>
                    <a:rPr lang="ar-SA" altLang="ar-SA" sz="1600" dirty="0">
                      <a:solidFill>
                        <a:schemeClr val="bg1"/>
                      </a:solidFill>
                      <a:latin typeface="HRSD Gov Medium" pitchFamily="2" charset="-78"/>
                      <a:ea typeface="HRSD Gov Medium" pitchFamily="2" charset="-78"/>
                      <a:cs typeface="HRSD Gov Medium" pitchFamily="2" charset="-78"/>
                    </a:rPr>
                    <a:t>                   جودة الجلسات الافتراضية</a:t>
                  </a:r>
                </a:p>
              </p:txBody>
            </p:sp>
            <p:sp>
              <p:nvSpPr>
                <p:cNvPr id="88" name="مربع نص 87">
                  <a:extLst>
                    <a:ext uri="{FF2B5EF4-FFF2-40B4-BE49-F238E27FC236}">
                      <a16:creationId xmlns:a16="http://schemas.microsoft.com/office/drawing/2014/main" id="{2747E906-5A84-0523-0979-0E853CCCDDA6}"/>
                    </a:ext>
                  </a:extLst>
                </p:cNvPr>
                <p:cNvSpPr txBox="1"/>
                <p:nvPr/>
              </p:nvSpPr>
              <p:spPr>
                <a:xfrm>
                  <a:off x="6507916" y="2145123"/>
                  <a:ext cx="2067188" cy="738664"/>
                </a:xfrm>
                <a:prstGeom prst="rect">
                  <a:avLst/>
                </a:prstGeom>
                <a:noFill/>
              </p:spPr>
              <p:txBody>
                <a:bodyPr wrap="square">
                  <a:spAutoFit/>
                </a:bodyPr>
                <a:lstStyle/>
                <a:p>
                  <a:pPr marR="0" lvl="0" algn="r" defTabSz="914400" eaLnBrk="1" fontAlgn="auto" latinLnBrk="0" hangingPunct="1">
                    <a:lnSpc>
                      <a:spcPct val="100000"/>
                    </a:lnSpc>
                    <a:spcBef>
                      <a:spcPts val="0"/>
                    </a:spcBef>
                    <a:spcAft>
                      <a:spcPts val="0"/>
                    </a:spcAft>
                    <a:buClrTx/>
                    <a:buSzTx/>
                    <a:tabLst/>
                    <a:defRPr/>
                  </a:pPr>
                  <a:r>
                    <a:rPr lang="ar-SA" sz="1400" b="1" dirty="0">
                      <a:solidFill>
                        <a:srgbClr val="0F3144"/>
                      </a:solidFill>
                      <a:latin typeface="HRSD" panose="02000906030000020004" pitchFamily="2" charset="-78"/>
                      <a:cs typeface="HRSD" panose="02000906030000020004" pitchFamily="2" charset="-78"/>
                    </a:rPr>
                    <a:t>- وضوح المحتوى</a:t>
                  </a:r>
                  <a:br>
                    <a:rPr lang="ar-SA" sz="1400" b="1" dirty="0">
                      <a:solidFill>
                        <a:srgbClr val="0F3144"/>
                      </a:solidFill>
                      <a:latin typeface="HRSD" panose="02000906030000020004" pitchFamily="2" charset="-78"/>
                      <a:cs typeface="HRSD" panose="02000906030000020004" pitchFamily="2" charset="-78"/>
                    </a:rPr>
                  </a:br>
                  <a:r>
                    <a:rPr lang="ar-SA" sz="1400" b="1" dirty="0">
                      <a:solidFill>
                        <a:srgbClr val="0F3144"/>
                      </a:solidFill>
                      <a:latin typeface="HRSD" panose="02000906030000020004" pitchFamily="2" charset="-78"/>
                      <a:cs typeface="HRSD" panose="02000906030000020004" pitchFamily="2" charset="-78"/>
                    </a:rPr>
                    <a:t>- سهولة الاستخدام</a:t>
                  </a:r>
                  <a:br>
                    <a:rPr lang="ar-SA" sz="1400" b="1" dirty="0">
                      <a:solidFill>
                        <a:srgbClr val="0F3144"/>
                      </a:solidFill>
                      <a:latin typeface="HRSD" panose="02000906030000020004" pitchFamily="2" charset="-78"/>
                      <a:cs typeface="HRSD" panose="02000906030000020004" pitchFamily="2" charset="-78"/>
                    </a:rPr>
                  </a:br>
                  <a:r>
                    <a:rPr lang="ar-SA" sz="1400" b="1" dirty="0">
                      <a:solidFill>
                        <a:srgbClr val="0F3144"/>
                      </a:solidFill>
                      <a:latin typeface="HRSD" panose="02000906030000020004" pitchFamily="2" charset="-78"/>
                      <a:cs typeface="HRSD" panose="02000906030000020004" pitchFamily="2" charset="-78"/>
                    </a:rPr>
                    <a:t>- وقت الاستجابة</a:t>
                  </a:r>
                </a:p>
              </p:txBody>
            </p:sp>
            <p:sp>
              <p:nvSpPr>
                <p:cNvPr id="89" name="مربع نص 88">
                  <a:extLst>
                    <a:ext uri="{FF2B5EF4-FFF2-40B4-BE49-F238E27FC236}">
                      <a16:creationId xmlns:a16="http://schemas.microsoft.com/office/drawing/2014/main" id="{B08C78AC-7BF9-009F-F6B7-36984C97B5F1}"/>
                    </a:ext>
                  </a:extLst>
                </p:cNvPr>
                <p:cNvSpPr txBox="1"/>
                <p:nvPr/>
              </p:nvSpPr>
              <p:spPr>
                <a:xfrm>
                  <a:off x="4234932" y="2219657"/>
                  <a:ext cx="2067188" cy="523220"/>
                </a:xfrm>
                <a:prstGeom prst="rect">
                  <a:avLst/>
                </a:prstGeom>
                <a:noFill/>
              </p:spPr>
              <p:txBody>
                <a:bodyPr wrap="square">
                  <a:spAutoFit/>
                </a:bodyPr>
                <a:lstStyle/>
                <a:p>
                  <a:r>
                    <a:rPr lang="ar-SA" sz="1400" b="1" dirty="0">
                      <a:solidFill>
                        <a:srgbClr val="0F3144"/>
                      </a:solidFill>
                      <a:latin typeface="HRSD" panose="02000906030000020004" pitchFamily="2" charset="-78"/>
                      <a:cs typeface="HRSD" panose="02000906030000020004" pitchFamily="2" charset="-78"/>
                    </a:rPr>
                    <a:t>تحليل مؤشرات المنصات والتفاعل والتحليل النوعي</a:t>
                  </a:r>
                </a:p>
              </p:txBody>
            </p:sp>
            <p:sp>
              <p:nvSpPr>
                <p:cNvPr id="90" name="مربع نص 89">
                  <a:extLst>
                    <a:ext uri="{FF2B5EF4-FFF2-40B4-BE49-F238E27FC236}">
                      <a16:creationId xmlns:a16="http://schemas.microsoft.com/office/drawing/2014/main" id="{E6298136-7AA3-C4B7-44ED-95EC06D67064}"/>
                    </a:ext>
                  </a:extLst>
                </p:cNvPr>
                <p:cNvSpPr txBox="1"/>
                <p:nvPr/>
              </p:nvSpPr>
              <p:spPr>
                <a:xfrm>
                  <a:off x="2175932" y="2284936"/>
                  <a:ext cx="925961" cy="307777"/>
                </a:xfrm>
                <a:prstGeom prst="rect">
                  <a:avLst/>
                </a:prstGeom>
                <a:noFill/>
              </p:spPr>
              <p:txBody>
                <a:bodyPr wrap="square">
                  <a:spAutoFit/>
                </a:bodyPr>
                <a:lstStyle/>
                <a:p>
                  <a:r>
                    <a:rPr lang="ar-SA" sz="1400" b="1" dirty="0">
                      <a:solidFill>
                        <a:srgbClr val="0F3144"/>
                      </a:solidFill>
                      <a:latin typeface="HRSD" panose="02000906030000020004" pitchFamily="2" charset="-78"/>
                      <a:cs typeface="HRSD" panose="02000906030000020004" pitchFamily="2" charset="-78"/>
                    </a:rPr>
                    <a:t>50%</a:t>
                  </a:r>
                </a:p>
              </p:txBody>
            </p:sp>
          </p:grpSp>
          <p:grpSp>
            <p:nvGrpSpPr>
              <p:cNvPr id="110" name="Group 19">
                <a:extLst>
                  <a:ext uri="{FF2B5EF4-FFF2-40B4-BE49-F238E27FC236}">
                    <a16:creationId xmlns:a16="http://schemas.microsoft.com/office/drawing/2014/main" id="{27D1D444-3723-313E-9156-31B779BEC71A}"/>
                  </a:ext>
                </a:extLst>
              </p:cNvPr>
              <p:cNvGrpSpPr>
                <a:grpSpLocks noChangeAspect="1"/>
              </p:cNvGrpSpPr>
              <p:nvPr/>
            </p:nvGrpSpPr>
            <p:grpSpPr bwMode="auto">
              <a:xfrm>
                <a:off x="10868125" y="3147713"/>
                <a:ext cx="392112" cy="425450"/>
                <a:chOff x="6821" y="3208"/>
                <a:chExt cx="247" cy="268"/>
              </a:xfrm>
            </p:grpSpPr>
            <p:sp>
              <p:nvSpPr>
                <p:cNvPr id="111" name="AutoShape 18">
                  <a:extLst>
                    <a:ext uri="{FF2B5EF4-FFF2-40B4-BE49-F238E27FC236}">
                      <a16:creationId xmlns:a16="http://schemas.microsoft.com/office/drawing/2014/main" id="{4958FB16-82BE-3778-20B2-C7B8462595DC}"/>
                    </a:ext>
                  </a:extLst>
                </p:cNvPr>
                <p:cNvSpPr>
                  <a:spLocks noChangeAspect="1" noChangeArrowheads="1" noTextEdit="1"/>
                </p:cNvSpPr>
                <p:nvPr/>
              </p:nvSpPr>
              <p:spPr bwMode="auto">
                <a:xfrm>
                  <a:off x="6821" y="3208"/>
                  <a:ext cx="247"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12" name="Freeform 20">
                  <a:extLst>
                    <a:ext uri="{FF2B5EF4-FFF2-40B4-BE49-F238E27FC236}">
                      <a16:creationId xmlns:a16="http://schemas.microsoft.com/office/drawing/2014/main" id="{A41A4A81-4169-C12B-5DED-79D82E674713}"/>
                    </a:ext>
                  </a:extLst>
                </p:cNvPr>
                <p:cNvSpPr>
                  <a:spLocks noEditPoints="1"/>
                </p:cNvSpPr>
                <p:nvPr/>
              </p:nvSpPr>
              <p:spPr bwMode="auto">
                <a:xfrm>
                  <a:off x="6821" y="3207"/>
                  <a:ext cx="248" cy="271"/>
                </a:xfrm>
                <a:custGeom>
                  <a:avLst/>
                  <a:gdLst>
                    <a:gd name="T0" fmla="*/ 801 w 1602"/>
                    <a:gd name="T1" fmla="*/ 0 h 1522"/>
                    <a:gd name="T2" fmla="*/ 801 w 1602"/>
                    <a:gd name="T3" fmla="*/ 0 h 1522"/>
                    <a:gd name="T4" fmla="*/ 553 w 1602"/>
                    <a:gd name="T5" fmla="*/ 500 h 1522"/>
                    <a:gd name="T6" fmla="*/ 0 w 1602"/>
                    <a:gd name="T7" fmla="*/ 581 h 1522"/>
                    <a:gd name="T8" fmla="*/ 400 w 1602"/>
                    <a:gd name="T9" fmla="*/ 971 h 1522"/>
                    <a:gd name="T10" fmla="*/ 305 w 1602"/>
                    <a:gd name="T11" fmla="*/ 1522 h 1522"/>
                    <a:gd name="T12" fmla="*/ 801 w 1602"/>
                    <a:gd name="T13" fmla="*/ 1262 h 1522"/>
                    <a:gd name="T14" fmla="*/ 1296 w 1602"/>
                    <a:gd name="T15" fmla="*/ 1522 h 1522"/>
                    <a:gd name="T16" fmla="*/ 1201 w 1602"/>
                    <a:gd name="T17" fmla="*/ 971 h 1522"/>
                    <a:gd name="T18" fmla="*/ 1602 w 1602"/>
                    <a:gd name="T19" fmla="*/ 581 h 1522"/>
                    <a:gd name="T20" fmla="*/ 1048 w 1602"/>
                    <a:gd name="T21" fmla="*/ 500 h 1522"/>
                    <a:gd name="T22" fmla="*/ 801 w 1602"/>
                    <a:gd name="T23" fmla="*/ 0 h 1522"/>
                    <a:gd name="T24" fmla="*/ 466 w 1602"/>
                    <a:gd name="T25" fmla="*/ 950 h 1522"/>
                    <a:gd name="T26" fmla="*/ 466 w 1602"/>
                    <a:gd name="T27" fmla="*/ 950 h 1522"/>
                    <a:gd name="T28" fmla="*/ 131 w 1602"/>
                    <a:gd name="T29" fmla="*/ 624 h 1522"/>
                    <a:gd name="T30" fmla="*/ 594 w 1602"/>
                    <a:gd name="T31" fmla="*/ 556 h 1522"/>
                    <a:gd name="T32" fmla="*/ 801 w 1602"/>
                    <a:gd name="T33" fmla="*/ 137 h 1522"/>
                    <a:gd name="T34" fmla="*/ 1007 w 1602"/>
                    <a:gd name="T35" fmla="*/ 556 h 1522"/>
                    <a:gd name="T36" fmla="*/ 1470 w 1602"/>
                    <a:gd name="T37" fmla="*/ 624 h 1522"/>
                    <a:gd name="T38" fmla="*/ 1135 w 1602"/>
                    <a:gd name="T39" fmla="*/ 950 h 1522"/>
                    <a:gd name="T40" fmla="*/ 1214 w 1602"/>
                    <a:gd name="T41" fmla="*/ 1410 h 1522"/>
                    <a:gd name="T42" fmla="*/ 801 w 1602"/>
                    <a:gd name="T43" fmla="*/ 1193 h 1522"/>
                    <a:gd name="T44" fmla="*/ 387 w 1602"/>
                    <a:gd name="T45" fmla="*/ 1410 h 1522"/>
                    <a:gd name="T46" fmla="*/ 466 w 1602"/>
                    <a:gd name="T47" fmla="*/ 950 h 1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02" h="1522">
                      <a:moveTo>
                        <a:pt x="801" y="0"/>
                      </a:moveTo>
                      <a:lnTo>
                        <a:pt x="801" y="0"/>
                      </a:lnTo>
                      <a:lnTo>
                        <a:pt x="553" y="500"/>
                      </a:lnTo>
                      <a:lnTo>
                        <a:pt x="0" y="581"/>
                      </a:lnTo>
                      <a:lnTo>
                        <a:pt x="400" y="971"/>
                      </a:lnTo>
                      <a:lnTo>
                        <a:pt x="305" y="1522"/>
                      </a:lnTo>
                      <a:lnTo>
                        <a:pt x="801" y="1262"/>
                      </a:lnTo>
                      <a:lnTo>
                        <a:pt x="1296" y="1522"/>
                      </a:lnTo>
                      <a:lnTo>
                        <a:pt x="1201" y="971"/>
                      </a:lnTo>
                      <a:lnTo>
                        <a:pt x="1602" y="581"/>
                      </a:lnTo>
                      <a:lnTo>
                        <a:pt x="1048" y="500"/>
                      </a:lnTo>
                      <a:lnTo>
                        <a:pt x="801" y="0"/>
                      </a:lnTo>
                      <a:close/>
                      <a:moveTo>
                        <a:pt x="466" y="950"/>
                      </a:moveTo>
                      <a:lnTo>
                        <a:pt x="466" y="950"/>
                      </a:lnTo>
                      <a:lnTo>
                        <a:pt x="131" y="624"/>
                      </a:lnTo>
                      <a:lnTo>
                        <a:pt x="594" y="556"/>
                      </a:lnTo>
                      <a:lnTo>
                        <a:pt x="801" y="137"/>
                      </a:lnTo>
                      <a:lnTo>
                        <a:pt x="1007" y="556"/>
                      </a:lnTo>
                      <a:lnTo>
                        <a:pt x="1470" y="624"/>
                      </a:lnTo>
                      <a:lnTo>
                        <a:pt x="1135" y="950"/>
                      </a:lnTo>
                      <a:lnTo>
                        <a:pt x="1214" y="1410"/>
                      </a:lnTo>
                      <a:lnTo>
                        <a:pt x="801" y="1193"/>
                      </a:lnTo>
                      <a:lnTo>
                        <a:pt x="387" y="1410"/>
                      </a:lnTo>
                      <a:lnTo>
                        <a:pt x="466" y="950"/>
                      </a:lnTo>
                      <a:close/>
                    </a:path>
                  </a:pathLst>
                </a:custGeom>
                <a:solidFill>
                  <a:schemeClr val="bg1">
                    <a:lumMod val="95000"/>
                  </a:schemeClr>
                </a:solidFill>
                <a:ln w="0">
                  <a:solidFill>
                    <a:schemeClr val="tx1">
                      <a:lumMod val="20000"/>
                      <a:lumOff val="80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sp>
              <p:nvSpPr>
                <p:cNvPr id="113" name="Freeform 21">
                  <a:extLst>
                    <a:ext uri="{FF2B5EF4-FFF2-40B4-BE49-F238E27FC236}">
                      <a16:creationId xmlns:a16="http://schemas.microsoft.com/office/drawing/2014/main" id="{B3BC2A85-2C3C-E8A1-1CFB-54A254E06D22}"/>
                    </a:ext>
                  </a:extLst>
                </p:cNvPr>
                <p:cNvSpPr>
                  <a:spLocks/>
                </p:cNvSpPr>
                <p:nvPr/>
              </p:nvSpPr>
              <p:spPr bwMode="auto">
                <a:xfrm>
                  <a:off x="6892" y="3293"/>
                  <a:ext cx="106" cy="115"/>
                </a:xfrm>
                <a:custGeom>
                  <a:avLst/>
                  <a:gdLst>
                    <a:gd name="T0" fmla="*/ 341 w 681"/>
                    <a:gd name="T1" fmla="*/ 537 h 647"/>
                    <a:gd name="T2" fmla="*/ 341 w 681"/>
                    <a:gd name="T3" fmla="*/ 537 h 647"/>
                    <a:gd name="T4" fmla="*/ 130 w 681"/>
                    <a:gd name="T5" fmla="*/ 647 h 647"/>
                    <a:gd name="T6" fmla="*/ 170 w 681"/>
                    <a:gd name="T7" fmla="*/ 413 h 647"/>
                    <a:gd name="T8" fmla="*/ 0 w 681"/>
                    <a:gd name="T9" fmla="*/ 248 h 647"/>
                    <a:gd name="T10" fmla="*/ 235 w 681"/>
                    <a:gd name="T11" fmla="*/ 213 h 647"/>
                    <a:gd name="T12" fmla="*/ 341 w 681"/>
                    <a:gd name="T13" fmla="*/ 0 h 647"/>
                    <a:gd name="T14" fmla="*/ 446 w 681"/>
                    <a:gd name="T15" fmla="*/ 213 h 647"/>
                    <a:gd name="T16" fmla="*/ 681 w 681"/>
                    <a:gd name="T17" fmla="*/ 248 h 647"/>
                    <a:gd name="T18" fmla="*/ 511 w 681"/>
                    <a:gd name="T19" fmla="*/ 413 h 647"/>
                    <a:gd name="T20" fmla="*/ 551 w 681"/>
                    <a:gd name="T21" fmla="*/ 647 h 647"/>
                    <a:gd name="T22" fmla="*/ 341 w 681"/>
                    <a:gd name="T23" fmla="*/ 537 h 6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81" h="647">
                      <a:moveTo>
                        <a:pt x="341" y="537"/>
                      </a:moveTo>
                      <a:lnTo>
                        <a:pt x="341" y="537"/>
                      </a:lnTo>
                      <a:lnTo>
                        <a:pt x="130" y="647"/>
                      </a:lnTo>
                      <a:lnTo>
                        <a:pt x="170" y="413"/>
                      </a:lnTo>
                      <a:lnTo>
                        <a:pt x="0" y="248"/>
                      </a:lnTo>
                      <a:lnTo>
                        <a:pt x="235" y="213"/>
                      </a:lnTo>
                      <a:lnTo>
                        <a:pt x="341" y="0"/>
                      </a:lnTo>
                      <a:lnTo>
                        <a:pt x="446" y="213"/>
                      </a:lnTo>
                      <a:lnTo>
                        <a:pt x="681" y="248"/>
                      </a:lnTo>
                      <a:lnTo>
                        <a:pt x="511" y="413"/>
                      </a:lnTo>
                      <a:lnTo>
                        <a:pt x="551" y="647"/>
                      </a:lnTo>
                      <a:lnTo>
                        <a:pt x="341" y="537"/>
                      </a:lnTo>
                      <a:close/>
                    </a:path>
                  </a:pathLst>
                </a:custGeom>
                <a:solidFill>
                  <a:srgbClr val="F59131"/>
                </a:solidFill>
                <a:ln w="0">
                  <a:solidFill>
                    <a:schemeClr val="tx1">
                      <a:lumMod val="20000"/>
                      <a:lumOff val="80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grpSp>
        </p:grpSp>
      </p:grpSp>
      <p:grpSp>
        <p:nvGrpSpPr>
          <p:cNvPr id="129" name="مجموعة 128">
            <a:extLst>
              <a:ext uri="{FF2B5EF4-FFF2-40B4-BE49-F238E27FC236}">
                <a16:creationId xmlns:a16="http://schemas.microsoft.com/office/drawing/2014/main" id="{DB3FB0BD-B348-E5D5-3DBE-6C4B6A5C0494}"/>
              </a:ext>
            </a:extLst>
          </p:cNvPr>
          <p:cNvGrpSpPr/>
          <p:nvPr/>
        </p:nvGrpSpPr>
        <p:grpSpPr>
          <a:xfrm>
            <a:off x="882960" y="4874618"/>
            <a:ext cx="10729983" cy="2269928"/>
            <a:chOff x="1100824" y="650998"/>
            <a:chExt cx="10729983" cy="2269928"/>
          </a:xfrm>
        </p:grpSpPr>
        <p:sp>
          <p:nvSpPr>
            <p:cNvPr id="130" name="Text Placeholder 14">
              <a:extLst>
                <a:ext uri="{FF2B5EF4-FFF2-40B4-BE49-F238E27FC236}">
                  <a16:creationId xmlns:a16="http://schemas.microsoft.com/office/drawing/2014/main" id="{7C66C154-6561-4A73-B733-FDD25A8435CC}"/>
                </a:ext>
              </a:extLst>
            </p:cNvPr>
            <p:cNvSpPr txBox="1">
              <a:spLocks/>
            </p:cNvSpPr>
            <p:nvPr/>
          </p:nvSpPr>
          <p:spPr>
            <a:xfrm>
              <a:off x="1100824" y="1266710"/>
              <a:ext cx="10696750" cy="1654216"/>
            </a:xfrm>
            <a:prstGeom prst="rect">
              <a:avLst/>
            </a:prstGeom>
          </p:spPr>
          <p:txBody>
            <a:bodyPr>
              <a:normAutofit/>
            </a:bodyPr>
            <a:lstStyle>
              <a:lvl1pPr marL="0" indent="0" algn="ctr" defTabSz="914400" rtl="1" eaLnBrk="1" latinLnBrk="0" hangingPunct="1">
                <a:lnSpc>
                  <a:spcPct val="90000"/>
                </a:lnSpc>
                <a:spcBef>
                  <a:spcPts val="1000"/>
                </a:spcBef>
                <a:buFont typeface="Arial" panose="020B0604020202020204" pitchFamily="34" charset="0"/>
                <a:buNone/>
                <a:defRPr sz="1300" b="0" i="0" kern="1200">
                  <a:solidFill>
                    <a:schemeClr val="tx1"/>
                  </a:solidFill>
                  <a:latin typeface="HRSD Gov Medium" pitchFamily="2" charset="-78"/>
                  <a:ea typeface="HRSD Gov Medium" pitchFamily="2" charset="-78"/>
                  <a:cs typeface="HRSD Gov Medium"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endParaRPr lang="ar-SA" sz="1400" dirty="0"/>
            </a:p>
          </p:txBody>
        </p:sp>
        <p:sp>
          <p:nvSpPr>
            <p:cNvPr id="132" name="Title 1">
              <a:extLst>
                <a:ext uri="{FF2B5EF4-FFF2-40B4-BE49-F238E27FC236}">
                  <a16:creationId xmlns:a16="http://schemas.microsoft.com/office/drawing/2014/main" id="{58834CBB-83C7-3A66-1B8E-E4C1CFD0A741}"/>
                </a:ext>
              </a:extLst>
            </p:cNvPr>
            <p:cNvSpPr txBox="1">
              <a:spLocks/>
            </p:cNvSpPr>
            <p:nvPr/>
          </p:nvSpPr>
          <p:spPr>
            <a:xfrm>
              <a:off x="6718872" y="650998"/>
              <a:ext cx="5111935" cy="305806"/>
            </a:xfrm>
            <a:prstGeom prst="rect">
              <a:avLst/>
            </a:prstGeom>
          </p:spPr>
          <p:txBody>
            <a:bodyPr>
              <a:normAutofit fontScale="850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lang="ar-SA" sz="1800" dirty="0">
                  <a:solidFill>
                    <a:srgbClr val="0F3144"/>
                  </a:solidFill>
                </a:rPr>
                <a:t>معادلة احتساب المؤشر العام لنضج تجربة المستفيد للفروع  الافتراضية</a:t>
              </a:r>
              <a:endParaRPr lang="en-SA" sz="1800" dirty="0">
                <a:solidFill>
                  <a:srgbClr val="0F3144"/>
                </a:solidFill>
              </a:endParaRPr>
            </a:p>
          </p:txBody>
        </p:sp>
      </p:grpSp>
      <p:grpSp>
        <p:nvGrpSpPr>
          <p:cNvPr id="143" name="مجموعة 142">
            <a:extLst>
              <a:ext uri="{FF2B5EF4-FFF2-40B4-BE49-F238E27FC236}">
                <a16:creationId xmlns:a16="http://schemas.microsoft.com/office/drawing/2014/main" id="{9DB49116-2342-29DD-4211-AD17C257D313}"/>
              </a:ext>
            </a:extLst>
          </p:cNvPr>
          <p:cNvGrpSpPr/>
          <p:nvPr/>
        </p:nvGrpSpPr>
        <p:grpSpPr>
          <a:xfrm>
            <a:off x="2646946" y="5246355"/>
            <a:ext cx="8478311" cy="1362257"/>
            <a:chOff x="2272574" y="5246355"/>
            <a:chExt cx="8478311" cy="1362257"/>
          </a:xfrm>
        </p:grpSpPr>
        <p:sp>
          <p:nvSpPr>
            <p:cNvPr id="138" name="AutoShape 59">
              <a:extLst>
                <a:ext uri="{FF2B5EF4-FFF2-40B4-BE49-F238E27FC236}">
                  <a16:creationId xmlns:a16="http://schemas.microsoft.com/office/drawing/2014/main" id="{544A11C6-308B-B8C6-9A4B-BB2AD4107704}"/>
                </a:ext>
              </a:extLst>
            </p:cNvPr>
            <p:cNvSpPr>
              <a:spLocks noChangeArrowheads="1"/>
            </p:cNvSpPr>
            <p:nvPr/>
          </p:nvSpPr>
          <p:spPr bwMode="blackWhite">
            <a:xfrm>
              <a:off x="2272574" y="5254914"/>
              <a:ext cx="8360243" cy="1353698"/>
            </a:xfrm>
            <a:prstGeom prst="roundRect">
              <a:avLst>
                <a:gd name="adj" fmla="val 16625"/>
              </a:avLst>
            </a:prstGeom>
            <a:noFill/>
            <a:ln w="9525" algn="ctr">
              <a:solidFill>
                <a:schemeClr val="tx1"/>
              </a:solidFill>
              <a:prstDash val="lgDash"/>
              <a:round/>
              <a:headEnd/>
              <a:tailEnd/>
            </a:ln>
          </p:spPr>
          <p:txBody>
            <a:bodyPr lIns="32652" tIns="32652" rIns="32652" bIns="32652" anchor="ctr"/>
            <a:lstStyle/>
            <a:p>
              <a:pPr algn="ctr"/>
              <a:r>
                <a:rPr lang="ar-SA" sz="1600" b="1" dirty="0">
                  <a:solidFill>
                    <a:srgbClr val="0F3144"/>
                  </a:solidFill>
                  <a:latin typeface="HRSD" panose="02000906030000020004" pitchFamily="2" charset="-78"/>
                  <a:cs typeface="HRSD" panose="02000906030000020004" pitchFamily="2" charset="-78"/>
                </a:rPr>
                <a:t>(مجموع نتائج المحاور التي تقع ضمن منظور رضا المستفيد × الوزن المخصص لهذا المنظور)</a:t>
              </a:r>
            </a:p>
            <a:p>
              <a:pPr algn="ctr"/>
              <a:r>
                <a:rPr lang="ar-SA" sz="1600" b="1" dirty="0">
                  <a:solidFill>
                    <a:srgbClr val="0F3144"/>
                  </a:solidFill>
                  <a:latin typeface="HRSD" panose="02000906030000020004" pitchFamily="2" charset="-78"/>
                  <a:cs typeface="HRSD" panose="02000906030000020004" pitchFamily="2" charset="-78"/>
                </a:rPr>
                <a:t>+</a:t>
              </a:r>
            </a:p>
            <a:p>
              <a:pPr algn="ctr"/>
              <a:r>
                <a:rPr lang="ar-SA" sz="1600" b="1" dirty="0">
                  <a:solidFill>
                    <a:srgbClr val="0F3144"/>
                  </a:solidFill>
                  <a:latin typeface="HRSD" panose="02000906030000020004" pitchFamily="2" charset="-78"/>
                  <a:cs typeface="HRSD" panose="02000906030000020004" pitchFamily="2" charset="-78"/>
                </a:rPr>
                <a:t>(مجموع نتائج المحاور التي تقع ضمن منظور تجربة المستخدم × الوزن المخصص لهذا المنظور)</a:t>
              </a:r>
            </a:p>
            <a:p>
              <a:pPr algn="ctr"/>
              <a:r>
                <a:rPr lang="ar-SA" sz="1600" b="1" dirty="0">
                  <a:solidFill>
                    <a:srgbClr val="0F3144"/>
                  </a:solidFill>
                  <a:latin typeface="HRSD" panose="02000906030000020004" pitchFamily="2" charset="-78"/>
                  <a:cs typeface="HRSD" panose="02000906030000020004" pitchFamily="2" charset="-78"/>
                </a:rPr>
                <a:t>+</a:t>
              </a:r>
            </a:p>
            <a:p>
              <a:pPr algn="ctr"/>
              <a:r>
                <a:rPr lang="ar-SA" sz="1600" b="1" dirty="0">
                  <a:solidFill>
                    <a:srgbClr val="0F3144"/>
                  </a:solidFill>
                  <a:latin typeface="HRSD" panose="02000906030000020004" pitchFamily="2" charset="-78"/>
                  <a:cs typeface="HRSD" panose="02000906030000020004" pitchFamily="2" charset="-78"/>
                </a:rPr>
                <a:t>(مجموع نتائج المحاور التي تقع ضمن منظور التعامل مع الشكاوى × الوزن المخصص لهذا المنظور)</a:t>
              </a:r>
            </a:p>
          </p:txBody>
        </p:sp>
        <p:sp>
          <p:nvSpPr>
            <p:cNvPr id="139" name="AutoShape 59">
              <a:extLst>
                <a:ext uri="{FF2B5EF4-FFF2-40B4-BE49-F238E27FC236}">
                  <a16:creationId xmlns:a16="http://schemas.microsoft.com/office/drawing/2014/main" id="{52276F33-2710-E7DC-E024-4C5A73DFB733}"/>
                </a:ext>
              </a:extLst>
            </p:cNvPr>
            <p:cNvSpPr>
              <a:spLocks noChangeArrowheads="1"/>
            </p:cNvSpPr>
            <p:nvPr/>
          </p:nvSpPr>
          <p:spPr bwMode="blackWhite">
            <a:xfrm>
              <a:off x="9644514" y="5246355"/>
              <a:ext cx="1106371" cy="1353698"/>
            </a:xfrm>
            <a:prstGeom prst="roundRect">
              <a:avLst>
                <a:gd name="adj" fmla="val 16625"/>
              </a:avLst>
            </a:prstGeom>
            <a:solidFill>
              <a:srgbClr val="0F3144"/>
            </a:solidFill>
            <a:ln w="9525" algn="ctr">
              <a:noFill/>
              <a:round/>
              <a:headEnd/>
              <a:tailEnd/>
            </a:ln>
          </p:spPr>
          <p:txBody>
            <a:bodyPr lIns="32652" tIns="32652" rIns="32652" bIns="32652" anchor="ctr"/>
            <a:lstStyle/>
            <a:p>
              <a:pPr lvl="0" algn="ctr" rtl="0" eaLnBrk="0" fontAlgn="base" hangingPunct="0">
                <a:spcBef>
                  <a:spcPct val="0"/>
                </a:spcBef>
                <a:spcAft>
                  <a:spcPct val="0"/>
                </a:spcAft>
              </a:pPr>
              <a:endParaRPr lang="ar-SA" altLang="ar-SA" sz="1600" dirty="0">
                <a:solidFill>
                  <a:schemeClr val="bg1"/>
                </a:solidFill>
                <a:latin typeface="HRSD Gov Medium" pitchFamily="2" charset="-78"/>
                <a:ea typeface="HRSD Gov Medium" pitchFamily="2" charset="-78"/>
                <a:cs typeface="HRSD Gov Medium" pitchFamily="2" charset="-78"/>
              </a:endParaRPr>
            </a:p>
          </p:txBody>
        </p:sp>
      </p:grpSp>
      <p:sp>
        <p:nvSpPr>
          <p:cNvPr id="141" name="Line 297">
            <a:extLst>
              <a:ext uri="{FF2B5EF4-FFF2-40B4-BE49-F238E27FC236}">
                <a16:creationId xmlns:a16="http://schemas.microsoft.com/office/drawing/2014/main" id="{B3FC575B-0D68-BC3B-5C13-25641BF172A0}"/>
              </a:ext>
            </a:extLst>
          </p:cNvPr>
          <p:cNvSpPr>
            <a:spLocks noChangeShapeType="1"/>
          </p:cNvSpPr>
          <p:nvPr/>
        </p:nvSpPr>
        <p:spPr bwMode="auto">
          <a:xfrm flipV="1">
            <a:off x="10864213" y="5164683"/>
            <a:ext cx="635417" cy="2101"/>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42" name="Freeform 298">
            <a:extLst>
              <a:ext uri="{FF2B5EF4-FFF2-40B4-BE49-F238E27FC236}">
                <a16:creationId xmlns:a16="http://schemas.microsoft.com/office/drawing/2014/main" id="{E1D563A9-0866-00E0-CA3F-C548C3CA2D7F}"/>
              </a:ext>
            </a:extLst>
          </p:cNvPr>
          <p:cNvSpPr>
            <a:spLocks/>
          </p:cNvSpPr>
          <p:nvPr/>
        </p:nvSpPr>
        <p:spPr bwMode="auto">
          <a:xfrm>
            <a:off x="10847287" y="5106414"/>
            <a:ext cx="105056" cy="116540"/>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nvGrpSpPr>
          <p:cNvPr id="149" name="Group 33">
            <a:extLst>
              <a:ext uri="{FF2B5EF4-FFF2-40B4-BE49-F238E27FC236}">
                <a16:creationId xmlns:a16="http://schemas.microsoft.com/office/drawing/2014/main" id="{D1402BB2-30E7-EA9A-DD5B-CD5345E4060D}"/>
              </a:ext>
            </a:extLst>
          </p:cNvPr>
          <p:cNvGrpSpPr>
            <a:grpSpLocks noChangeAspect="1"/>
          </p:cNvGrpSpPr>
          <p:nvPr/>
        </p:nvGrpSpPr>
        <p:grpSpPr bwMode="auto">
          <a:xfrm>
            <a:off x="10227699" y="5719762"/>
            <a:ext cx="637151" cy="579438"/>
            <a:chOff x="6568" y="3603"/>
            <a:chExt cx="276" cy="251"/>
          </a:xfrm>
        </p:grpSpPr>
        <p:sp>
          <p:nvSpPr>
            <p:cNvPr id="150" name="AutoShape 32">
              <a:extLst>
                <a:ext uri="{FF2B5EF4-FFF2-40B4-BE49-F238E27FC236}">
                  <a16:creationId xmlns:a16="http://schemas.microsoft.com/office/drawing/2014/main" id="{01814803-69B4-28DA-4018-035C612F0ECB}"/>
                </a:ext>
              </a:extLst>
            </p:cNvPr>
            <p:cNvSpPr>
              <a:spLocks noChangeAspect="1" noChangeArrowheads="1" noTextEdit="1"/>
            </p:cNvSpPr>
            <p:nvPr/>
          </p:nvSpPr>
          <p:spPr bwMode="auto">
            <a:xfrm>
              <a:off x="6568" y="3603"/>
              <a:ext cx="27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51" name="Freeform 34">
              <a:extLst>
                <a:ext uri="{FF2B5EF4-FFF2-40B4-BE49-F238E27FC236}">
                  <a16:creationId xmlns:a16="http://schemas.microsoft.com/office/drawing/2014/main" id="{CD331391-F6BC-9B7F-3B84-EF4B29004692}"/>
                </a:ext>
              </a:extLst>
            </p:cNvPr>
            <p:cNvSpPr>
              <a:spLocks/>
            </p:cNvSpPr>
            <p:nvPr/>
          </p:nvSpPr>
          <p:spPr bwMode="auto">
            <a:xfrm>
              <a:off x="6568" y="3845"/>
              <a:ext cx="279" cy="11"/>
            </a:xfrm>
            <a:custGeom>
              <a:avLst/>
              <a:gdLst>
                <a:gd name="T0" fmla="*/ 0 w 1657"/>
                <a:gd name="T1" fmla="*/ 62 h 62"/>
                <a:gd name="T2" fmla="*/ 0 w 1657"/>
                <a:gd name="T3" fmla="*/ 62 h 62"/>
                <a:gd name="T4" fmla="*/ 1657 w 1657"/>
                <a:gd name="T5" fmla="*/ 62 h 62"/>
                <a:gd name="T6" fmla="*/ 1657 w 1657"/>
                <a:gd name="T7" fmla="*/ 0 h 62"/>
                <a:gd name="T8" fmla="*/ 0 w 1657"/>
                <a:gd name="T9" fmla="*/ 0 h 62"/>
                <a:gd name="T10" fmla="*/ 0 w 1657"/>
                <a:gd name="T11" fmla="*/ 62 h 62"/>
              </a:gdLst>
              <a:ahLst/>
              <a:cxnLst>
                <a:cxn ang="0">
                  <a:pos x="T0" y="T1"/>
                </a:cxn>
                <a:cxn ang="0">
                  <a:pos x="T2" y="T3"/>
                </a:cxn>
                <a:cxn ang="0">
                  <a:pos x="T4" y="T5"/>
                </a:cxn>
                <a:cxn ang="0">
                  <a:pos x="T6" y="T7"/>
                </a:cxn>
                <a:cxn ang="0">
                  <a:pos x="T8" y="T9"/>
                </a:cxn>
                <a:cxn ang="0">
                  <a:pos x="T10" y="T11"/>
                </a:cxn>
              </a:cxnLst>
              <a:rect l="0" t="0" r="r" b="b"/>
              <a:pathLst>
                <a:path w="1657" h="62">
                  <a:moveTo>
                    <a:pt x="0" y="62"/>
                  </a:moveTo>
                  <a:lnTo>
                    <a:pt x="0" y="62"/>
                  </a:lnTo>
                  <a:lnTo>
                    <a:pt x="1657" y="62"/>
                  </a:lnTo>
                  <a:lnTo>
                    <a:pt x="1657" y="0"/>
                  </a:lnTo>
                  <a:lnTo>
                    <a:pt x="0" y="0"/>
                  </a:lnTo>
                  <a:lnTo>
                    <a:pt x="0" y="62"/>
                  </a:lnTo>
                  <a:close/>
                </a:path>
              </a:pathLst>
            </a:custGeom>
            <a:solidFill>
              <a:schemeClr val="bg1">
                <a:lumMod val="75000"/>
              </a:schemeClr>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ar-SA" dirty="0"/>
            </a:p>
          </p:txBody>
        </p:sp>
        <p:sp>
          <p:nvSpPr>
            <p:cNvPr id="152" name="Freeform 35">
              <a:extLst>
                <a:ext uri="{FF2B5EF4-FFF2-40B4-BE49-F238E27FC236}">
                  <a16:creationId xmlns:a16="http://schemas.microsoft.com/office/drawing/2014/main" id="{F34593C7-4D97-5379-27E0-D879653D2940}"/>
                </a:ext>
              </a:extLst>
            </p:cNvPr>
            <p:cNvSpPr>
              <a:spLocks/>
            </p:cNvSpPr>
            <p:nvPr/>
          </p:nvSpPr>
          <p:spPr bwMode="auto">
            <a:xfrm>
              <a:off x="6568" y="3793"/>
              <a:ext cx="31" cy="42"/>
            </a:xfrm>
            <a:custGeom>
              <a:avLst/>
              <a:gdLst>
                <a:gd name="T0" fmla="*/ 0 w 184"/>
                <a:gd name="T1" fmla="*/ 246 h 246"/>
                <a:gd name="T2" fmla="*/ 0 w 184"/>
                <a:gd name="T3" fmla="*/ 246 h 246"/>
                <a:gd name="T4" fmla="*/ 184 w 184"/>
                <a:gd name="T5" fmla="*/ 246 h 246"/>
                <a:gd name="T6" fmla="*/ 184 w 184"/>
                <a:gd name="T7" fmla="*/ 0 h 246"/>
                <a:gd name="T8" fmla="*/ 0 w 184"/>
                <a:gd name="T9" fmla="*/ 0 h 246"/>
                <a:gd name="T10" fmla="*/ 0 w 184"/>
                <a:gd name="T11" fmla="*/ 246 h 246"/>
              </a:gdLst>
              <a:ahLst/>
              <a:cxnLst>
                <a:cxn ang="0">
                  <a:pos x="T0" y="T1"/>
                </a:cxn>
                <a:cxn ang="0">
                  <a:pos x="T2" y="T3"/>
                </a:cxn>
                <a:cxn ang="0">
                  <a:pos x="T4" y="T5"/>
                </a:cxn>
                <a:cxn ang="0">
                  <a:pos x="T6" y="T7"/>
                </a:cxn>
                <a:cxn ang="0">
                  <a:pos x="T8" y="T9"/>
                </a:cxn>
                <a:cxn ang="0">
                  <a:pos x="T10" y="T11"/>
                </a:cxn>
              </a:cxnLst>
              <a:rect l="0" t="0" r="r" b="b"/>
              <a:pathLst>
                <a:path w="184" h="246">
                  <a:moveTo>
                    <a:pt x="0" y="246"/>
                  </a:moveTo>
                  <a:lnTo>
                    <a:pt x="0" y="246"/>
                  </a:lnTo>
                  <a:lnTo>
                    <a:pt x="184" y="246"/>
                  </a:lnTo>
                  <a:lnTo>
                    <a:pt x="184" y="0"/>
                  </a:lnTo>
                  <a:lnTo>
                    <a:pt x="0" y="0"/>
                  </a:lnTo>
                  <a:lnTo>
                    <a:pt x="0" y="246"/>
                  </a:lnTo>
                  <a:close/>
                </a:path>
              </a:pathLst>
            </a:custGeom>
            <a:solidFill>
              <a:srgbClr val="F59131"/>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sp>
          <p:nvSpPr>
            <p:cNvPr id="153" name="Freeform 36">
              <a:extLst>
                <a:ext uri="{FF2B5EF4-FFF2-40B4-BE49-F238E27FC236}">
                  <a16:creationId xmlns:a16="http://schemas.microsoft.com/office/drawing/2014/main" id="{073506C4-11BA-7767-846E-B6643212A16E}"/>
                </a:ext>
              </a:extLst>
            </p:cNvPr>
            <p:cNvSpPr>
              <a:spLocks/>
            </p:cNvSpPr>
            <p:nvPr/>
          </p:nvSpPr>
          <p:spPr bwMode="auto">
            <a:xfrm>
              <a:off x="6609" y="3762"/>
              <a:ext cx="31" cy="73"/>
            </a:xfrm>
            <a:custGeom>
              <a:avLst/>
              <a:gdLst>
                <a:gd name="T0" fmla="*/ 184 w 184"/>
                <a:gd name="T1" fmla="*/ 0 h 435"/>
                <a:gd name="T2" fmla="*/ 184 w 184"/>
                <a:gd name="T3" fmla="*/ 0 h 435"/>
                <a:gd name="T4" fmla="*/ 0 w 184"/>
                <a:gd name="T5" fmla="*/ 0 h 435"/>
                <a:gd name="T6" fmla="*/ 0 w 184"/>
                <a:gd name="T7" fmla="*/ 435 h 435"/>
                <a:gd name="T8" fmla="*/ 184 w 184"/>
                <a:gd name="T9" fmla="*/ 435 h 435"/>
                <a:gd name="T10" fmla="*/ 184 w 184"/>
                <a:gd name="T11" fmla="*/ 0 h 435"/>
              </a:gdLst>
              <a:ahLst/>
              <a:cxnLst>
                <a:cxn ang="0">
                  <a:pos x="T0" y="T1"/>
                </a:cxn>
                <a:cxn ang="0">
                  <a:pos x="T2" y="T3"/>
                </a:cxn>
                <a:cxn ang="0">
                  <a:pos x="T4" y="T5"/>
                </a:cxn>
                <a:cxn ang="0">
                  <a:pos x="T6" y="T7"/>
                </a:cxn>
                <a:cxn ang="0">
                  <a:pos x="T8" y="T9"/>
                </a:cxn>
                <a:cxn ang="0">
                  <a:pos x="T10" y="T11"/>
                </a:cxn>
              </a:cxnLst>
              <a:rect l="0" t="0" r="r" b="b"/>
              <a:pathLst>
                <a:path w="184" h="435">
                  <a:moveTo>
                    <a:pt x="184" y="0"/>
                  </a:moveTo>
                  <a:lnTo>
                    <a:pt x="184" y="0"/>
                  </a:lnTo>
                  <a:lnTo>
                    <a:pt x="0" y="0"/>
                  </a:lnTo>
                  <a:lnTo>
                    <a:pt x="0" y="435"/>
                  </a:lnTo>
                  <a:lnTo>
                    <a:pt x="184" y="435"/>
                  </a:lnTo>
                  <a:lnTo>
                    <a:pt x="184" y="0"/>
                  </a:lnTo>
                  <a:close/>
                </a:path>
              </a:pathLst>
            </a:custGeom>
            <a:solidFill>
              <a:srgbClr val="F59131"/>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sp>
          <p:nvSpPr>
            <p:cNvPr id="154" name="Freeform 37">
              <a:extLst>
                <a:ext uri="{FF2B5EF4-FFF2-40B4-BE49-F238E27FC236}">
                  <a16:creationId xmlns:a16="http://schemas.microsoft.com/office/drawing/2014/main" id="{6CE484D4-4698-90BA-959B-9228562751D9}"/>
                </a:ext>
              </a:extLst>
            </p:cNvPr>
            <p:cNvSpPr>
              <a:spLocks/>
            </p:cNvSpPr>
            <p:nvPr/>
          </p:nvSpPr>
          <p:spPr bwMode="auto">
            <a:xfrm>
              <a:off x="6651" y="3729"/>
              <a:ext cx="31" cy="106"/>
            </a:xfrm>
            <a:custGeom>
              <a:avLst/>
              <a:gdLst>
                <a:gd name="T0" fmla="*/ 184 w 184"/>
                <a:gd name="T1" fmla="*/ 0 h 625"/>
                <a:gd name="T2" fmla="*/ 184 w 184"/>
                <a:gd name="T3" fmla="*/ 0 h 625"/>
                <a:gd name="T4" fmla="*/ 0 w 184"/>
                <a:gd name="T5" fmla="*/ 0 h 625"/>
                <a:gd name="T6" fmla="*/ 0 w 184"/>
                <a:gd name="T7" fmla="*/ 625 h 625"/>
                <a:gd name="T8" fmla="*/ 184 w 184"/>
                <a:gd name="T9" fmla="*/ 625 h 625"/>
                <a:gd name="T10" fmla="*/ 184 w 184"/>
                <a:gd name="T11" fmla="*/ 0 h 625"/>
              </a:gdLst>
              <a:ahLst/>
              <a:cxnLst>
                <a:cxn ang="0">
                  <a:pos x="T0" y="T1"/>
                </a:cxn>
                <a:cxn ang="0">
                  <a:pos x="T2" y="T3"/>
                </a:cxn>
                <a:cxn ang="0">
                  <a:pos x="T4" y="T5"/>
                </a:cxn>
                <a:cxn ang="0">
                  <a:pos x="T6" y="T7"/>
                </a:cxn>
                <a:cxn ang="0">
                  <a:pos x="T8" y="T9"/>
                </a:cxn>
                <a:cxn ang="0">
                  <a:pos x="T10" y="T11"/>
                </a:cxn>
              </a:cxnLst>
              <a:rect l="0" t="0" r="r" b="b"/>
              <a:pathLst>
                <a:path w="184" h="625">
                  <a:moveTo>
                    <a:pt x="184" y="0"/>
                  </a:moveTo>
                  <a:lnTo>
                    <a:pt x="184" y="0"/>
                  </a:lnTo>
                  <a:lnTo>
                    <a:pt x="0" y="0"/>
                  </a:lnTo>
                  <a:lnTo>
                    <a:pt x="0" y="625"/>
                  </a:lnTo>
                  <a:lnTo>
                    <a:pt x="184" y="625"/>
                  </a:lnTo>
                  <a:lnTo>
                    <a:pt x="184" y="0"/>
                  </a:lnTo>
                  <a:close/>
                </a:path>
              </a:pathLst>
            </a:custGeom>
            <a:solidFill>
              <a:srgbClr val="F59131"/>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sp>
          <p:nvSpPr>
            <p:cNvPr id="155" name="Freeform 38">
              <a:extLst>
                <a:ext uri="{FF2B5EF4-FFF2-40B4-BE49-F238E27FC236}">
                  <a16:creationId xmlns:a16="http://schemas.microsoft.com/office/drawing/2014/main" id="{5405B717-835D-74C3-9B45-50C1410893C0}"/>
                </a:ext>
              </a:extLst>
            </p:cNvPr>
            <p:cNvSpPr>
              <a:spLocks/>
            </p:cNvSpPr>
            <p:nvPr/>
          </p:nvSpPr>
          <p:spPr bwMode="auto">
            <a:xfrm>
              <a:off x="6692" y="3698"/>
              <a:ext cx="31" cy="137"/>
            </a:xfrm>
            <a:custGeom>
              <a:avLst/>
              <a:gdLst>
                <a:gd name="T0" fmla="*/ 185 w 185"/>
                <a:gd name="T1" fmla="*/ 0 h 814"/>
                <a:gd name="T2" fmla="*/ 185 w 185"/>
                <a:gd name="T3" fmla="*/ 0 h 814"/>
                <a:gd name="T4" fmla="*/ 0 w 185"/>
                <a:gd name="T5" fmla="*/ 0 h 814"/>
                <a:gd name="T6" fmla="*/ 0 w 185"/>
                <a:gd name="T7" fmla="*/ 814 h 814"/>
                <a:gd name="T8" fmla="*/ 185 w 185"/>
                <a:gd name="T9" fmla="*/ 814 h 814"/>
                <a:gd name="T10" fmla="*/ 185 w 185"/>
                <a:gd name="T11" fmla="*/ 0 h 814"/>
              </a:gdLst>
              <a:ahLst/>
              <a:cxnLst>
                <a:cxn ang="0">
                  <a:pos x="T0" y="T1"/>
                </a:cxn>
                <a:cxn ang="0">
                  <a:pos x="T2" y="T3"/>
                </a:cxn>
                <a:cxn ang="0">
                  <a:pos x="T4" y="T5"/>
                </a:cxn>
                <a:cxn ang="0">
                  <a:pos x="T6" y="T7"/>
                </a:cxn>
                <a:cxn ang="0">
                  <a:pos x="T8" y="T9"/>
                </a:cxn>
                <a:cxn ang="0">
                  <a:pos x="T10" y="T11"/>
                </a:cxn>
              </a:cxnLst>
              <a:rect l="0" t="0" r="r" b="b"/>
              <a:pathLst>
                <a:path w="185" h="814">
                  <a:moveTo>
                    <a:pt x="185" y="0"/>
                  </a:moveTo>
                  <a:lnTo>
                    <a:pt x="185" y="0"/>
                  </a:lnTo>
                  <a:lnTo>
                    <a:pt x="0" y="0"/>
                  </a:lnTo>
                  <a:lnTo>
                    <a:pt x="0" y="814"/>
                  </a:lnTo>
                  <a:lnTo>
                    <a:pt x="185" y="814"/>
                  </a:lnTo>
                  <a:lnTo>
                    <a:pt x="185" y="0"/>
                  </a:lnTo>
                  <a:close/>
                </a:path>
              </a:pathLst>
            </a:custGeom>
            <a:solidFill>
              <a:srgbClr val="F59131"/>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sp>
          <p:nvSpPr>
            <p:cNvPr id="156" name="Freeform 39">
              <a:extLst>
                <a:ext uri="{FF2B5EF4-FFF2-40B4-BE49-F238E27FC236}">
                  <a16:creationId xmlns:a16="http://schemas.microsoft.com/office/drawing/2014/main" id="{117EE392-A3EE-B4F6-D4E0-70DD416C273A}"/>
                </a:ext>
              </a:extLst>
            </p:cNvPr>
            <p:cNvSpPr>
              <a:spLocks/>
            </p:cNvSpPr>
            <p:nvPr/>
          </p:nvSpPr>
          <p:spPr bwMode="auto">
            <a:xfrm>
              <a:off x="6733" y="3666"/>
              <a:ext cx="31" cy="169"/>
            </a:xfrm>
            <a:custGeom>
              <a:avLst/>
              <a:gdLst>
                <a:gd name="T0" fmla="*/ 184 w 184"/>
                <a:gd name="T1" fmla="*/ 0 h 1003"/>
                <a:gd name="T2" fmla="*/ 184 w 184"/>
                <a:gd name="T3" fmla="*/ 0 h 1003"/>
                <a:gd name="T4" fmla="*/ 0 w 184"/>
                <a:gd name="T5" fmla="*/ 0 h 1003"/>
                <a:gd name="T6" fmla="*/ 0 w 184"/>
                <a:gd name="T7" fmla="*/ 1003 h 1003"/>
                <a:gd name="T8" fmla="*/ 184 w 184"/>
                <a:gd name="T9" fmla="*/ 1003 h 1003"/>
                <a:gd name="T10" fmla="*/ 184 w 184"/>
                <a:gd name="T11" fmla="*/ 0 h 1003"/>
              </a:gdLst>
              <a:ahLst/>
              <a:cxnLst>
                <a:cxn ang="0">
                  <a:pos x="T0" y="T1"/>
                </a:cxn>
                <a:cxn ang="0">
                  <a:pos x="T2" y="T3"/>
                </a:cxn>
                <a:cxn ang="0">
                  <a:pos x="T4" y="T5"/>
                </a:cxn>
                <a:cxn ang="0">
                  <a:pos x="T6" y="T7"/>
                </a:cxn>
                <a:cxn ang="0">
                  <a:pos x="T8" y="T9"/>
                </a:cxn>
                <a:cxn ang="0">
                  <a:pos x="T10" y="T11"/>
                </a:cxn>
              </a:cxnLst>
              <a:rect l="0" t="0" r="r" b="b"/>
              <a:pathLst>
                <a:path w="184" h="1003">
                  <a:moveTo>
                    <a:pt x="184" y="0"/>
                  </a:moveTo>
                  <a:lnTo>
                    <a:pt x="184" y="0"/>
                  </a:lnTo>
                  <a:lnTo>
                    <a:pt x="0" y="0"/>
                  </a:lnTo>
                  <a:lnTo>
                    <a:pt x="0" y="1003"/>
                  </a:lnTo>
                  <a:lnTo>
                    <a:pt x="184" y="1003"/>
                  </a:lnTo>
                  <a:lnTo>
                    <a:pt x="184" y="0"/>
                  </a:lnTo>
                  <a:close/>
                </a:path>
              </a:pathLst>
            </a:custGeom>
            <a:solidFill>
              <a:srgbClr val="F59131"/>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sp>
          <p:nvSpPr>
            <p:cNvPr id="157" name="Freeform 40">
              <a:extLst>
                <a:ext uri="{FF2B5EF4-FFF2-40B4-BE49-F238E27FC236}">
                  <a16:creationId xmlns:a16="http://schemas.microsoft.com/office/drawing/2014/main" id="{7B6F8A67-6B3C-9867-2EF5-0C8B48A39E1B}"/>
                </a:ext>
              </a:extLst>
            </p:cNvPr>
            <p:cNvSpPr>
              <a:spLocks/>
            </p:cNvSpPr>
            <p:nvPr/>
          </p:nvSpPr>
          <p:spPr bwMode="auto">
            <a:xfrm>
              <a:off x="6775" y="3634"/>
              <a:ext cx="31" cy="201"/>
            </a:xfrm>
            <a:custGeom>
              <a:avLst/>
              <a:gdLst>
                <a:gd name="T0" fmla="*/ 184 w 184"/>
                <a:gd name="T1" fmla="*/ 0 h 1192"/>
                <a:gd name="T2" fmla="*/ 184 w 184"/>
                <a:gd name="T3" fmla="*/ 0 h 1192"/>
                <a:gd name="T4" fmla="*/ 0 w 184"/>
                <a:gd name="T5" fmla="*/ 0 h 1192"/>
                <a:gd name="T6" fmla="*/ 0 w 184"/>
                <a:gd name="T7" fmla="*/ 1192 h 1192"/>
                <a:gd name="T8" fmla="*/ 184 w 184"/>
                <a:gd name="T9" fmla="*/ 1192 h 1192"/>
                <a:gd name="T10" fmla="*/ 184 w 184"/>
                <a:gd name="T11" fmla="*/ 0 h 1192"/>
              </a:gdLst>
              <a:ahLst/>
              <a:cxnLst>
                <a:cxn ang="0">
                  <a:pos x="T0" y="T1"/>
                </a:cxn>
                <a:cxn ang="0">
                  <a:pos x="T2" y="T3"/>
                </a:cxn>
                <a:cxn ang="0">
                  <a:pos x="T4" y="T5"/>
                </a:cxn>
                <a:cxn ang="0">
                  <a:pos x="T6" y="T7"/>
                </a:cxn>
                <a:cxn ang="0">
                  <a:pos x="T8" y="T9"/>
                </a:cxn>
                <a:cxn ang="0">
                  <a:pos x="T10" y="T11"/>
                </a:cxn>
              </a:cxnLst>
              <a:rect l="0" t="0" r="r" b="b"/>
              <a:pathLst>
                <a:path w="184" h="1192">
                  <a:moveTo>
                    <a:pt x="184" y="0"/>
                  </a:moveTo>
                  <a:lnTo>
                    <a:pt x="184" y="0"/>
                  </a:lnTo>
                  <a:lnTo>
                    <a:pt x="0" y="0"/>
                  </a:lnTo>
                  <a:lnTo>
                    <a:pt x="0" y="1192"/>
                  </a:lnTo>
                  <a:lnTo>
                    <a:pt x="184" y="1192"/>
                  </a:lnTo>
                  <a:lnTo>
                    <a:pt x="184" y="0"/>
                  </a:lnTo>
                  <a:close/>
                </a:path>
              </a:pathLst>
            </a:custGeom>
            <a:solidFill>
              <a:srgbClr val="F59131"/>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sp>
          <p:nvSpPr>
            <p:cNvPr id="158" name="Freeform 41">
              <a:extLst>
                <a:ext uri="{FF2B5EF4-FFF2-40B4-BE49-F238E27FC236}">
                  <a16:creationId xmlns:a16="http://schemas.microsoft.com/office/drawing/2014/main" id="{76CE02BE-61C1-7207-E6E4-F2C504F6312A}"/>
                </a:ext>
              </a:extLst>
            </p:cNvPr>
            <p:cNvSpPr>
              <a:spLocks/>
            </p:cNvSpPr>
            <p:nvPr/>
          </p:nvSpPr>
          <p:spPr bwMode="auto">
            <a:xfrm>
              <a:off x="6816" y="3602"/>
              <a:ext cx="31" cy="233"/>
            </a:xfrm>
            <a:custGeom>
              <a:avLst/>
              <a:gdLst>
                <a:gd name="T0" fmla="*/ 0 w 184"/>
                <a:gd name="T1" fmla="*/ 1381 h 1381"/>
                <a:gd name="T2" fmla="*/ 0 w 184"/>
                <a:gd name="T3" fmla="*/ 1381 h 1381"/>
                <a:gd name="T4" fmla="*/ 184 w 184"/>
                <a:gd name="T5" fmla="*/ 1381 h 1381"/>
                <a:gd name="T6" fmla="*/ 184 w 184"/>
                <a:gd name="T7" fmla="*/ 0 h 1381"/>
                <a:gd name="T8" fmla="*/ 0 w 184"/>
                <a:gd name="T9" fmla="*/ 0 h 1381"/>
                <a:gd name="T10" fmla="*/ 0 w 184"/>
                <a:gd name="T11" fmla="*/ 1381 h 1381"/>
              </a:gdLst>
              <a:ahLst/>
              <a:cxnLst>
                <a:cxn ang="0">
                  <a:pos x="T0" y="T1"/>
                </a:cxn>
                <a:cxn ang="0">
                  <a:pos x="T2" y="T3"/>
                </a:cxn>
                <a:cxn ang="0">
                  <a:pos x="T4" y="T5"/>
                </a:cxn>
                <a:cxn ang="0">
                  <a:pos x="T6" y="T7"/>
                </a:cxn>
                <a:cxn ang="0">
                  <a:pos x="T8" y="T9"/>
                </a:cxn>
                <a:cxn ang="0">
                  <a:pos x="T10" y="T11"/>
                </a:cxn>
              </a:cxnLst>
              <a:rect l="0" t="0" r="r" b="b"/>
              <a:pathLst>
                <a:path w="184" h="1381">
                  <a:moveTo>
                    <a:pt x="0" y="1381"/>
                  </a:moveTo>
                  <a:lnTo>
                    <a:pt x="0" y="1381"/>
                  </a:lnTo>
                  <a:lnTo>
                    <a:pt x="184" y="1381"/>
                  </a:lnTo>
                  <a:lnTo>
                    <a:pt x="184" y="0"/>
                  </a:lnTo>
                  <a:lnTo>
                    <a:pt x="0" y="0"/>
                  </a:lnTo>
                  <a:lnTo>
                    <a:pt x="0" y="1381"/>
                  </a:lnTo>
                  <a:close/>
                </a:path>
              </a:pathLst>
            </a:custGeom>
            <a:solidFill>
              <a:srgbClr val="F59131"/>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sp>
          <p:nvSpPr>
            <p:cNvPr id="159" name="Freeform 42">
              <a:extLst>
                <a:ext uri="{FF2B5EF4-FFF2-40B4-BE49-F238E27FC236}">
                  <a16:creationId xmlns:a16="http://schemas.microsoft.com/office/drawing/2014/main" id="{1E339A95-8E66-2F1D-2B04-AC0363E1E65C}"/>
                </a:ext>
              </a:extLst>
            </p:cNvPr>
            <p:cNvSpPr>
              <a:spLocks/>
            </p:cNvSpPr>
            <p:nvPr/>
          </p:nvSpPr>
          <p:spPr bwMode="auto">
            <a:xfrm>
              <a:off x="6568" y="3657"/>
              <a:ext cx="278" cy="162"/>
            </a:xfrm>
            <a:custGeom>
              <a:avLst/>
              <a:gdLst>
                <a:gd name="T0" fmla="*/ 0 w 1651"/>
                <a:gd name="T1" fmla="*/ 961 h 961"/>
                <a:gd name="T2" fmla="*/ 0 w 1651"/>
                <a:gd name="T3" fmla="*/ 961 h 961"/>
                <a:gd name="T4" fmla="*/ 0 w 1651"/>
                <a:gd name="T5" fmla="*/ 899 h 961"/>
                <a:gd name="T6" fmla="*/ 1602 w 1651"/>
                <a:gd name="T7" fmla="*/ 0 h 961"/>
                <a:gd name="T8" fmla="*/ 1651 w 1651"/>
                <a:gd name="T9" fmla="*/ 37 h 961"/>
                <a:gd name="T10" fmla="*/ 0 w 1651"/>
                <a:gd name="T11" fmla="*/ 961 h 961"/>
              </a:gdLst>
              <a:ahLst/>
              <a:cxnLst>
                <a:cxn ang="0">
                  <a:pos x="T0" y="T1"/>
                </a:cxn>
                <a:cxn ang="0">
                  <a:pos x="T2" y="T3"/>
                </a:cxn>
                <a:cxn ang="0">
                  <a:pos x="T4" y="T5"/>
                </a:cxn>
                <a:cxn ang="0">
                  <a:pos x="T6" y="T7"/>
                </a:cxn>
                <a:cxn ang="0">
                  <a:pos x="T8" y="T9"/>
                </a:cxn>
                <a:cxn ang="0">
                  <a:pos x="T10" y="T11"/>
                </a:cxn>
              </a:cxnLst>
              <a:rect l="0" t="0" r="r" b="b"/>
              <a:pathLst>
                <a:path w="1651" h="961">
                  <a:moveTo>
                    <a:pt x="0" y="961"/>
                  </a:moveTo>
                  <a:lnTo>
                    <a:pt x="0" y="961"/>
                  </a:lnTo>
                  <a:lnTo>
                    <a:pt x="0" y="899"/>
                  </a:lnTo>
                  <a:cubicBezTo>
                    <a:pt x="604" y="899"/>
                    <a:pt x="1173" y="580"/>
                    <a:pt x="1602" y="0"/>
                  </a:cubicBezTo>
                  <a:lnTo>
                    <a:pt x="1651" y="37"/>
                  </a:lnTo>
                  <a:cubicBezTo>
                    <a:pt x="1211" y="633"/>
                    <a:pt x="624" y="961"/>
                    <a:pt x="0" y="961"/>
                  </a:cubicBezTo>
                  <a:close/>
                </a:path>
              </a:pathLst>
            </a:custGeom>
            <a:solidFill>
              <a:schemeClr val="bg1">
                <a:lumMod val="75000"/>
              </a:schemeClr>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sp>
          <p:nvSpPr>
            <p:cNvPr id="160" name="Freeform 43">
              <a:extLst>
                <a:ext uri="{FF2B5EF4-FFF2-40B4-BE49-F238E27FC236}">
                  <a16:creationId xmlns:a16="http://schemas.microsoft.com/office/drawing/2014/main" id="{F5157D43-9165-4BD3-31E5-DF0C8BEFDF35}"/>
                </a:ext>
              </a:extLst>
            </p:cNvPr>
            <p:cNvSpPr>
              <a:spLocks/>
            </p:cNvSpPr>
            <p:nvPr/>
          </p:nvSpPr>
          <p:spPr bwMode="auto">
            <a:xfrm>
              <a:off x="6816" y="3655"/>
              <a:ext cx="31" cy="31"/>
            </a:xfrm>
            <a:custGeom>
              <a:avLst/>
              <a:gdLst>
                <a:gd name="T0" fmla="*/ 184 w 184"/>
                <a:gd name="T1" fmla="*/ 184 h 184"/>
                <a:gd name="T2" fmla="*/ 184 w 184"/>
                <a:gd name="T3" fmla="*/ 184 h 184"/>
                <a:gd name="T4" fmla="*/ 123 w 184"/>
                <a:gd name="T5" fmla="*/ 184 h 184"/>
                <a:gd name="T6" fmla="*/ 123 w 184"/>
                <a:gd name="T7" fmla="*/ 61 h 184"/>
                <a:gd name="T8" fmla="*/ 0 w 184"/>
                <a:gd name="T9" fmla="*/ 61 h 184"/>
                <a:gd name="T10" fmla="*/ 0 w 184"/>
                <a:gd name="T11" fmla="*/ 0 h 184"/>
                <a:gd name="T12" fmla="*/ 184 w 184"/>
                <a:gd name="T13" fmla="*/ 0 h 184"/>
                <a:gd name="T14" fmla="*/ 184 w 184"/>
                <a:gd name="T15" fmla="*/ 184 h 1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4" h="184">
                  <a:moveTo>
                    <a:pt x="184" y="184"/>
                  </a:moveTo>
                  <a:lnTo>
                    <a:pt x="184" y="184"/>
                  </a:lnTo>
                  <a:lnTo>
                    <a:pt x="123" y="184"/>
                  </a:lnTo>
                  <a:lnTo>
                    <a:pt x="123" y="61"/>
                  </a:lnTo>
                  <a:lnTo>
                    <a:pt x="0" y="61"/>
                  </a:lnTo>
                  <a:lnTo>
                    <a:pt x="0" y="0"/>
                  </a:lnTo>
                  <a:lnTo>
                    <a:pt x="184" y="0"/>
                  </a:lnTo>
                  <a:lnTo>
                    <a:pt x="184" y="184"/>
                  </a:lnTo>
                  <a:close/>
                </a:path>
              </a:pathLst>
            </a:custGeom>
            <a:solidFill>
              <a:schemeClr val="bg1">
                <a:lumMod val="75000"/>
              </a:schemeClr>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sp>
          <p:nvSpPr>
            <p:cNvPr id="161" name="Freeform 44">
              <a:extLst>
                <a:ext uri="{FF2B5EF4-FFF2-40B4-BE49-F238E27FC236}">
                  <a16:creationId xmlns:a16="http://schemas.microsoft.com/office/drawing/2014/main" id="{61F75B87-21EB-D664-6E7A-E4E76C668414}"/>
                </a:ext>
              </a:extLst>
            </p:cNvPr>
            <p:cNvSpPr>
              <a:spLocks/>
            </p:cNvSpPr>
            <p:nvPr/>
          </p:nvSpPr>
          <p:spPr bwMode="auto">
            <a:xfrm>
              <a:off x="6692" y="3602"/>
              <a:ext cx="21" cy="10"/>
            </a:xfrm>
            <a:custGeom>
              <a:avLst/>
              <a:gdLst>
                <a:gd name="T0" fmla="*/ 124 w 124"/>
                <a:gd name="T1" fmla="*/ 61 h 61"/>
                <a:gd name="T2" fmla="*/ 124 w 124"/>
                <a:gd name="T3" fmla="*/ 61 h 61"/>
                <a:gd name="T4" fmla="*/ 0 w 124"/>
                <a:gd name="T5" fmla="*/ 61 h 61"/>
                <a:gd name="T6" fmla="*/ 0 w 124"/>
                <a:gd name="T7" fmla="*/ 0 h 61"/>
                <a:gd name="T8" fmla="*/ 124 w 124"/>
                <a:gd name="T9" fmla="*/ 0 h 61"/>
                <a:gd name="T10" fmla="*/ 124 w 124"/>
                <a:gd name="T11" fmla="*/ 61 h 61"/>
              </a:gdLst>
              <a:ahLst/>
              <a:cxnLst>
                <a:cxn ang="0">
                  <a:pos x="T0" y="T1"/>
                </a:cxn>
                <a:cxn ang="0">
                  <a:pos x="T2" y="T3"/>
                </a:cxn>
                <a:cxn ang="0">
                  <a:pos x="T4" y="T5"/>
                </a:cxn>
                <a:cxn ang="0">
                  <a:pos x="T6" y="T7"/>
                </a:cxn>
                <a:cxn ang="0">
                  <a:pos x="T8" y="T9"/>
                </a:cxn>
                <a:cxn ang="0">
                  <a:pos x="T10" y="T11"/>
                </a:cxn>
              </a:cxnLst>
              <a:rect l="0" t="0" r="r" b="b"/>
              <a:pathLst>
                <a:path w="124" h="61">
                  <a:moveTo>
                    <a:pt x="124" y="61"/>
                  </a:moveTo>
                  <a:lnTo>
                    <a:pt x="124" y="61"/>
                  </a:lnTo>
                  <a:lnTo>
                    <a:pt x="0" y="61"/>
                  </a:lnTo>
                  <a:lnTo>
                    <a:pt x="0" y="0"/>
                  </a:lnTo>
                  <a:lnTo>
                    <a:pt x="124" y="0"/>
                  </a:lnTo>
                  <a:lnTo>
                    <a:pt x="124" y="61"/>
                  </a:lnTo>
                  <a:close/>
                </a:path>
              </a:pathLst>
            </a:custGeom>
            <a:solidFill>
              <a:schemeClr val="bg1">
                <a:lumMod val="75000"/>
              </a:schemeClr>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sp>
          <p:nvSpPr>
            <p:cNvPr id="162" name="Freeform 45">
              <a:extLst>
                <a:ext uri="{FF2B5EF4-FFF2-40B4-BE49-F238E27FC236}">
                  <a16:creationId xmlns:a16="http://schemas.microsoft.com/office/drawing/2014/main" id="{FE1CA0DC-7EBB-BADB-5D6E-045925BBDA70}"/>
                </a:ext>
              </a:extLst>
            </p:cNvPr>
            <p:cNvSpPr>
              <a:spLocks/>
            </p:cNvSpPr>
            <p:nvPr/>
          </p:nvSpPr>
          <p:spPr bwMode="auto">
            <a:xfrm>
              <a:off x="6692" y="3622"/>
              <a:ext cx="41" cy="11"/>
            </a:xfrm>
            <a:custGeom>
              <a:avLst/>
              <a:gdLst>
                <a:gd name="T0" fmla="*/ 247 w 247"/>
                <a:gd name="T1" fmla="*/ 61 h 61"/>
                <a:gd name="T2" fmla="*/ 247 w 247"/>
                <a:gd name="T3" fmla="*/ 61 h 61"/>
                <a:gd name="T4" fmla="*/ 0 w 247"/>
                <a:gd name="T5" fmla="*/ 61 h 61"/>
                <a:gd name="T6" fmla="*/ 0 w 247"/>
                <a:gd name="T7" fmla="*/ 0 h 61"/>
                <a:gd name="T8" fmla="*/ 247 w 247"/>
                <a:gd name="T9" fmla="*/ 0 h 61"/>
                <a:gd name="T10" fmla="*/ 247 w 247"/>
                <a:gd name="T11" fmla="*/ 61 h 61"/>
              </a:gdLst>
              <a:ahLst/>
              <a:cxnLst>
                <a:cxn ang="0">
                  <a:pos x="T0" y="T1"/>
                </a:cxn>
                <a:cxn ang="0">
                  <a:pos x="T2" y="T3"/>
                </a:cxn>
                <a:cxn ang="0">
                  <a:pos x="T4" y="T5"/>
                </a:cxn>
                <a:cxn ang="0">
                  <a:pos x="T6" y="T7"/>
                </a:cxn>
                <a:cxn ang="0">
                  <a:pos x="T8" y="T9"/>
                </a:cxn>
                <a:cxn ang="0">
                  <a:pos x="T10" y="T11"/>
                </a:cxn>
              </a:cxnLst>
              <a:rect l="0" t="0" r="r" b="b"/>
              <a:pathLst>
                <a:path w="247" h="61">
                  <a:moveTo>
                    <a:pt x="247" y="61"/>
                  </a:moveTo>
                  <a:lnTo>
                    <a:pt x="247" y="61"/>
                  </a:lnTo>
                  <a:lnTo>
                    <a:pt x="0" y="61"/>
                  </a:lnTo>
                  <a:lnTo>
                    <a:pt x="0" y="0"/>
                  </a:lnTo>
                  <a:lnTo>
                    <a:pt x="247" y="0"/>
                  </a:lnTo>
                  <a:lnTo>
                    <a:pt x="247" y="61"/>
                  </a:lnTo>
                  <a:close/>
                </a:path>
              </a:pathLst>
            </a:custGeom>
            <a:solidFill>
              <a:schemeClr val="bg1">
                <a:lumMod val="75000"/>
              </a:schemeClr>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sp>
          <p:nvSpPr>
            <p:cNvPr id="163" name="Freeform 46">
              <a:extLst>
                <a:ext uri="{FF2B5EF4-FFF2-40B4-BE49-F238E27FC236}">
                  <a16:creationId xmlns:a16="http://schemas.microsoft.com/office/drawing/2014/main" id="{CACD8BE2-B1EF-F3F3-E0BB-C2E9CC351F1D}"/>
                </a:ext>
              </a:extLst>
            </p:cNvPr>
            <p:cNvSpPr>
              <a:spLocks/>
            </p:cNvSpPr>
            <p:nvPr/>
          </p:nvSpPr>
          <p:spPr bwMode="auto">
            <a:xfrm>
              <a:off x="6568" y="3602"/>
              <a:ext cx="114" cy="51"/>
            </a:xfrm>
            <a:custGeom>
              <a:avLst/>
              <a:gdLst>
                <a:gd name="T0" fmla="*/ 675 w 675"/>
                <a:gd name="T1" fmla="*/ 306 h 306"/>
                <a:gd name="T2" fmla="*/ 675 w 675"/>
                <a:gd name="T3" fmla="*/ 306 h 306"/>
                <a:gd name="T4" fmla="*/ 0 w 675"/>
                <a:gd name="T5" fmla="*/ 306 h 306"/>
                <a:gd name="T6" fmla="*/ 0 w 675"/>
                <a:gd name="T7" fmla="*/ 0 h 306"/>
                <a:gd name="T8" fmla="*/ 675 w 675"/>
                <a:gd name="T9" fmla="*/ 0 h 306"/>
                <a:gd name="T10" fmla="*/ 675 w 675"/>
                <a:gd name="T11" fmla="*/ 306 h 306"/>
              </a:gdLst>
              <a:ahLst/>
              <a:cxnLst>
                <a:cxn ang="0">
                  <a:pos x="T0" y="T1"/>
                </a:cxn>
                <a:cxn ang="0">
                  <a:pos x="T2" y="T3"/>
                </a:cxn>
                <a:cxn ang="0">
                  <a:pos x="T4" y="T5"/>
                </a:cxn>
                <a:cxn ang="0">
                  <a:pos x="T6" y="T7"/>
                </a:cxn>
                <a:cxn ang="0">
                  <a:pos x="T8" y="T9"/>
                </a:cxn>
                <a:cxn ang="0">
                  <a:pos x="T10" y="T11"/>
                </a:cxn>
              </a:cxnLst>
              <a:rect l="0" t="0" r="r" b="b"/>
              <a:pathLst>
                <a:path w="675" h="306">
                  <a:moveTo>
                    <a:pt x="675" y="306"/>
                  </a:moveTo>
                  <a:lnTo>
                    <a:pt x="675" y="306"/>
                  </a:lnTo>
                  <a:lnTo>
                    <a:pt x="0" y="306"/>
                  </a:lnTo>
                  <a:lnTo>
                    <a:pt x="0" y="0"/>
                  </a:lnTo>
                  <a:lnTo>
                    <a:pt x="675" y="0"/>
                  </a:lnTo>
                  <a:lnTo>
                    <a:pt x="675" y="306"/>
                  </a:lnTo>
                  <a:close/>
                </a:path>
              </a:pathLst>
            </a:custGeom>
            <a:solidFill>
              <a:srgbClr val="F59131"/>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sp>
          <p:nvSpPr>
            <p:cNvPr id="164" name="Freeform 47">
              <a:extLst>
                <a:ext uri="{FF2B5EF4-FFF2-40B4-BE49-F238E27FC236}">
                  <a16:creationId xmlns:a16="http://schemas.microsoft.com/office/drawing/2014/main" id="{5A1BFA7D-63F7-C4F7-29BB-FDE84B84B2CE}"/>
                </a:ext>
              </a:extLst>
            </p:cNvPr>
            <p:cNvSpPr>
              <a:spLocks/>
            </p:cNvSpPr>
            <p:nvPr/>
          </p:nvSpPr>
          <p:spPr bwMode="auto">
            <a:xfrm>
              <a:off x="6606" y="3664"/>
              <a:ext cx="76" cy="10"/>
            </a:xfrm>
            <a:custGeom>
              <a:avLst/>
              <a:gdLst>
                <a:gd name="T0" fmla="*/ 450 w 450"/>
                <a:gd name="T1" fmla="*/ 61 h 61"/>
                <a:gd name="T2" fmla="*/ 450 w 450"/>
                <a:gd name="T3" fmla="*/ 61 h 61"/>
                <a:gd name="T4" fmla="*/ 0 w 450"/>
                <a:gd name="T5" fmla="*/ 61 h 61"/>
                <a:gd name="T6" fmla="*/ 0 w 450"/>
                <a:gd name="T7" fmla="*/ 0 h 61"/>
                <a:gd name="T8" fmla="*/ 450 w 450"/>
                <a:gd name="T9" fmla="*/ 0 h 61"/>
                <a:gd name="T10" fmla="*/ 450 w 450"/>
                <a:gd name="T11" fmla="*/ 61 h 61"/>
              </a:gdLst>
              <a:ahLst/>
              <a:cxnLst>
                <a:cxn ang="0">
                  <a:pos x="T0" y="T1"/>
                </a:cxn>
                <a:cxn ang="0">
                  <a:pos x="T2" y="T3"/>
                </a:cxn>
                <a:cxn ang="0">
                  <a:pos x="T4" y="T5"/>
                </a:cxn>
                <a:cxn ang="0">
                  <a:pos x="T6" y="T7"/>
                </a:cxn>
                <a:cxn ang="0">
                  <a:pos x="T8" y="T9"/>
                </a:cxn>
                <a:cxn ang="0">
                  <a:pos x="T10" y="T11"/>
                </a:cxn>
              </a:cxnLst>
              <a:rect l="0" t="0" r="r" b="b"/>
              <a:pathLst>
                <a:path w="450" h="61">
                  <a:moveTo>
                    <a:pt x="450" y="61"/>
                  </a:moveTo>
                  <a:lnTo>
                    <a:pt x="450" y="61"/>
                  </a:lnTo>
                  <a:lnTo>
                    <a:pt x="0" y="61"/>
                  </a:lnTo>
                  <a:lnTo>
                    <a:pt x="0" y="0"/>
                  </a:lnTo>
                  <a:lnTo>
                    <a:pt x="450" y="0"/>
                  </a:lnTo>
                  <a:lnTo>
                    <a:pt x="450" y="61"/>
                  </a:lnTo>
                  <a:close/>
                </a:path>
              </a:pathLst>
            </a:custGeom>
            <a:solidFill>
              <a:schemeClr val="bg1">
                <a:lumMod val="75000"/>
              </a:schemeClr>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sp>
          <p:nvSpPr>
            <p:cNvPr id="165" name="Freeform 48">
              <a:extLst>
                <a:ext uri="{FF2B5EF4-FFF2-40B4-BE49-F238E27FC236}">
                  <a16:creationId xmlns:a16="http://schemas.microsoft.com/office/drawing/2014/main" id="{58EA2A9E-6C52-1932-44DE-21E6F8F76C9A}"/>
                </a:ext>
              </a:extLst>
            </p:cNvPr>
            <p:cNvSpPr>
              <a:spLocks/>
            </p:cNvSpPr>
            <p:nvPr/>
          </p:nvSpPr>
          <p:spPr bwMode="auto">
            <a:xfrm>
              <a:off x="6568" y="3685"/>
              <a:ext cx="76" cy="10"/>
            </a:xfrm>
            <a:custGeom>
              <a:avLst/>
              <a:gdLst>
                <a:gd name="T0" fmla="*/ 450 w 450"/>
                <a:gd name="T1" fmla="*/ 62 h 62"/>
                <a:gd name="T2" fmla="*/ 450 w 450"/>
                <a:gd name="T3" fmla="*/ 62 h 62"/>
                <a:gd name="T4" fmla="*/ 0 w 450"/>
                <a:gd name="T5" fmla="*/ 62 h 62"/>
                <a:gd name="T6" fmla="*/ 0 w 450"/>
                <a:gd name="T7" fmla="*/ 0 h 62"/>
                <a:gd name="T8" fmla="*/ 450 w 450"/>
                <a:gd name="T9" fmla="*/ 0 h 62"/>
                <a:gd name="T10" fmla="*/ 450 w 450"/>
                <a:gd name="T11" fmla="*/ 62 h 62"/>
              </a:gdLst>
              <a:ahLst/>
              <a:cxnLst>
                <a:cxn ang="0">
                  <a:pos x="T0" y="T1"/>
                </a:cxn>
                <a:cxn ang="0">
                  <a:pos x="T2" y="T3"/>
                </a:cxn>
                <a:cxn ang="0">
                  <a:pos x="T4" y="T5"/>
                </a:cxn>
                <a:cxn ang="0">
                  <a:pos x="T6" y="T7"/>
                </a:cxn>
                <a:cxn ang="0">
                  <a:pos x="T8" y="T9"/>
                </a:cxn>
                <a:cxn ang="0">
                  <a:pos x="T10" y="T11"/>
                </a:cxn>
              </a:cxnLst>
              <a:rect l="0" t="0" r="r" b="b"/>
              <a:pathLst>
                <a:path w="450" h="62">
                  <a:moveTo>
                    <a:pt x="450" y="62"/>
                  </a:moveTo>
                  <a:lnTo>
                    <a:pt x="450" y="62"/>
                  </a:lnTo>
                  <a:lnTo>
                    <a:pt x="0" y="62"/>
                  </a:lnTo>
                  <a:lnTo>
                    <a:pt x="0" y="0"/>
                  </a:lnTo>
                  <a:lnTo>
                    <a:pt x="450" y="0"/>
                  </a:lnTo>
                  <a:lnTo>
                    <a:pt x="450" y="62"/>
                  </a:lnTo>
                  <a:close/>
                </a:path>
              </a:pathLst>
            </a:custGeom>
            <a:solidFill>
              <a:schemeClr val="bg1">
                <a:lumMod val="75000"/>
              </a:schemeClr>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sp>
          <p:nvSpPr>
            <p:cNvPr id="166" name="Freeform 49">
              <a:extLst>
                <a:ext uri="{FF2B5EF4-FFF2-40B4-BE49-F238E27FC236}">
                  <a16:creationId xmlns:a16="http://schemas.microsoft.com/office/drawing/2014/main" id="{25A5314E-9420-7A26-B811-CD78EF87B42B}"/>
                </a:ext>
              </a:extLst>
            </p:cNvPr>
            <p:cNvSpPr>
              <a:spLocks/>
            </p:cNvSpPr>
            <p:nvPr/>
          </p:nvSpPr>
          <p:spPr bwMode="auto">
            <a:xfrm>
              <a:off x="6568" y="3664"/>
              <a:ext cx="25" cy="10"/>
            </a:xfrm>
            <a:custGeom>
              <a:avLst/>
              <a:gdLst>
                <a:gd name="T0" fmla="*/ 150 w 150"/>
                <a:gd name="T1" fmla="*/ 61 h 61"/>
                <a:gd name="T2" fmla="*/ 150 w 150"/>
                <a:gd name="T3" fmla="*/ 61 h 61"/>
                <a:gd name="T4" fmla="*/ 0 w 150"/>
                <a:gd name="T5" fmla="*/ 61 h 61"/>
                <a:gd name="T6" fmla="*/ 0 w 150"/>
                <a:gd name="T7" fmla="*/ 0 h 61"/>
                <a:gd name="T8" fmla="*/ 150 w 150"/>
                <a:gd name="T9" fmla="*/ 0 h 61"/>
                <a:gd name="T10" fmla="*/ 150 w 150"/>
                <a:gd name="T11" fmla="*/ 61 h 61"/>
              </a:gdLst>
              <a:ahLst/>
              <a:cxnLst>
                <a:cxn ang="0">
                  <a:pos x="T0" y="T1"/>
                </a:cxn>
                <a:cxn ang="0">
                  <a:pos x="T2" y="T3"/>
                </a:cxn>
                <a:cxn ang="0">
                  <a:pos x="T4" y="T5"/>
                </a:cxn>
                <a:cxn ang="0">
                  <a:pos x="T6" y="T7"/>
                </a:cxn>
                <a:cxn ang="0">
                  <a:pos x="T8" y="T9"/>
                </a:cxn>
                <a:cxn ang="0">
                  <a:pos x="T10" y="T11"/>
                </a:cxn>
              </a:cxnLst>
              <a:rect l="0" t="0" r="r" b="b"/>
              <a:pathLst>
                <a:path w="150" h="61">
                  <a:moveTo>
                    <a:pt x="150" y="61"/>
                  </a:moveTo>
                  <a:lnTo>
                    <a:pt x="150" y="61"/>
                  </a:lnTo>
                  <a:lnTo>
                    <a:pt x="0" y="61"/>
                  </a:lnTo>
                  <a:lnTo>
                    <a:pt x="0" y="0"/>
                  </a:lnTo>
                  <a:lnTo>
                    <a:pt x="150" y="0"/>
                  </a:lnTo>
                  <a:lnTo>
                    <a:pt x="150" y="61"/>
                  </a:lnTo>
                  <a:close/>
                </a:path>
              </a:pathLst>
            </a:custGeom>
            <a:solidFill>
              <a:schemeClr val="bg1">
                <a:lumMod val="75000"/>
              </a:schemeClr>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ar-SA"/>
            </a:p>
          </p:txBody>
        </p:sp>
      </p:grpSp>
    </p:spTree>
    <p:extLst>
      <p:ext uri="{BB962C8B-B14F-4D97-AF65-F5344CB8AC3E}">
        <p14:creationId xmlns:p14="http://schemas.microsoft.com/office/powerpoint/2010/main" val="65567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C7F1B-F9BB-19A8-DF95-A97AA20A633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BE6335A-6FFB-21BE-D105-8B4A8507C4FB}"/>
              </a:ext>
            </a:extLst>
          </p:cNvPr>
          <p:cNvSpPr>
            <a:spLocks noGrp="1"/>
          </p:cNvSpPr>
          <p:nvPr>
            <p:ph type="ctrTitle"/>
          </p:nvPr>
        </p:nvSpPr>
        <p:spPr/>
        <p:txBody>
          <a:bodyPr>
            <a:normAutofit fontScale="90000"/>
          </a:bodyPr>
          <a:lstStyle/>
          <a:p>
            <a:r>
              <a:rPr lang="ar-SA" dirty="0"/>
              <a:t>أبرز المشاهدات لمؤشرات إدارة وتشغيل للفروع الافتراضية </a:t>
            </a:r>
            <a:endParaRPr lang="en-SA" dirty="0"/>
          </a:p>
        </p:txBody>
      </p:sp>
    </p:spTree>
    <p:extLst>
      <p:ext uri="{BB962C8B-B14F-4D97-AF65-F5344CB8AC3E}">
        <p14:creationId xmlns:p14="http://schemas.microsoft.com/office/powerpoint/2010/main" val="4123733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0550C-51DE-15AD-7C30-60AE4BA6FE6B}"/>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D91E9406-DC2E-C5CC-2449-A8E3AF0CD918}"/>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FA7EBE67-9B2B-5B38-C7BA-CBF7DF318082}"/>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33DF1FD7-0905-3685-F2B2-EF8D93D63128}"/>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B4F1E8E0-D5CF-E8F8-B93C-7153F3E07B88}"/>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3300" b="0" i="0" u="none" strike="noStrike" kern="1200" cap="none" spc="0" normalizeH="0" baseline="0" noProof="0" dirty="0">
                  <a:ln>
                    <a:noFill/>
                  </a:ln>
                  <a:solidFill>
                    <a:srgbClr val="0F3144"/>
                  </a:solidFill>
                  <a:effectLst/>
                  <a:uLnTx/>
                  <a:uFillTx/>
                  <a:cs typeface="HRSD Gov Title Bold" pitchFamily="2" charset="-78"/>
                </a:rPr>
                <a:t>إحصائيات التقرير العام – نظرة عامة</a:t>
              </a:r>
              <a:endParaRPr kumimoji="0" lang="en-SA" sz="3300" b="0" i="0" u="none" strike="noStrike" kern="1200" cap="none" spc="0" normalizeH="0" baseline="0" noProof="0" dirty="0">
                <a:ln>
                  <a:noFill/>
                </a:ln>
                <a:solidFill>
                  <a:srgbClr val="0F3144"/>
                </a:solidFill>
                <a:effectLst/>
                <a:uLnTx/>
                <a:uFillTx/>
                <a:cs typeface="HRSD Gov Title Bold" pitchFamily="2" charset="-78"/>
              </a:endParaRPr>
            </a:p>
          </p:txBody>
        </p:sp>
        <p:grpSp>
          <p:nvGrpSpPr>
            <p:cNvPr id="13" name="مجموعة 12">
              <a:extLst>
                <a:ext uri="{FF2B5EF4-FFF2-40B4-BE49-F238E27FC236}">
                  <a16:creationId xmlns:a16="http://schemas.microsoft.com/office/drawing/2014/main" id="{D3275683-A39E-E14B-D417-971487407E58}"/>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9F0E9443-42A0-B29C-AA57-FF3D9EA58ACD}"/>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B4F817A0-B9D7-043F-954F-DA00772578C9}"/>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sp>
        <p:nvSpPr>
          <p:cNvPr id="3" name="مربع نص 2">
            <a:extLst>
              <a:ext uri="{FF2B5EF4-FFF2-40B4-BE49-F238E27FC236}">
                <a16:creationId xmlns:a16="http://schemas.microsoft.com/office/drawing/2014/main" id="{D3586DAD-E814-4805-F982-62161CC4A64F}"/>
              </a:ext>
            </a:extLst>
          </p:cNvPr>
          <p:cNvSpPr txBox="1"/>
          <p:nvPr/>
        </p:nvSpPr>
        <p:spPr>
          <a:xfrm>
            <a:off x="982824" y="1140435"/>
            <a:ext cx="10852738" cy="338554"/>
          </a:xfrm>
          <a:prstGeom prst="rect">
            <a:avLst/>
          </a:prstGeom>
          <a:noFill/>
        </p:spPr>
        <p:txBody>
          <a:bodyPr wrap="square">
            <a:spAutoFit/>
          </a:bodyPr>
          <a:lstStyle/>
          <a:p>
            <a:r>
              <a:rPr lang="ar-SA" sz="1600" b="1" dirty="0">
                <a:solidFill>
                  <a:srgbClr val="0F3144"/>
                </a:solidFill>
                <a:latin typeface="HRSD Gov Medium" pitchFamily="2" charset="-78"/>
                <a:ea typeface="HRSD Gov Medium" pitchFamily="2" charset="-78"/>
                <a:cs typeface="HRSD Gov Medium" pitchFamily="2" charset="-78"/>
              </a:rPr>
              <a:t>نطاق التحليل: </a:t>
            </a:r>
            <a:r>
              <a:rPr lang="ar-SA" sz="1600" b="1" dirty="0">
                <a:latin typeface="HRSD Gov Medium" pitchFamily="2" charset="-78"/>
                <a:ea typeface="HRSD Gov Medium" pitchFamily="2" charset="-78"/>
                <a:cs typeface="HRSD Gov Medium" pitchFamily="2" charset="-78"/>
              </a:rPr>
              <a:t>البيانات المجمعة من جلسات الفروع الافتراضية خلال الفترة المرجعية، وتشمل المتابعة الإشرافية، تقييم الجلسات، وحل المشكلات.</a:t>
            </a:r>
          </a:p>
        </p:txBody>
      </p:sp>
      <p:grpSp>
        <p:nvGrpSpPr>
          <p:cNvPr id="12" name="مجموعة 11">
            <a:extLst>
              <a:ext uri="{FF2B5EF4-FFF2-40B4-BE49-F238E27FC236}">
                <a16:creationId xmlns:a16="http://schemas.microsoft.com/office/drawing/2014/main" id="{E7D0FB42-8B30-CDD6-19C5-692B2461FC5C}"/>
              </a:ext>
            </a:extLst>
          </p:cNvPr>
          <p:cNvGrpSpPr/>
          <p:nvPr/>
        </p:nvGrpSpPr>
        <p:grpSpPr>
          <a:xfrm>
            <a:off x="2416532" y="1463601"/>
            <a:ext cx="8803952" cy="359543"/>
            <a:chOff x="6470020" y="1463601"/>
            <a:chExt cx="4750464" cy="359543"/>
          </a:xfrm>
        </p:grpSpPr>
        <p:sp>
          <p:nvSpPr>
            <p:cNvPr id="6" name="Rectangle 30">
              <a:extLst>
                <a:ext uri="{FF2B5EF4-FFF2-40B4-BE49-F238E27FC236}">
                  <a16:creationId xmlns:a16="http://schemas.microsoft.com/office/drawing/2014/main" id="{E6258378-E984-0D57-A702-20310D401521}"/>
                </a:ext>
              </a:extLst>
            </p:cNvPr>
            <p:cNvSpPr/>
            <p:nvPr/>
          </p:nvSpPr>
          <p:spPr bwMode="gray">
            <a:xfrm flipH="1">
              <a:off x="8984391" y="1463601"/>
              <a:ext cx="2236093" cy="359543"/>
            </a:xfrm>
            <a:prstGeom prst="rect">
              <a:avLst/>
            </a:prstGeom>
            <a:solidFill>
              <a:schemeClr val="accent1"/>
            </a:solidFill>
            <a:ln w="12700" algn="ctr">
              <a:noFill/>
              <a:prstDash val="solid"/>
              <a:miter lim="800000"/>
              <a:headEnd/>
              <a:tailEnd/>
            </a:ln>
          </p:spPr>
          <p:txBody>
            <a:bodyPr wrap="square" lIns="91440" tIns="91440" rIns="91440" bIns="91440" rtlCol="0" anchor="ctr"/>
            <a:lstStyle/>
            <a:p>
              <a:pPr lvl="0" algn="ctr" rtl="0" hangingPunct="1">
                <a:lnSpc>
                  <a:spcPct val="106000"/>
                </a:lnSpc>
                <a:defRPr/>
              </a:pPr>
              <a:r>
                <a:rPr lang="ar-SA" sz="1600" kern="1200" dirty="0">
                  <a:solidFill>
                    <a:schemeClr val="bg1"/>
                  </a:solidFill>
                  <a:latin typeface="HRSD Gov Medium" pitchFamily="2" charset="-78"/>
                  <a:ea typeface="HRSD Gov Medium" pitchFamily="2" charset="-78"/>
                  <a:cs typeface="HRSD Gov Medium" pitchFamily="2" charset="-78"/>
                </a:rPr>
                <a:t>المؤشر</a:t>
              </a:r>
            </a:p>
          </p:txBody>
        </p:sp>
        <p:sp>
          <p:nvSpPr>
            <p:cNvPr id="7" name="Rectangle 30">
              <a:extLst>
                <a:ext uri="{FF2B5EF4-FFF2-40B4-BE49-F238E27FC236}">
                  <a16:creationId xmlns:a16="http://schemas.microsoft.com/office/drawing/2014/main" id="{7B773993-C4A2-AD2B-8DE9-66CEADFEA4F0}"/>
                </a:ext>
              </a:extLst>
            </p:cNvPr>
            <p:cNvSpPr/>
            <p:nvPr/>
          </p:nvSpPr>
          <p:spPr bwMode="gray">
            <a:xfrm flipH="1">
              <a:off x="6470020" y="1463601"/>
              <a:ext cx="2236093" cy="359543"/>
            </a:xfrm>
            <a:prstGeom prst="rect">
              <a:avLst/>
            </a:prstGeom>
            <a:solidFill>
              <a:sysClr val="window" lastClr="FFFFFF"/>
            </a:solidFill>
            <a:ln w="9525" algn="ctr">
              <a:solidFill>
                <a:sysClr val="window" lastClr="FFFFFF">
                  <a:lumMod val="85000"/>
                </a:sysClr>
              </a:solidFill>
              <a:prstDash val="dash"/>
              <a:miter lim="800000"/>
              <a:headEnd/>
              <a:tailEnd/>
            </a:ln>
          </p:spPr>
          <p:txBody>
            <a:bodyPr wrap="square" lIns="91440" tIns="91440" rIns="91440" bIns="91440" rtlCol="0" anchor="ctr"/>
            <a:lstStyle/>
            <a:p>
              <a:pPr lvl="0" algn="ctr" rtl="0" hangingPunct="1">
                <a:lnSpc>
                  <a:spcPct val="106000"/>
                </a:lnSpc>
                <a:defRPr/>
              </a:pPr>
              <a:r>
                <a:rPr lang="ar-SA" sz="1600" kern="1200" dirty="0">
                  <a:solidFill>
                    <a:schemeClr val="accent1"/>
                  </a:solidFill>
                  <a:latin typeface="HRSD Gov Medium" pitchFamily="2" charset="-78"/>
                  <a:ea typeface="HRSD Gov Medium" pitchFamily="2" charset="-78"/>
                  <a:cs typeface="HRSD Gov Medium" pitchFamily="2" charset="-78"/>
                </a:rPr>
                <a:t>القيمة</a:t>
              </a:r>
            </a:p>
          </p:txBody>
        </p:sp>
      </p:grpSp>
      <p:graphicFrame>
        <p:nvGraphicFramePr>
          <p:cNvPr id="22" name="جدول 21">
            <a:extLst>
              <a:ext uri="{FF2B5EF4-FFF2-40B4-BE49-F238E27FC236}">
                <a16:creationId xmlns:a16="http://schemas.microsoft.com/office/drawing/2014/main" id="{47A36616-9E19-7C78-6A2C-F4C5092959D6}"/>
              </a:ext>
            </a:extLst>
          </p:cNvPr>
          <p:cNvGraphicFramePr>
            <a:graphicFrameLocks noGrp="1"/>
          </p:cNvGraphicFramePr>
          <p:nvPr>
            <p:extLst>
              <p:ext uri="{D42A27DB-BD31-4B8C-83A1-F6EECF244321}">
                <p14:modId xmlns:p14="http://schemas.microsoft.com/office/powerpoint/2010/main" val="3005103183"/>
              </p:ext>
            </p:extLst>
          </p:nvPr>
        </p:nvGraphicFramePr>
        <p:xfrm>
          <a:off x="1714638" y="1888790"/>
          <a:ext cx="9692012" cy="2133600"/>
        </p:xfrm>
        <a:graphic>
          <a:graphicData uri="http://schemas.openxmlformats.org/drawingml/2006/table">
            <a:tbl>
              <a:tblPr rtl="1" firstRow="1" bandRow="1">
                <a:tableStyleId>{5C22544A-7EE6-4342-B048-85BDC9FD1C3A}</a:tableStyleId>
              </a:tblPr>
              <a:tblGrid>
                <a:gridCol w="4846006">
                  <a:extLst>
                    <a:ext uri="{9D8B030D-6E8A-4147-A177-3AD203B41FA5}">
                      <a16:colId xmlns:a16="http://schemas.microsoft.com/office/drawing/2014/main" val="3019313454"/>
                    </a:ext>
                  </a:extLst>
                </a:gridCol>
                <a:gridCol w="4846006">
                  <a:extLst>
                    <a:ext uri="{9D8B030D-6E8A-4147-A177-3AD203B41FA5}">
                      <a16:colId xmlns:a16="http://schemas.microsoft.com/office/drawing/2014/main" val="698685983"/>
                    </a:ext>
                  </a:extLst>
                </a:gridCol>
              </a:tblGrid>
              <a:tr h="243662">
                <a:tc>
                  <a:txBody>
                    <a:bodyPr/>
                    <a:lstStyle/>
                    <a:p>
                      <a:pPr algn="ctr" rtl="1">
                        <a:buNone/>
                      </a:pPr>
                      <a:r>
                        <a:rPr lang="ar-SA" sz="1400" b="1" dirty="0">
                          <a:solidFill>
                            <a:srgbClr val="0F3144"/>
                          </a:solidFill>
                          <a:latin typeface="HRSD Bold"/>
                        </a:rPr>
                        <a:t>إجمالي عدد الجلسات المنفذة</a:t>
                      </a:r>
                    </a:p>
                  </a:txBody>
                  <a:tcPr anchor="ct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buNone/>
                      </a:pPr>
                      <a:r>
                        <a:rPr lang="ar-SA" sz="1400" b="1" dirty="0">
                          <a:solidFill>
                            <a:srgbClr val="2BB574"/>
                          </a:solidFill>
                          <a:latin typeface="HRSD Bold"/>
                        </a:rPr>
                        <a:t>1,457 جلسة</a:t>
                      </a:r>
                    </a:p>
                  </a:txBody>
                  <a:tcPr anchor="ct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9015890"/>
                  </a:ext>
                </a:extLst>
              </a:tr>
              <a:tr h="243662">
                <a:tc>
                  <a:txBody>
                    <a:bodyPr/>
                    <a:lstStyle/>
                    <a:p>
                      <a:pPr algn="ctr" rtl="1">
                        <a:buNone/>
                      </a:pPr>
                      <a:r>
                        <a:rPr lang="ar-SA" sz="1400" b="1" dirty="0">
                          <a:solidFill>
                            <a:srgbClr val="0F3144"/>
                          </a:solidFill>
                          <a:latin typeface="HRSD Bold"/>
                        </a:rPr>
                        <a:t>عدد الجلسات التي تم تقييمها</a:t>
                      </a:r>
                    </a:p>
                  </a:txBody>
                  <a:tcPr anchor="ct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buNone/>
                      </a:pPr>
                      <a:r>
                        <a:rPr lang="ar-SA" sz="1400" b="1" dirty="0">
                          <a:solidFill>
                            <a:srgbClr val="2BB574"/>
                          </a:solidFill>
                          <a:latin typeface="HRSD Bold"/>
                        </a:rPr>
                        <a:t>1,102 جلسة</a:t>
                      </a:r>
                    </a:p>
                  </a:txBody>
                  <a:tcPr anchor="ct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56016367"/>
                  </a:ext>
                </a:extLst>
              </a:tr>
              <a:tr h="243662">
                <a:tc>
                  <a:txBody>
                    <a:bodyPr/>
                    <a:lstStyle/>
                    <a:p>
                      <a:pPr algn="ctr" rtl="1">
                        <a:buNone/>
                      </a:pPr>
                      <a:r>
                        <a:rPr lang="ar-SA" sz="1400" b="1" dirty="0">
                          <a:solidFill>
                            <a:srgbClr val="0F3144"/>
                          </a:solidFill>
                          <a:latin typeface="HRSD Bold"/>
                        </a:rPr>
                        <a:t>متوسط تقييم الجلسات</a:t>
                      </a:r>
                    </a:p>
                  </a:txBody>
                  <a:tcPr anchor="ct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buNone/>
                      </a:pPr>
                      <a:r>
                        <a:rPr lang="ar-SA" sz="1400" b="1">
                          <a:solidFill>
                            <a:srgbClr val="2BB574"/>
                          </a:solidFill>
                          <a:latin typeface="HRSD Bold"/>
                        </a:rPr>
                        <a:t>8.7 / 10</a:t>
                      </a:r>
                    </a:p>
                  </a:txBody>
                  <a:tcPr anchor="ct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9193529"/>
                  </a:ext>
                </a:extLst>
              </a:tr>
              <a:tr h="243662">
                <a:tc>
                  <a:txBody>
                    <a:bodyPr/>
                    <a:lstStyle/>
                    <a:p>
                      <a:pPr algn="ctr" rtl="1">
                        <a:buNone/>
                      </a:pPr>
                      <a:r>
                        <a:rPr lang="ar-SA" sz="1400" b="1" dirty="0">
                          <a:solidFill>
                            <a:srgbClr val="0F3144"/>
                          </a:solidFill>
                          <a:latin typeface="HRSD Bold"/>
                        </a:rPr>
                        <a:t>عدد المشكلات التي تم حلها</a:t>
                      </a:r>
                    </a:p>
                  </a:txBody>
                  <a:tcPr anchor="ct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buNone/>
                      </a:pPr>
                      <a:r>
                        <a:rPr lang="ar-SA" sz="1400" b="1" dirty="0">
                          <a:solidFill>
                            <a:srgbClr val="2BB574"/>
                          </a:solidFill>
                          <a:latin typeface="HRSD Bold"/>
                        </a:rPr>
                        <a:t>1,083 حالة</a:t>
                      </a:r>
                    </a:p>
                  </a:txBody>
                  <a:tcPr anchor="ct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9445289"/>
                  </a:ext>
                </a:extLst>
              </a:tr>
              <a:tr h="243662">
                <a:tc>
                  <a:txBody>
                    <a:bodyPr/>
                    <a:lstStyle/>
                    <a:p>
                      <a:pPr algn="ctr" rtl="1">
                        <a:buNone/>
                      </a:pPr>
                      <a:r>
                        <a:rPr lang="ar-SA" sz="1400" b="1" dirty="0">
                          <a:solidFill>
                            <a:srgbClr val="0F3144"/>
                          </a:solidFill>
                          <a:latin typeface="HRSD Bold"/>
                        </a:rPr>
                        <a:t>نسبة حل المشكلات من أول جلسة</a:t>
                      </a:r>
                    </a:p>
                  </a:txBody>
                  <a:tcPr anchor="ct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buNone/>
                      </a:pPr>
                      <a:r>
                        <a:rPr lang="ar-SA" sz="1400" b="1" dirty="0">
                          <a:solidFill>
                            <a:srgbClr val="2BB574"/>
                          </a:solidFill>
                          <a:latin typeface="HRSD Bold"/>
                        </a:rPr>
                        <a:t>74.3%</a:t>
                      </a:r>
                    </a:p>
                  </a:txBody>
                  <a:tcPr anchor="ct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43066992"/>
                  </a:ext>
                </a:extLst>
              </a:tr>
              <a:tr h="243662">
                <a:tc>
                  <a:txBody>
                    <a:bodyPr/>
                    <a:lstStyle/>
                    <a:p>
                      <a:pPr algn="ctr" rtl="1">
                        <a:buNone/>
                      </a:pPr>
                      <a:r>
                        <a:rPr lang="ar-SA" sz="1400" b="1" dirty="0">
                          <a:solidFill>
                            <a:srgbClr val="0F3144"/>
                          </a:solidFill>
                          <a:latin typeface="HRSD Bold"/>
                        </a:rPr>
                        <a:t>عدد الجلسات المتابعة إشرافياً</a:t>
                      </a:r>
                    </a:p>
                  </a:txBody>
                  <a:tcPr anchor="ct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buNone/>
                      </a:pPr>
                      <a:r>
                        <a:rPr lang="ar-SA" sz="1400" b="1" dirty="0">
                          <a:solidFill>
                            <a:srgbClr val="2BB574"/>
                          </a:solidFill>
                          <a:latin typeface="HRSD Bold"/>
                        </a:rPr>
                        <a:t>635 جلسة</a:t>
                      </a:r>
                    </a:p>
                  </a:txBody>
                  <a:tcPr anchor="ct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54679441"/>
                  </a:ext>
                </a:extLst>
              </a:tr>
              <a:tr h="243662">
                <a:tc>
                  <a:txBody>
                    <a:bodyPr/>
                    <a:lstStyle/>
                    <a:p>
                      <a:pPr algn="ctr" rtl="1">
                        <a:buNone/>
                      </a:pPr>
                      <a:r>
                        <a:rPr lang="ar-SA" sz="1400" b="1" dirty="0">
                          <a:solidFill>
                            <a:srgbClr val="0F3144"/>
                          </a:solidFill>
                          <a:latin typeface="HRSD Bold"/>
                        </a:rPr>
                        <a:t>نسبة نضج الفروع الافتراضية </a:t>
                      </a:r>
                    </a:p>
                  </a:txBody>
                  <a:tcPr anchor="ct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buNone/>
                      </a:pPr>
                      <a:r>
                        <a:rPr lang="ar-SA" sz="1400" b="1" dirty="0">
                          <a:solidFill>
                            <a:srgbClr val="2BB574"/>
                          </a:solidFill>
                          <a:latin typeface="HRSD Bold"/>
                        </a:rPr>
                        <a:t>74.5%</a:t>
                      </a:r>
                    </a:p>
                  </a:txBody>
                  <a:tcPr anchor="ct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8468727"/>
                  </a:ext>
                </a:extLst>
              </a:tr>
            </a:tbl>
          </a:graphicData>
        </a:graphic>
      </p:graphicFrame>
      <p:grpSp>
        <p:nvGrpSpPr>
          <p:cNvPr id="10" name="مجموعة 9">
            <a:extLst>
              <a:ext uri="{FF2B5EF4-FFF2-40B4-BE49-F238E27FC236}">
                <a16:creationId xmlns:a16="http://schemas.microsoft.com/office/drawing/2014/main" id="{6B08A90B-6FB2-5F07-EE0D-3B851F93C7A9}"/>
              </a:ext>
            </a:extLst>
          </p:cNvPr>
          <p:cNvGrpSpPr/>
          <p:nvPr/>
        </p:nvGrpSpPr>
        <p:grpSpPr>
          <a:xfrm>
            <a:off x="477979" y="4083455"/>
            <a:ext cx="11087950" cy="2100266"/>
            <a:chOff x="552025" y="2854730"/>
            <a:chExt cx="11087950" cy="2100266"/>
          </a:xfrm>
        </p:grpSpPr>
        <p:grpSp>
          <p:nvGrpSpPr>
            <p:cNvPr id="19" name="Group 5">
              <a:extLst>
                <a:ext uri="{FF2B5EF4-FFF2-40B4-BE49-F238E27FC236}">
                  <a16:creationId xmlns:a16="http://schemas.microsoft.com/office/drawing/2014/main" id="{6AE0052A-4884-F8D0-C4FF-8E8634336BD8}"/>
                </a:ext>
              </a:extLst>
            </p:cNvPr>
            <p:cNvGrpSpPr/>
            <p:nvPr/>
          </p:nvGrpSpPr>
          <p:grpSpPr>
            <a:xfrm>
              <a:off x="552025" y="2854730"/>
              <a:ext cx="11087950" cy="2055199"/>
              <a:chOff x="110794" y="3111528"/>
              <a:chExt cx="11970409" cy="1779285"/>
            </a:xfrm>
          </p:grpSpPr>
          <p:sp>
            <p:nvSpPr>
              <p:cNvPr id="27" name="Rectangle 13">
                <a:extLst>
                  <a:ext uri="{FF2B5EF4-FFF2-40B4-BE49-F238E27FC236}">
                    <a16:creationId xmlns:a16="http://schemas.microsoft.com/office/drawing/2014/main" id="{713FA4CA-0CB9-C8EB-848A-05F989021F5D}"/>
                  </a:ext>
                </a:extLst>
              </p:cNvPr>
              <p:cNvSpPr/>
              <p:nvPr/>
            </p:nvSpPr>
            <p:spPr>
              <a:xfrm>
                <a:off x="110794" y="3340053"/>
                <a:ext cx="3853737" cy="1374589"/>
              </a:xfrm>
              <a:prstGeom prst="rect">
                <a:avLst/>
              </a:prstGeom>
              <a:solidFill>
                <a:schemeClr val="bg1">
                  <a:lumMod val="95000"/>
                </a:schemeClr>
              </a:solidFill>
              <a:ln w="9525">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SA" sz="1400" b="0" i="0" u="none" strike="noStrike" kern="1200" cap="none" spc="0" normalizeH="0" baseline="0" noProof="0" dirty="0">
                  <a:ln>
                    <a:noFill/>
                  </a:ln>
                  <a:solidFill>
                    <a:srgbClr val="FFFFFF"/>
                  </a:solidFill>
                  <a:effectLst/>
                  <a:uLnTx/>
                  <a:uFillTx/>
                  <a:latin typeface="Effra Regular"/>
                  <a:ea typeface="+mn-ea"/>
                  <a:cs typeface="Effra Regular"/>
                </a:endParaRPr>
              </a:p>
            </p:txBody>
          </p:sp>
          <p:sp>
            <p:nvSpPr>
              <p:cNvPr id="28" name="Rectangle 22">
                <a:extLst>
                  <a:ext uri="{FF2B5EF4-FFF2-40B4-BE49-F238E27FC236}">
                    <a16:creationId xmlns:a16="http://schemas.microsoft.com/office/drawing/2014/main" id="{8B4F098C-2017-DE8E-A7D2-A5B484AC29A7}"/>
                  </a:ext>
                </a:extLst>
              </p:cNvPr>
              <p:cNvSpPr/>
              <p:nvPr/>
            </p:nvSpPr>
            <p:spPr>
              <a:xfrm>
                <a:off x="110794" y="3124864"/>
                <a:ext cx="3853739" cy="1765949"/>
              </a:xfrm>
              <a:prstGeom prst="rect">
                <a:avLst/>
              </a:prstGeom>
              <a:noFill/>
              <a:ln w="9525">
                <a:solidFill>
                  <a:schemeClr val="tx1">
                    <a:lumMod val="60000"/>
                    <a:lumOff val="4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SA" sz="1400" b="0" i="0" u="none" strike="noStrike" kern="1200" cap="none" spc="0" normalizeH="0" baseline="0" noProof="0">
                  <a:ln>
                    <a:noFill/>
                  </a:ln>
                  <a:solidFill>
                    <a:srgbClr val="FFFFFF"/>
                  </a:solidFill>
                  <a:effectLst/>
                  <a:uLnTx/>
                  <a:uFillTx/>
                  <a:latin typeface="Effra Regular"/>
                  <a:ea typeface="+mn-ea"/>
                  <a:cs typeface="Effra Regular"/>
                </a:endParaRPr>
              </a:p>
            </p:txBody>
          </p:sp>
          <p:sp>
            <p:nvSpPr>
              <p:cNvPr id="29" name="Rectangle 24">
                <a:extLst>
                  <a:ext uri="{FF2B5EF4-FFF2-40B4-BE49-F238E27FC236}">
                    <a16:creationId xmlns:a16="http://schemas.microsoft.com/office/drawing/2014/main" id="{27D4D3B3-430E-9262-E245-D725E1FB4460}"/>
                  </a:ext>
                </a:extLst>
              </p:cNvPr>
              <p:cNvSpPr/>
              <p:nvPr/>
            </p:nvSpPr>
            <p:spPr>
              <a:xfrm>
                <a:off x="4169130" y="3340053"/>
                <a:ext cx="3853737" cy="1382565"/>
              </a:xfrm>
              <a:prstGeom prst="rect">
                <a:avLst/>
              </a:prstGeom>
              <a:solidFill>
                <a:schemeClr val="bg1">
                  <a:lumMod val="95000"/>
                </a:schemeClr>
              </a:solidFill>
              <a:ln w="9525">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SA" sz="1400" b="0" i="0" u="none" strike="noStrike" kern="1200" cap="none" spc="0" normalizeH="0" baseline="0" noProof="0" dirty="0">
                  <a:ln>
                    <a:noFill/>
                  </a:ln>
                  <a:solidFill>
                    <a:srgbClr val="FFFFFF"/>
                  </a:solidFill>
                  <a:effectLst/>
                  <a:uLnTx/>
                  <a:uFillTx/>
                  <a:latin typeface="Effra Regular"/>
                  <a:ea typeface="+mn-ea"/>
                  <a:cs typeface="Effra Regular"/>
                </a:endParaRPr>
              </a:p>
            </p:txBody>
          </p:sp>
          <p:sp>
            <p:nvSpPr>
              <p:cNvPr id="30" name="Rectangle 25">
                <a:extLst>
                  <a:ext uri="{FF2B5EF4-FFF2-40B4-BE49-F238E27FC236}">
                    <a16:creationId xmlns:a16="http://schemas.microsoft.com/office/drawing/2014/main" id="{F6FB4C5B-F9F6-97DB-3E1B-4A4F8337CDB7}"/>
                  </a:ext>
                </a:extLst>
              </p:cNvPr>
              <p:cNvSpPr/>
              <p:nvPr/>
            </p:nvSpPr>
            <p:spPr>
              <a:xfrm>
                <a:off x="4169130" y="3124864"/>
                <a:ext cx="3853739" cy="1765949"/>
              </a:xfrm>
              <a:prstGeom prst="rect">
                <a:avLst/>
              </a:prstGeom>
              <a:noFill/>
              <a:ln w="9525">
                <a:solidFill>
                  <a:schemeClr val="tx1">
                    <a:lumMod val="60000"/>
                    <a:lumOff val="4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SA" sz="1400" b="0" i="0" u="none" strike="noStrike" kern="1200" cap="none" spc="0" normalizeH="0" baseline="0" noProof="0">
                  <a:ln>
                    <a:noFill/>
                  </a:ln>
                  <a:solidFill>
                    <a:srgbClr val="FFFFFF"/>
                  </a:solidFill>
                  <a:effectLst/>
                  <a:uLnTx/>
                  <a:uFillTx/>
                  <a:latin typeface="Effra Regular"/>
                  <a:ea typeface="+mn-ea"/>
                  <a:cs typeface="Effra Regular"/>
                </a:endParaRPr>
              </a:p>
            </p:txBody>
          </p:sp>
          <p:sp>
            <p:nvSpPr>
              <p:cNvPr id="31" name="Rectangle 27">
                <a:extLst>
                  <a:ext uri="{FF2B5EF4-FFF2-40B4-BE49-F238E27FC236}">
                    <a16:creationId xmlns:a16="http://schemas.microsoft.com/office/drawing/2014/main" id="{5902D076-06F3-F1BB-739D-86E6B1BA2CE4}"/>
                  </a:ext>
                </a:extLst>
              </p:cNvPr>
              <p:cNvSpPr/>
              <p:nvPr/>
            </p:nvSpPr>
            <p:spPr>
              <a:xfrm>
                <a:off x="8227462" y="3348255"/>
                <a:ext cx="3853737" cy="1382565"/>
              </a:xfrm>
              <a:prstGeom prst="rect">
                <a:avLst/>
              </a:prstGeom>
              <a:solidFill>
                <a:schemeClr val="bg1">
                  <a:lumMod val="95000"/>
                </a:schemeClr>
              </a:solidFill>
              <a:ln w="9525">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SA" sz="1400" b="0" i="0" u="none" strike="noStrike" kern="1200" cap="none" spc="0" normalizeH="0" baseline="0" noProof="0" dirty="0">
                  <a:ln>
                    <a:noFill/>
                  </a:ln>
                  <a:solidFill>
                    <a:srgbClr val="FFFFFF"/>
                  </a:solidFill>
                  <a:effectLst/>
                  <a:uLnTx/>
                  <a:uFillTx/>
                  <a:latin typeface="Effra Regular"/>
                  <a:ea typeface="+mn-ea"/>
                  <a:cs typeface="Effra Regular"/>
                </a:endParaRPr>
              </a:p>
            </p:txBody>
          </p:sp>
          <p:sp>
            <p:nvSpPr>
              <p:cNvPr id="32" name="Rectangle 28">
                <a:extLst>
                  <a:ext uri="{FF2B5EF4-FFF2-40B4-BE49-F238E27FC236}">
                    <a16:creationId xmlns:a16="http://schemas.microsoft.com/office/drawing/2014/main" id="{2B28F31A-5549-9A53-7948-173A38DC3554}"/>
                  </a:ext>
                </a:extLst>
              </p:cNvPr>
              <p:cNvSpPr/>
              <p:nvPr/>
            </p:nvSpPr>
            <p:spPr>
              <a:xfrm>
                <a:off x="8227464" y="3124864"/>
                <a:ext cx="3853739" cy="1765949"/>
              </a:xfrm>
              <a:prstGeom prst="rect">
                <a:avLst/>
              </a:prstGeom>
              <a:noFill/>
              <a:ln w="9525">
                <a:solidFill>
                  <a:schemeClr val="tx1">
                    <a:lumMod val="60000"/>
                    <a:lumOff val="4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SA" sz="1400" b="0" i="0" u="none" strike="noStrike" kern="1200" cap="none" spc="0" normalizeH="0" baseline="0" noProof="0">
                  <a:ln>
                    <a:noFill/>
                  </a:ln>
                  <a:solidFill>
                    <a:srgbClr val="FFFFFF"/>
                  </a:solidFill>
                  <a:effectLst/>
                  <a:uLnTx/>
                  <a:uFillTx/>
                  <a:latin typeface="Effra Regular"/>
                  <a:ea typeface="+mn-ea"/>
                  <a:cs typeface="Effra Regular"/>
                </a:endParaRPr>
              </a:p>
            </p:txBody>
          </p:sp>
          <p:sp>
            <p:nvSpPr>
              <p:cNvPr id="33" name="Rectangle 33">
                <a:extLst>
                  <a:ext uri="{FF2B5EF4-FFF2-40B4-BE49-F238E27FC236}">
                    <a16:creationId xmlns:a16="http://schemas.microsoft.com/office/drawing/2014/main" id="{067EC098-607F-3460-6D32-CFBD3EFB891A}"/>
                  </a:ext>
                </a:extLst>
              </p:cNvPr>
              <p:cNvSpPr/>
              <p:nvPr/>
            </p:nvSpPr>
            <p:spPr>
              <a:xfrm>
                <a:off x="9389855" y="3111529"/>
                <a:ext cx="1481070" cy="45719"/>
              </a:xfrm>
              <a:prstGeom prst="rect">
                <a:avLst/>
              </a:prstGeom>
              <a:solidFill>
                <a:srgbClr val="F794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sz="1400" dirty="0"/>
              </a:p>
            </p:txBody>
          </p:sp>
          <p:sp>
            <p:nvSpPr>
              <p:cNvPr id="34" name="Rectangle 34">
                <a:extLst>
                  <a:ext uri="{FF2B5EF4-FFF2-40B4-BE49-F238E27FC236}">
                    <a16:creationId xmlns:a16="http://schemas.microsoft.com/office/drawing/2014/main" id="{810A7498-C15D-1A7D-A68C-C43B3E2C1C8A}"/>
                  </a:ext>
                </a:extLst>
              </p:cNvPr>
              <p:cNvSpPr/>
              <p:nvPr/>
            </p:nvSpPr>
            <p:spPr>
              <a:xfrm>
                <a:off x="5352681" y="3113368"/>
                <a:ext cx="1481070" cy="45719"/>
              </a:xfrm>
              <a:prstGeom prst="rect">
                <a:avLst/>
              </a:prstGeom>
              <a:solidFill>
                <a:srgbClr val="F794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sz="1400"/>
              </a:p>
            </p:txBody>
          </p:sp>
          <p:sp>
            <p:nvSpPr>
              <p:cNvPr id="35" name="Rectangle 35">
                <a:extLst>
                  <a:ext uri="{FF2B5EF4-FFF2-40B4-BE49-F238E27FC236}">
                    <a16:creationId xmlns:a16="http://schemas.microsoft.com/office/drawing/2014/main" id="{D883E5FF-131C-C4E0-EC0C-29E2E95D11A5}"/>
                  </a:ext>
                </a:extLst>
              </p:cNvPr>
              <p:cNvSpPr/>
              <p:nvPr/>
            </p:nvSpPr>
            <p:spPr>
              <a:xfrm>
                <a:off x="1315509" y="3111528"/>
                <a:ext cx="1481070" cy="45719"/>
              </a:xfrm>
              <a:prstGeom prst="rect">
                <a:avLst/>
              </a:prstGeom>
              <a:solidFill>
                <a:srgbClr val="F794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sz="1400"/>
              </a:p>
            </p:txBody>
          </p:sp>
        </p:grpSp>
        <p:sp>
          <p:nvSpPr>
            <p:cNvPr id="20" name="Text Placeholder 14">
              <a:extLst>
                <a:ext uri="{FF2B5EF4-FFF2-40B4-BE49-F238E27FC236}">
                  <a16:creationId xmlns:a16="http://schemas.microsoft.com/office/drawing/2014/main" id="{4C29078E-EB0D-0748-B1C0-EDCB6BAB70DC}"/>
                </a:ext>
              </a:extLst>
            </p:cNvPr>
            <p:cNvSpPr txBox="1">
              <a:spLocks/>
            </p:cNvSpPr>
            <p:nvPr/>
          </p:nvSpPr>
          <p:spPr>
            <a:xfrm>
              <a:off x="8179904" y="3544871"/>
              <a:ext cx="3394886" cy="1121985"/>
            </a:xfrm>
            <a:prstGeom prst="rect">
              <a:avLst/>
            </a:prstGeom>
          </p:spPr>
          <p:txBody>
            <a:bodyPr>
              <a:noAutofit/>
            </a:bodyPr>
            <a:lstStyle>
              <a:lvl1pPr marL="0" indent="0" algn="just" defTabSz="914400" rtl="1" eaLnBrk="1" latinLnBrk="0" hangingPunct="1">
                <a:lnSpc>
                  <a:spcPct val="90000"/>
                </a:lnSpc>
                <a:spcBef>
                  <a:spcPts val="1000"/>
                </a:spcBef>
                <a:buFont typeface="Arial" panose="020B0604020202020204" pitchFamily="34" charset="0"/>
                <a:buNone/>
                <a:defRPr sz="1300" b="0" i="0" kern="1200">
                  <a:solidFill>
                    <a:schemeClr val="tx1"/>
                  </a:solidFill>
                  <a:latin typeface="HRSD Gov" pitchFamily="2" charset="-78"/>
                  <a:ea typeface="HRSD Gov" pitchFamily="2" charset="-78"/>
                  <a:cs typeface="HRSD Gov"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ar-SA" b="1" dirty="0">
                  <a:solidFill>
                    <a:srgbClr val="3E5F72"/>
                  </a:solidFill>
                </a:rPr>
                <a:t>انخفاض نسبة المتابعة الإشرافية مقارنة بالمستهدف.</a:t>
              </a:r>
            </a:p>
            <a:p>
              <a:pPr>
                <a:buFont typeface="Arial" panose="020B0604020202020204" pitchFamily="34" charset="0"/>
                <a:buChar char="•"/>
              </a:pPr>
              <a:r>
                <a:rPr lang="ar-SA" b="1" dirty="0">
                  <a:solidFill>
                    <a:srgbClr val="3E5F72"/>
                  </a:solidFill>
                </a:rPr>
                <a:t>تفاوت في نسب التقييم بين الفروع وعدم اتساق جودة الأداء.</a:t>
              </a:r>
            </a:p>
            <a:p>
              <a:pPr>
                <a:buFont typeface="Arial" panose="020B0604020202020204" pitchFamily="34" charset="0"/>
                <a:buChar char="•"/>
              </a:pPr>
              <a:r>
                <a:rPr lang="ar-SA" b="1" dirty="0">
                  <a:solidFill>
                    <a:srgbClr val="3E5F72"/>
                  </a:solidFill>
                </a:rPr>
                <a:t>وجود عدد من الجلسات غير المكتملة أو بدون توثيق كافٍ.</a:t>
              </a:r>
            </a:p>
          </p:txBody>
        </p:sp>
        <p:sp>
          <p:nvSpPr>
            <p:cNvPr id="21" name="Text Placeholder 14">
              <a:extLst>
                <a:ext uri="{FF2B5EF4-FFF2-40B4-BE49-F238E27FC236}">
                  <a16:creationId xmlns:a16="http://schemas.microsoft.com/office/drawing/2014/main" id="{DDC987C9-68F4-8E39-E6E2-6314CA34B521}"/>
                </a:ext>
              </a:extLst>
            </p:cNvPr>
            <p:cNvSpPr txBox="1">
              <a:spLocks/>
            </p:cNvSpPr>
            <p:nvPr/>
          </p:nvSpPr>
          <p:spPr>
            <a:xfrm>
              <a:off x="8070332" y="2969406"/>
              <a:ext cx="3569639" cy="418767"/>
            </a:xfrm>
            <a:prstGeom prst="rect">
              <a:avLst/>
            </a:prstGeom>
          </p:spPr>
          <p:txBody>
            <a:bodyPr>
              <a:normAutofit/>
            </a:bodyPr>
            <a:lstStyle>
              <a:lvl1pPr marL="0" indent="0" algn="just" defTabSz="914400" rtl="1" eaLnBrk="1" latinLnBrk="0" hangingPunct="1">
                <a:lnSpc>
                  <a:spcPct val="90000"/>
                </a:lnSpc>
                <a:spcBef>
                  <a:spcPts val="1000"/>
                </a:spcBef>
                <a:buFont typeface="Arial" panose="020B0604020202020204" pitchFamily="34" charset="0"/>
                <a:buNone/>
                <a:defRPr sz="2100" b="0" i="0" kern="1200">
                  <a:solidFill>
                    <a:schemeClr val="tx1"/>
                  </a:solidFill>
                  <a:latin typeface="HRSD Gov" pitchFamily="2" charset="-78"/>
                  <a:ea typeface="HRSD Gov" pitchFamily="2" charset="-78"/>
                  <a:cs typeface="HRSD Gov"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ar-SA" sz="1600" b="1" dirty="0">
                  <a:solidFill>
                    <a:srgbClr val="0F3144"/>
                  </a:solidFill>
                </a:rPr>
                <a:t>التحديات</a:t>
              </a:r>
              <a:endParaRPr lang="en-SA" sz="1600" dirty="0">
                <a:solidFill>
                  <a:srgbClr val="0F3144"/>
                </a:solidFill>
              </a:endParaRPr>
            </a:p>
          </p:txBody>
        </p:sp>
        <p:sp>
          <p:nvSpPr>
            <p:cNvPr id="23" name="Text Placeholder 14">
              <a:extLst>
                <a:ext uri="{FF2B5EF4-FFF2-40B4-BE49-F238E27FC236}">
                  <a16:creationId xmlns:a16="http://schemas.microsoft.com/office/drawing/2014/main" id="{022F820F-0EC3-26F8-4E06-C5C2CC2EE006}"/>
                </a:ext>
              </a:extLst>
            </p:cNvPr>
            <p:cNvSpPr txBox="1">
              <a:spLocks/>
            </p:cNvSpPr>
            <p:nvPr/>
          </p:nvSpPr>
          <p:spPr>
            <a:xfrm>
              <a:off x="4359890" y="3544872"/>
              <a:ext cx="3394886" cy="1320066"/>
            </a:xfrm>
            <a:prstGeom prst="rect">
              <a:avLst/>
            </a:prstGeom>
          </p:spPr>
          <p:txBody>
            <a:bodyPr>
              <a:noAutofit/>
            </a:bodyPr>
            <a:lstStyle>
              <a:lvl1pPr marL="0" indent="0" algn="just" defTabSz="914400" rtl="1" eaLnBrk="1" latinLnBrk="0" hangingPunct="1">
                <a:lnSpc>
                  <a:spcPct val="90000"/>
                </a:lnSpc>
                <a:spcBef>
                  <a:spcPts val="1000"/>
                </a:spcBef>
                <a:buFont typeface="Arial" panose="020B0604020202020204" pitchFamily="34" charset="0"/>
                <a:buNone/>
                <a:defRPr sz="1300" b="0" i="0" kern="1200">
                  <a:solidFill>
                    <a:schemeClr val="tx1"/>
                  </a:solidFill>
                  <a:latin typeface="HRSD Gov" pitchFamily="2" charset="-78"/>
                  <a:ea typeface="HRSD Gov" pitchFamily="2" charset="-78"/>
                  <a:cs typeface="HRSD Gov"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8900" indent="-88900">
                <a:buFont typeface="Arial" panose="020B0604020202020204" pitchFamily="34" charset="0"/>
                <a:buChar char="•"/>
              </a:pPr>
              <a:r>
                <a:rPr lang="ar-SA" b="1" dirty="0">
                  <a:solidFill>
                    <a:srgbClr val="3E5F72"/>
                  </a:solidFill>
                </a:rPr>
                <a:t>رفع كفاءة المراقبة الإشرافية وتوسيع تغطية المتابعة لتشمل جميع الفروع.</a:t>
              </a:r>
            </a:p>
            <a:p>
              <a:pPr marL="88900" indent="-88900">
                <a:buFont typeface="Arial" panose="020B0604020202020204" pitchFamily="34" charset="0"/>
                <a:buChar char="•"/>
              </a:pPr>
              <a:r>
                <a:rPr lang="ar-SA" b="1" dirty="0">
                  <a:solidFill>
                    <a:srgbClr val="3E5F72"/>
                  </a:solidFill>
                </a:rPr>
                <a:t>بناء خطة تدريبية مستهدفة للفروع ذات الأداء المنخفض.</a:t>
              </a:r>
            </a:p>
            <a:p>
              <a:pPr marL="88900" indent="-88900">
                <a:buFont typeface="Arial" panose="020B0604020202020204" pitchFamily="34" charset="0"/>
                <a:buChar char="•"/>
              </a:pPr>
              <a:r>
                <a:rPr lang="ar-SA" b="1" dirty="0">
                  <a:solidFill>
                    <a:srgbClr val="3E5F72"/>
                  </a:solidFill>
                </a:rPr>
                <a:t>تعزيز استخدام الأدوات التقنية لدعم جودة التوثيق والتسجيل.</a:t>
              </a:r>
            </a:p>
          </p:txBody>
        </p:sp>
        <p:sp>
          <p:nvSpPr>
            <p:cNvPr id="24" name="Text Placeholder 14">
              <a:extLst>
                <a:ext uri="{FF2B5EF4-FFF2-40B4-BE49-F238E27FC236}">
                  <a16:creationId xmlns:a16="http://schemas.microsoft.com/office/drawing/2014/main" id="{E6D09714-53D2-B4EF-EE0A-E45F0A2AEF0B}"/>
                </a:ext>
              </a:extLst>
            </p:cNvPr>
            <p:cNvSpPr txBox="1">
              <a:spLocks/>
            </p:cNvSpPr>
            <p:nvPr/>
          </p:nvSpPr>
          <p:spPr>
            <a:xfrm>
              <a:off x="4250318" y="2969406"/>
              <a:ext cx="3569639" cy="418767"/>
            </a:xfrm>
            <a:prstGeom prst="rect">
              <a:avLst/>
            </a:prstGeom>
          </p:spPr>
          <p:txBody>
            <a:bodyPr>
              <a:normAutofit/>
            </a:bodyPr>
            <a:lstStyle>
              <a:lvl1pPr marL="0" indent="0" algn="just" defTabSz="914400" rtl="1" eaLnBrk="1" latinLnBrk="0" hangingPunct="1">
                <a:lnSpc>
                  <a:spcPct val="90000"/>
                </a:lnSpc>
                <a:spcBef>
                  <a:spcPts val="1000"/>
                </a:spcBef>
                <a:buFont typeface="Arial" panose="020B0604020202020204" pitchFamily="34" charset="0"/>
                <a:buNone/>
                <a:defRPr sz="2100" b="0" i="0" kern="1200">
                  <a:solidFill>
                    <a:schemeClr val="tx1"/>
                  </a:solidFill>
                  <a:latin typeface="HRSD Gov" pitchFamily="2" charset="-78"/>
                  <a:ea typeface="HRSD Gov" pitchFamily="2" charset="-78"/>
                  <a:cs typeface="HRSD Gov"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ar-SA" sz="1600" b="1" dirty="0">
                  <a:solidFill>
                    <a:srgbClr val="0F3144"/>
                  </a:solidFill>
                </a:rPr>
                <a:t>التوصيات</a:t>
              </a:r>
              <a:endParaRPr lang="en-SA" sz="1600" dirty="0">
                <a:solidFill>
                  <a:srgbClr val="0F3144"/>
                </a:solidFill>
              </a:endParaRPr>
            </a:p>
          </p:txBody>
        </p:sp>
        <p:sp>
          <p:nvSpPr>
            <p:cNvPr id="25" name="Text Placeholder 14">
              <a:extLst>
                <a:ext uri="{FF2B5EF4-FFF2-40B4-BE49-F238E27FC236}">
                  <a16:creationId xmlns:a16="http://schemas.microsoft.com/office/drawing/2014/main" id="{319C2303-8411-22CD-4D62-E262FEEB89EB}"/>
                </a:ext>
              </a:extLst>
            </p:cNvPr>
            <p:cNvSpPr txBox="1">
              <a:spLocks/>
            </p:cNvSpPr>
            <p:nvPr/>
          </p:nvSpPr>
          <p:spPr>
            <a:xfrm>
              <a:off x="665921" y="3544871"/>
              <a:ext cx="3394886" cy="1410125"/>
            </a:xfrm>
            <a:prstGeom prst="rect">
              <a:avLst/>
            </a:prstGeom>
          </p:spPr>
          <p:txBody>
            <a:bodyPr>
              <a:noAutofit/>
            </a:bodyPr>
            <a:lstStyle>
              <a:lvl1pPr marL="0" indent="0" algn="just" defTabSz="914400" rtl="1" eaLnBrk="1" latinLnBrk="0" hangingPunct="1">
                <a:lnSpc>
                  <a:spcPct val="90000"/>
                </a:lnSpc>
                <a:spcBef>
                  <a:spcPts val="1000"/>
                </a:spcBef>
                <a:buFont typeface="Arial" panose="020B0604020202020204" pitchFamily="34" charset="0"/>
                <a:buNone/>
                <a:defRPr sz="1300" b="0" i="0" kern="1200">
                  <a:solidFill>
                    <a:schemeClr val="tx1"/>
                  </a:solidFill>
                  <a:latin typeface="HRSD Gov" pitchFamily="2" charset="-78"/>
                  <a:ea typeface="HRSD Gov" pitchFamily="2" charset="-78"/>
                  <a:cs typeface="HRSD Gov"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8900" indent="-88900">
                <a:buFont typeface="Arial" panose="020B0604020202020204" pitchFamily="34" charset="0"/>
                <a:buChar char="•"/>
              </a:pPr>
              <a:r>
                <a:rPr lang="ar-SA" b="1" dirty="0">
                  <a:solidFill>
                    <a:srgbClr val="3E5F72"/>
                  </a:solidFill>
                </a:rPr>
                <a:t>جدولة خطة تصعيدية تشمل الزيارات الميدانية الافتراضية.</a:t>
              </a:r>
            </a:p>
            <a:p>
              <a:pPr marL="88900" indent="-88900">
                <a:buFont typeface="Arial" panose="020B0604020202020204" pitchFamily="34" charset="0"/>
                <a:buChar char="•"/>
              </a:pPr>
              <a:r>
                <a:rPr lang="ar-SA" b="1" dirty="0">
                  <a:solidFill>
                    <a:srgbClr val="3E5F72"/>
                  </a:solidFill>
                </a:rPr>
                <a:t>تطبيق آلية مراجعة أسبوعية لأداء الفروع ذات نسب التقييم المنخفضة.</a:t>
              </a:r>
            </a:p>
            <a:p>
              <a:pPr marL="88900" indent="-88900">
                <a:buFont typeface="Arial" panose="020B0604020202020204" pitchFamily="34" charset="0"/>
                <a:buChar char="•"/>
              </a:pPr>
              <a:r>
                <a:rPr lang="ar-SA" b="1" dirty="0">
                  <a:solidFill>
                    <a:srgbClr val="3E5F72"/>
                  </a:solidFill>
                </a:rPr>
                <a:t>تفعيل نظام التنبيهات التلقائية للمشرفين لضمان تغطية جميع الجلسات المهمة</a:t>
              </a:r>
              <a:endParaRPr lang="en-SA" b="1" dirty="0">
                <a:solidFill>
                  <a:srgbClr val="3E5F72"/>
                </a:solidFill>
              </a:endParaRPr>
            </a:p>
          </p:txBody>
        </p:sp>
        <p:sp>
          <p:nvSpPr>
            <p:cNvPr id="26" name="Text Placeholder 14">
              <a:extLst>
                <a:ext uri="{FF2B5EF4-FFF2-40B4-BE49-F238E27FC236}">
                  <a16:creationId xmlns:a16="http://schemas.microsoft.com/office/drawing/2014/main" id="{342C8541-B677-94AC-3F1A-094673E5ECE1}"/>
                </a:ext>
              </a:extLst>
            </p:cNvPr>
            <p:cNvSpPr txBox="1">
              <a:spLocks/>
            </p:cNvSpPr>
            <p:nvPr/>
          </p:nvSpPr>
          <p:spPr>
            <a:xfrm>
              <a:off x="556349" y="2969406"/>
              <a:ext cx="3569639" cy="418767"/>
            </a:xfrm>
            <a:prstGeom prst="rect">
              <a:avLst/>
            </a:prstGeom>
          </p:spPr>
          <p:txBody>
            <a:bodyPr>
              <a:normAutofit/>
            </a:bodyPr>
            <a:lstStyle>
              <a:lvl1pPr marL="0" indent="0" algn="just" defTabSz="914400" rtl="1" eaLnBrk="1" latinLnBrk="0" hangingPunct="1">
                <a:lnSpc>
                  <a:spcPct val="90000"/>
                </a:lnSpc>
                <a:spcBef>
                  <a:spcPts val="1000"/>
                </a:spcBef>
                <a:buFont typeface="Arial" panose="020B0604020202020204" pitchFamily="34" charset="0"/>
                <a:buNone/>
                <a:defRPr sz="2100" b="0" i="0" kern="1200">
                  <a:solidFill>
                    <a:schemeClr val="tx1"/>
                  </a:solidFill>
                  <a:latin typeface="HRSD Gov" pitchFamily="2" charset="-78"/>
                  <a:ea typeface="HRSD Gov" pitchFamily="2" charset="-78"/>
                  <a:cs typeface="HRSD Gov"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300" b="0" i="0" kern="1200">
                  <a:solidFill>
                    <a:schemeClr val="tx1"/>
                  </a:solidFill>
                  <a:latin typeface="HRSD Gov" pitchFamily="2" charset="-78"/>
                  <a:ea typeface="HRSD Gov" pitchFamily="2" charset="-78"/>
                  <a:cs typeface="HRSD Gov"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ar-SA" sz="1600" b="1" dirty="0">
                  <a:solidFill>
                    <a:srgbClr val="0F3144"/>
                  </a:solidFill>
                </a:rPr>
                <a:t>الإجراء التصحيحي</a:t>
              </a:r>
            </a:p>
          </p:txBody>
        </p:sp>
      </p:grpSp>
    </p:spTree>
    <p:extLst>
      <p:ext uri="{BB962C8B-B14F-4D97-AF65-F5344CB8AC3E}">
        <p14:creationId xmlns:p14="http://schemas.microsoft.com/office/powerpoint/2010/main" val="3542159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E5410-B558-E79D-CBB2-A019C5AFF52C}"/>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16BDF6B5-861C-B21E-7A89-38502F3C2BC0}"/>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C65310D5-B2F6-9947-2122-2B8D9EDA3438}"/>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7202D843-F989-C144-6B9D-29655616E1C6}"/>
              </a:ext>
            </a:extLst>
          </p:cNvPr>
          <p:cNvGrpSpPr/>
          <p:nvPr/>
        </p:nvGrpSpPr>
        <p:grpSpPr>
          <a:xfrm>
            <a:off x="4166886" y="490532"/>
            <a:ext cx="7668676" cy="530157"/>
            <a:chOff x="4166886" y="693732"/>
            <a:chExt cx="7668676" cy="530157"/>
          </a:xfrm>
        </p:grpSpPr>
        <p:sp>
          <p:nvSpPr>
            <p:cNvPr id="14" name="Title 1">
              <a:extLst>
                <a:ext uri="{FF2B5EF4-FFF2-40B4-BE49-F238E27FC236}">
                  <a16:creationId xmlns:a16="http://schemas.microsoft.com/office/drawing/2014/main" id="{69D26360-C203-DAEB-91C7-5FB5FC275EF3}"/>
                </a:ext>
              </a:extLst>
            </p:cNvPr>
            <p:cNvSpPr txBox="1">
              <a:spLocks/>
            </p:cNvSpPr>
            <p:nvPr/>
          </p:nvSpPr>
          <p:spPr>
            <a:xfrm>
              <a:off x="4166886" y="693732"/>
              <a:ext cx="7668676"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dirty="0">
                  <a:solidFill>
                    <a:srgbClr val="0F3144"/>
                  </a:solidFill>
                </a:rPr>
                <a:t>تقرير المؤشر العام لمتابعة الفريق الإشرافي</a:t>
              </a:r>
              <a:endParaRPr lang="en-SA" dirty="0">
                <a:solidFill>
                  <a:srgbClr val="0F3144"/>
                </a:solidFill>
              </a:endParaRPr>
            </a:p>
          </p:txBody>
        </p:sp>
        <p:grpSp>
          <p:nvGrpSpPr>
            <p:cNvPr id="13" name="مجموعة 12">
              <a:extLst>
                <a:ext uri="{FF2B5EF4-FFF2-40B4-BE49-F238E27FC236}">
                  <a16:creationId xmlns:a16="http://schemas.microsoft.com/office/drawing/2014/main" id="{ABCF4A4A-B66F-332D-0A53-5B559E86844C}"/>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E11B8C95-9141-26BA-F203-7825C6DB202F}"/>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789EA55A-0348-57FD-A310-65CC54F3D58A}"/>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2" name="مجموعة 1">
            <a:extLst>
              <a:ext uri="{FF2B5EF4-FFF2-40B4-BE49-F238E27FC236}">
                <a16:creationId xmlns:a16="http://schemas.microsoft.com/office/drawing/2014/main" id="{A1A35656-BEFD-DAE8-DB0A-CF93974DEA61}"/>
              </a:ext>
            </a:extLst>
          </p:cNvPr>
          <p:cNvGrpSpPr/>
          <p:nvPr/>
        </p:nvGrpSpPr>
        <p:grpSpPr>
          <a:xfrm rot="10800000" flipV="1">
            <a:off x="47452" y="145328"/>
            <a:ext cx="2701968" cy="425013"/>
            <a:chOff x="2127715" y="1835688"/>
            <a:chExt cx="5936863" cy="746533"/>
          </a:xfrm>
        </p:grpSpPr>
        <p:sp>
          <p:nvSpPr>
            <p:cNvPr id="3" name="Freeform 7">
              <a:extLst>
                <a:ext uri="{FF2B5EF4-FFF2-40B4-BE49-F238E27FC236}">
                  <a16:creationId xmlns:a16="http://schemas.microsoft.com/office/drawing/2014/main" id="{1640153C-AFF5-6C68-92EB-D2A4D682F44A}"/>
                </a:ext>
              </a:extLst>
            </p:cNvPr>
            <p:cNvSpPr/>
            <p:nvPr/>
          </p:nvSpPr>
          <p:spPr>
            <a:xfrm>
              <a:off x="5867814" y="1835688"/>
              <a:ext cx="2196764" cy="746533"/>
            </a:xfrm>
            <a:custGeom>
              <a:avLst/>
              <a:gdLst>
                <a:gd name="connsiteX0" fmla="*/ 0 w 1556908"/>
                <a:gd name="connsiteY0" fmla="*/ 529090 h 529089"/>
                <a:gd name="connsiteX1" fmla="*/ 101203 w 1556908"/>
                <a:gd name="connsiteY1" fmla="*/ 264747 h 529089"/>
                <a:gd name="connsiteX2" fmla="*/ 0 w 1556908"/>
                <a:gd name="connsiteY2" fmla="*/ 0 h 529089"/>
                <a:gd name="connsiteX3" fmla="*/ 1455706 w 1556908"/>
                <a:gd name="connsiteY3" fmla="*/ 0 h 529089"/>
                <a:gd name="connsiteX4" fmla="*/ 1556909 w 1556908"/>
                <a:gd name="connsiteY4" fmla="*/ 264747 h 529089"/>
                <a:gd name="connsiteX5" fmla="*/ 1455706 w 1556908"/>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6908" h="529089">
                  <a:moveTo>
                    <a:pt x="0" y="529090"/>
                  </a:moveTo>
                  <a:lnTo>
                    <a:pt x="101203" y="264747"/>
                  </a:lnTo>
                  <a:lnTo>
                    <a:pt x="0" y="0"/>
                  </a:lnTo>
                  <a:lnTo>
                    <a:pt x="1455706" y="0"/>
                  </a:lnTo>
                  <a:lnTo>
                    <a:pt x="1556909" y="264747"/>
                  </a:lnTo>
                  <a:lnTo>
                    <a:pt x="1455706" y="529090"/>
                  </a:lnTo>
                  <a:close/>
                </a:path>
              </a:pathLst>
            </a:custGeom>
            <a:solidFill>
              <a:schemeClr val="bg1">
                <a:lumMod val="75000"/>
              </a:schemeClr>
            </a:solidFill>
            <a:ln w="4048" cap="flat">
              <a:noFill/>
              <a:prstDash val="solid"/>
              <a:miter/>
            </a:ln>
          </p:spPr>
          <p:txBody>
            <a:bodyPr rtlCol="0" anchor="ctr"/>
            <a:lstStyle/>
            <a:p>
              <a:pPr algn="ctr"/>
              <a:r>
                <a:rPr lang="ar-SA" sz="1100">
                  <a:solidFill>
                    <a:schemeClr val="bg1"/>
                  </a:solidFill>
                  <a:latin typeface="HRSD Gov" pitchFamily="50" charset="-78"/>
                  <a:ea typeface="HRSD Gov" pitchFamily="50" charset="-78"/>
                  <a:cs typeface="HRSD Gov" pitchFamily="50" charset="-78"/>
                </a:rPr>
                <a:t>رضا المستفيد</a:t>
              </a:r>
              <a:endParaRPr lang="en-SA" sz="1100" dirty="0">
                <a:solidFill>
                  <a:schemeClr val="bg1"/>
                </a:solidFill>
                <a:latin typeface="HRSD Gov" pitchFamily="50" charset="-78"/>
                <a:ea typeface="HRSD Gov" pitchFamily="50" charset="-78"/>
                <a:cs typeface="HRSD Gov" pitchFamily="50" charset="-78"/>
              </a:endParaRPr>
            </a:p>
          </p:txBody>
        </p:sp>
        <p:sp>
          <p:nvSpPr>
            <p:cNvPr id="4" name="Freeform 8">
              <a:extLst>
                <a:ext uri="{FF2B5EF4-FFF2-40B4-BE49-F238E27FC236}">
                  <a16:creationId xmlns:a16="http://schemas.microsoft.com/office/drawing/2014/main" id="{55FA87F4-2022-DEDA-DE66-CB60E3E6599C}"/>
                </a:ext>
              </a:extLst>
            </p:cNvPr>
            <p:cNvSpPr/>
            <p:nvPr/>
          </p:nvSpPr>
          <p:spPr>
            <a:xfrm>
              <a:off x="2127715" y="1835688"/>
              <a:ext cx="1996851" cy="746533"/>
            </a:xfrm>
            <a:custGeom>
              <a:avLst/>
              <a:gdLst>
                <a:gd name="connsiteX0" fmla="*/ 0 w 1415224"/>
                <a:gd name="connsiteY0" fmla="*/ 529090 h 529089"/>
                <a:gd name="connsiteX1" fmla="*/ 101203 w 1415224"/>
                <a:gd name="connsiteY1" fmla="*/ 264747 h 529089"/>
                <a:gd name="connsiteX2" fmla="*/ 0 w 1415224"/>
                <a:gd name="connsiteY2" fmla="*/ 0 h 529089"/>
                <a:gd name="connsiteX3" fmla="*/ 1314021 w 1415224"/>
                <a:gd name="connsiteY3" fmla="*/ 0 h 529089"/>
                <a:gd name="connsiteX4" fmla="*/ 1415224 w 1415224"/>
                <a:gd name="connsiteY4" fmla="*/ 264747 h 529089"/>
                <a:gd name="connsiteX5" fmla="*/ 1314021 w 141522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5224" h="529089">
                  <a:moveTo>
                    <a:pt x="0" y="529090"/>
                  </a:moveTo>
                  <a:lnTo>
                    <a:pt x="101203" y="264747"/>
                  </a:lnTo>
                  <a:lnTo>
                    <a:pt x="0" y="0"/>
                  </a:lnTo>
                  <a:lnTo>
                    <a:pt x="1314021" y="0"/>
                  </a:lnTo>
                  <a:lnTo>
                    <a:pt x="1415224" y="264747"/>
                  </a:lnTo>
                  <a:lnTo>
                    <a:pt x="1314021" y="529090"/>
                  </a:lnTo>
                  <a:close/>
                </a:path>
              </a:pathLst>
            </a:custGeom>
            <a:solidFill>
              <a:srgbClr val="002E44"/>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الفريق </a:t>
              </a:r>
              <a:r>
                <a:rPr lang="ar-SA" sz="1100">
                  <a:solidFill>
                    <a:schemeClr val="bg1"/>
                  </a:solidFill>
                  <a:latin typeface="HRSD Gov" pitchFamily="50" charset="-78"/>
                  <a:ea typeface="HRSD Gov" pitchFamily="50" charset="-78"/>
                  <a:cs typeface="HRSD Gov" pitchFamily="50" charset="-78"/>
                </a:rPr>
                <a:t>الاشرافي </a:t>
              </a:r>
              <a:endParaRPr lang="en-SA" sz="1100" dirty="0">
                <a:solidFill>
                  <a:schemeClr val="bg1"/>
                </a:solidFill>
                <a:latin typeface="HRSD Gov" pitchFamily="50" charset="-78"/>
                <a:ea typeface="HRSD Gov" pitchFamily="50" charset="-78"/>
                <a:cs typeface="HRSD Gov" pitchFamily="50" charset="-78"/>
              </a:endParaRPr>
            </a:p>
          </p:txBody>
        </p:sp>
        <p:sp>
          <p:nvSpPr>
            <p:cNvPr id="5" name="Freeform 9">
              <a:extLst>
                <a:ext uri="{FF2B5EF4-FFF2-40B4-BE49-F238E27FC236}">
                  <a16:creationId xmlns:a16="http://schemas.microsoft.com/office/drawing/2014/main" id="{4CC581F4-C74B-CDA3-25D1-57CD5FE3C24B}"/>
                </a:ext>
              </a:extLst>
            </p:cNvPr>
            <p:cNvSpPr/>
            <p:nvPr/>
          </p:nvSpPr>
          <p:spPr>
            <a:xfrm>
              <a:off x="3981771" y="1835688"/>
              <a:ext cx="2028838" cy="746533"/>
            </a:xfrm>
            <a:custGeom>
              <a:avLst/>
              <a:gdLst>
                <a:gd name="connsiteX0" fmla="*/ 0 w 1437894"/>
                <a:gd name="connsiteY0" fmla="*/ 529090 h 529089"/>
                <a:gd name="connsiteX1" fmla="*/ 101203 w 1437894"/>
                <a:gd name="connsiteY1" fmla="*/ 264747 h 529089"/>
                <a:gd name="connsiteX2" fmla="*/ 0 w 1437894"/>
                <a:gd name="connsiteY2" fmla="*/ 0 h 529089"/>
                <a:gd name="connsiteX3" fmla="*/ 1336691 w 1437894"/>
                <a:gd name="connsiteY3" fmla="*/ 0 h 529089"/>
                <a:gd name="connsiteX4" fmla="*/ 1437894 w 1437894"/>
                <a:gd name="connsiteY4" fmla="*/ 264747 h 529089"/>
                <a:gd name="connsiteX5" fmla="*/ 1336691 w 143789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37894" h="529089">
                  <a:moveTo>
                    <a:pt x="0" y="529090"/>
                  </a:moveTo>
                  <a:lnTo>
                    <a:pt x="101203" y="264747"/>
                  </a:lnTo>
                  <a:lnTo>
                    <a:pt x="0" y="0"/>
                  </a:lnTo>
                  <a:lnTo>
                    <a:pt x="1336691" y="0"/>
                  </a:lnTo>
                  <a:lnTo>
                    <a:pt x="1437894" y="264747"/>
                  </a:lnTo>
                  <a:lnTo>
                    <a:pt x="1336691" y="529090"/>
                  </a:lnTo>
                  <a:close/>
                </a:path>
              </a:pathLst>
            </a:custGeom>
            <a:solidFill>
              <a:schemeClr val="bg1">
                <a:lumMod val="75000"/>
              </a:schemeClr>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جودة </a:t>
              </a:r>
              <a:r>
                <a:rPr lang="ar-SA" sz="1100">
                  <a:solidFill>
                    <a:schemeClr val="bg1"/>
                  </a:solidFill>
                  <a:latin typeface="HRSD Gov" pitchFamily="50" charset="-78"/>
                  <a:ea typeface="HRSD Gov" pitchFamily="50" charset="-78"/>
                  <a:cs typeface="HRSD Gov" pitchFamily="50" charset="-78"/>
                </a:rPr>
                <a:t>الفروع </a:t>
              </a:r>
              <a:endParaRPr lang="en-SA" sz="1100" dirty="0">
                <a:solidFill>
                  <a:schemeClr val="bg1"/>
                </a:solidFill>
                <a:latin typeface="HRSD Gov" pitchFamily="50" charset="-78"/>
                <a:ea typeface="HRSD Gov" pitchFamily="50" charset="-78"/>
                <a:cs typeface="HRSD Gov" pitchFamily="50" charset="-78"/>
              </a:endParaRPr>
            </a:p>
          </p:txBody>
        </p:sp>
      </p:grpSp>
      <p:graphicFrame>
        <p:nvGraphicFramePr>
          <p:cNvPr id="8" name="جدول 7">
            <a:extLst>
              <a:ext uri="{FF2B5EF4-FFF2-40B4-BE49-F238E27FC236}">
                <a16:creationId xmlns:a16="http://schemas.microsoft.com/office/drawing/2014/main" id="{D0121E8E-E7CC-55A3-EF19-2583C327072F}"/>
              </a:ext>
            </a:extLst>
          </p:cNvPr>
          <p:cNvGraphicFramePr>
            <a:graphicFrameLocks noGrp="1"/>
          </p:cNvGraphicFramePr>
          <p:nvPr>
            <p:extLst>
              <p:ext uri="{D42A27DB-BD31-4B8C-83A1-F6EECF244321}">
                <p14:modId xmlns:p14="http://schemas.microsoft.com/office/powerpoint/2010/main" val="3815036148"/>
              </p:ext>
            </p:extLst>
          </p:nvPr>
        </p:nvGraphicFramePr>
        <p:xfrm>
          <a:off x="477979" y="-1463040"/>
          <a:ext cx="10515600" cy="2926080"/>
        </p:xfrm>
        <a:graphic>
          <a:graphicData uri="http://schemas.openxmlformats.org/drawingml/2006/table">
            <a:tbl>
              <a:tblPr/>
              <a:tblGrid>
                <a:gridCol w="5257800">
                  <a:extLst>
                    <a:ext uri="{9D8B030D-6E8A-4147-A177-3AD203B41FA5}">
                      <a16:colId xmlns:a16="http://schemas.microsoft.com/office/drawing/2014/main" val="3087840585"/>
                    </a:ext>
                  </a:extLst>
                </a:gridCol>
                <a:gridCol w="5257800">
                  <a:extLst>
                    <a:ext uri="{9D8B030D-6E8A-4147-A177-3AD203B41FA5}">
                      <a16:colId xmlns:a16="http://schemas.microsoft.com/office/drawing/2014/main" val="4109945290"/>
                    </a:ext>
                  </a:extLst>
                </a:gridCol>
              </a:tblGrid>
              <a:tr h="0">
                <a:tc>
                  <a:txBody>
                    <a:bodyPr/>
                    <a:lstStyle/>
                    <a:p>
                      <a:pPr>
                        <a:buNone/>
                      </a:pPr>
                      <a:r>
                        <a:rPr lang="ar-SA" dirty="0"/>
                        <a:t>المؤشر</a:t>
                      </a:r>
                    </a:p>
                  </a:txBody>
                  <a:tcPr anchor="ctr">
                    <a:lnL>
                      <a:noFill/>
                    </a:lnL>
                    <a:lnR>
                      <a:noFill/>
                    </a:lnR>
                    <a:lnT>
                      <a:noFill/>
                    </a:lnT>
                    <a:lnB>
                      <a:noFill/>
                    </a:lnB>
                    <a:noFill/>
                  </a:tcPr>
                </a:tc>
                <a:tc>
                  <a:txBody>
                    <a:bodyPr/>
                    <a:lstStyle/>
                    <a:p>
                      <a:pPr>
                        <a:buNone/>
                      </a:pPr>
                      <a:r>
                        <a:rPr lang="ar-SA" dirty="0"/>
                        <a:t>القيمة</a:t>
                      </a:r>
                    </a:p>
                  </a:txBody>
                  <a:tcPr anchor="ctr">
                    <a:lnL>
                      <a:noFill/>
                    </a:lnL>
                    <a:lnR>
                      <a:noFill/>
                    </a:lnR>
                    <a:lnT>
                      <a:noFill/>
                    </a:lnT>
                    <a:lnB>
                      <a:noFill/>
                    </a:lnB>
                    <a:noFill/>
                  </a:tcPr>
                </a:tc>
                <a:extLst>
                  <a:ext uri="{0D108BD9-81ED-4DB2-BD59-A6C34878D82A}">
                    <a16:rowId xmlns:a16="http://schemas.microsoft.com/office/drawing/2014/main" val="3572361580"/>
                  </a:ext>
                </a:extLst>
              </a:tr>
              <a:tr h="0">
                <a:tc>
                  <a:txBody>
                    <a:bodyPr/>
                    <a:lstStyle/>
                    <a:p>
                      <a:pPr>
                        <a:buNone/>
                      </a:pPr>
                      <a:endParaRPr lang="ar-SA" dirty="0"/>
                    </a:p>
                  </a:txBody>
                  <a:tcPr anchor="ctr">
                    <a:lnL>
                      <a:noFill/>
                    </a:lnL>
                    <a:lnR>
                      <a:noFill/>
                    </a:lnR>
                    <a:lnT>
                      <a:noFill/>
                    </a:lnT>
                    <a:lnB>
                      <a:noFill/>
                    </a:lnB>
                    <a:noFill/>
                  </a:tcPr>
                </a:tc>
                <a:tc>
                  <a:txBody>
                    <a:bodyPr/>
                    <a:lstStyle/>
                    <a:p>
                      <a:pPr>
                        <a:buNone/>
                      </a:pPr>
                      <a:endParaRPr lang="ar-SA" dirty="0"/>
                    </a:p>
                  </a:txBody>
                  <a:tcPr anchor="ctr">
                    <a:lnL>
                      <a:noFill/>
                    </a:lnL>
                    <a:lnR>
                      <a:noFill/>
                    </a:lnR>
                    <a:lnT>
                      <a:noFill/>
                    </a:lnT>
                    <a:lnB>
                      <a:noFill/>
                    </a:lnB>
                    <a:noFill/>
                  </a:tcPr>
                </a:tc>
                <a:extLst>
                  <a:ext uri="{0D108BD9-81ED-4DB2-BD59-A6C34878D82A}">
                    <a16:rowId xmlns:a16="http://schemas.microsoft.com/office/drawing/2014/main" val="3346934493"/>
                  </a:ext>
                </a:extLst>
              </a:tr>
              <a:tr h="0">
                <a:tc>
                  <a:txBody>
                    <a:bodyPr/>
                    <a:lstStyle/>
                    <a:p>
                      <a:pPr>
                        <a:buNone/>
                      </a:pPr>
                      <a:endParaRPr lang="ar-SA" dirty="0"/>
                    </a:p>
                  </a:txBody>
                  <a:tcPr anchor="ctr">
                    <a:lnL>
                      <a:noFill/>
                    </a:lnL>
                    <a:lnR>
                      <a:noFill/>
                    </a:lnR>
                    <a:lnT>
                      <a:noFill/>
                    </a:lnT>
                    <a:lnB>
                      <a:noFill/>
                    </a:lnB>
                    <a:noFill/>
                  </a:tcPr>
                </a:tc>
                <a:tc>
                  <a:txBody>
                    <a:bodyPr/>
                    <a:lstStyle/>
                    <a:p>
                      <a:pPr>
                        <a:buNone/>
                      </a:pPr>
                      <a:endParaRPr lang="ar-SA" dirty="0"/>
                    </a:p>
                  </a:txBody>
                  <a:tcPr anchor="ctr">
                    <a:lnL>
                      <a:noFill/>
                    </a:lnL>
                    <a:lnR>
                      <a:noFill/>
                    </a:lnR>
                    <a:lnT>
                      <a:noFill/>
                    </a:lnT>
                    <a:lnB>
                      <a:noFill/>
                    </a:lnB>
                    <a:noFill/>
                  </a:tcPr>
                </a:tc>
                <a:extLst>
                  <a:ext uri="{0D108BD9-81ED-4DB2-BD59-A6C34878D82A}">
                    <a16:rowId xmlns:a16="http://schemas.microsoft.com/office/drawing/2014/main" val="3032327681"/>
                  </a:ext>
                </a:extLst>
              </a:tr>
              <a:tr h="0">
                <a:tc>
                  <a:txBody>
                    <a:bodyPr/>
                    <a:lstStyle/>
                    <a:p>
                      <a:pPr>
                        <a:buNone/>
                      </a:pPr>
                      <a:endParaRPr lang="ar-SA" dirty="0"/>
                    </a:p>
                  </a:txBody>
                  <a:tcPr anchor="ctr">
                    <a:lnL>
                      <a:noFill/>
                    </a:lnL>
                    <a:lnR>
                      <a:noFill/>
                    </a:lnR>
                    <a:lnT>
                      <a:noFill/>
                    </a:lnT>
                    <a:lnB>
                      <a:noFill/>
                    </a:lnB>
                    <a:noFill/>
                  </a:tcPr>
                </a:tc>
                <a:tc>
                  <a:txBody>
                    <a:bodyPr/>
                    <a:lstStyle/>
                    <a:p>
                      <a:pPr>
                        <a:buNone/>
                      </a:pPr>
                      <a:endParaRPr lang="ar-SA"/>
                    </a:p>
                  </a:txBody>
                  <a:tcPr anchor="ctr">
                    <a:lnL>
                      <a:noFill/>
                    </a:lnL>
                    <a:lnR>
                      <a:noFill/>
                    </a:lnR>
                    <a:lnT>
                      <a:noFill/>
                    </a:lnT>
                    <a:lnB>
                      <a:noFill/>
                    </a:lnB>
                    <a:noFill/>
                  </a:tcPr>
                </a:tc>
                <a:extLst>
                  <a:ext uri="{0D108BD9-81ED-4DB2-BD59-A6C34878D82A}">
                    <a16:rowId xmlns:a16="http://schemas.microsoft.com/office/drawing/2014/main" val="643773793"/>
                  </a:ext>
                </a:extLst>
              </a:tr>
              <a:tr h="0">
                <a:tc>
                  <a:txBody>
                    <a:bodyPr/>
                    <a:lstStyle/>
                    <a:p>
                      <a:pPr>
                        <a:buNone/>
                      </a:pPr>
                      <a:endParaRPr lang="ar-SA" dirty="0"/>
                    </a:p>
                  </a:txBody>
                  <a:tcPr anchor="ctr">
                    <a:lnL>
                      <a:noFill/>
                    </a:lnL>
                    <a:lnR>
                      <a:noFill/>
                    </a:lnR>
                    <a:lnT>
                      <a:noFill/>
                    </a:lnT>
                    <a:lnB>
                      <a:noFill/>
                    </a:lnB>
                    <a:noFill/>
                  </a:tcPr>
                </a:tc>
                <a:tc>
                  <a:txBody>
                    <a:bodyPr/>
                    <a:lstStyle/>
                    <a:p>
                      <a:pPr>
                        <a:buNone/>
                      </a:pPr>
                      <a:endParaRPr lang="ar-SA" dirty="0"/>
                    </a:p>
                  </a:txBody>
                  <a:tcPr anchor="ctr">
                    <a:lnL>
                      <a:noFill/>
                    </a:lnL>
                    <a:lnR>
                      <a:noFill/>
                    </a:lnR>
                    <a:lnT>
                      <a:noFill/>
                    </a:lnT>
                    <a:lnB>
                      <a:noFill/>
                    </a:lnB>
                    <a:noFill/>
                  </a:tcPr>
                </a:tc>
                <a:extLst>
                  <a:ext uri="{0D108BD9-81ED-4DB2-BD59-A6C34878D82A}">
                    <a16:rowId xmlns:a16="http://schemas.microsoft.com/office/drawing/2014/main" val="3453823153"/>
                  </a:ext>
                </a:extLst>
              </a:tr>
              <a:tr h="0">
                <a:tc>
                  <a:txBody>
                    <a:bodyPr/>
                    <a:lstStyle/>
                    <a:p>
                      <a:pPr>
                        <a:buNone/>
                      </a:pPr>
                      <a:endParaRPr lang="ar-SA" dirty="0"/>
                    </a:p>
                  </a:txBody>
                  <a:tcPr anchor="ctr">
                    <a:lnL>
                      <a:noFill/>
                    </a:lnL>
                    <a:lnR>
                      <a:noFill/>
                    </a:lnR>
                    <a:lnT>
                      <a:noFill/>
                    </a:lnT>
                    <a:lnB>
                      <a:noFill/>
                    </a:lnB>
                    <a:noFill/>
                  </a:tcPr>
                </a:tc>
                <a:tc>
                  <a:txBody>
                    <a:bodyPr/>
                    <a:lstStyle/>
                    <a:p>
                      <a:pPr>
                        <a:buNone/>
                      </a:pPr>
                      <a:endParaRPr lang="ar-SA"/>
                    </a:p>
                  </a:txBody>
                  <a:tcPr anchor="ctr">
                    <a:lnL>
                      <a:noFill/>
                    </a:lnL>
                    <a:lnR>
                      <a:noFill/>
                    </a:lnR>
                    <a:lnT>
                      <a:noFill/>
                    </a:lnT>
                    <a:lnB>
                      <a:noFill/>
                    </a:lnB>
                    <a:noFill/>
                  </a:tcPr>
                </a:tc>
                <a:extLst>
                  <a:ext uri="{0D108BD9-81ED-4DB2-BD59-A6C34878D82A}">
                    <a16:rowId xmlns:a16="http://schemas.microsoft.com/office/drawing/2014/main" val="2570691400"/>
                  </a:ext>
                </a:extLst>
              </a:tr>
              <a:tr h="0">
                <a:tc>
                  <a:txBody>
                    <a:bodyPr/>
                    <a:lstStyle/>
                    <a:p>
                      <a:pPr>
                        <a:buNone/>
                      </a:pPr>
                      <a:endParaRPr lang="ar-SA" dirty="0"/>
                    </a:p>
                  </a:txBody>
                  <a:tcPr anchor="ctr">
                    <a:lnL>
                      <a:noFill/>
                    </a:lnL>
                    <a:lnR>
                      <a:noFill/>
                    </a:lnR>
                    <a:lnT>
                      <a:noFill/>
                    </a:lnT>
                    <a:lnB>
                      <a:noFill/>
                    </a:lnB>
                    <a:noFill/>
                  </a:tcPr>
                </a:tc>
                <a:tc>
                  <a:txBody>
                    <a:bodyPr/>
                    <a:lstStyle/>
                    <a:p>
                      <a:pPr>
                        <a:buNone/>
                      </a:pPr>
                      <a:endParaRPr lang="ar-SA" dirty="0"/>
                    </a:p>
                  </a:txBody>
                  <a:tcPr anchor="ctr">
                    <a:lnL>
                      <a:noFill/>
                    </a:lnL>
                    <a:lnR>
                      <a:noFill/>
                    </a:lnR>
                    <a:lnT>
                      <a:noFill/>
                    </a:lnT>
                    <a:lnB>
                      <a:noFill/>
                    </a:lnB>
                    <a:noFill/>
                  </a:tcPr>
                </a:tc>
                <a:extLst>
                  <a:ext uri="{0D108BD9-81ED-4DB2-BD59-A6C34878D82A}">
                    <a16:rowId xmlns:a16="http://schemas.microsoft.com/office/drawing/2014/main" val="1319398424"/>
                  </a:ext>
                </a:extLst>
              </a:tr>
              <a:tr h="0">
                <a:tc>
                  <a:txBody>
                    <a:bodyPr/>
                    <a:lstStyle/>
                    <a:p>
                      <a:pPr>
                        <a:buNone/>
                      </a:pPr>
                      <a:endParaRPr lang="ar-SA" dirty="0"/>
                    </a:p>
                  </a:txBody>
                  <a:tcPr anchor="ctr">
                    <a:lnL>
                      <a:noFill/>
                    </a:lnL>
                    <a:lnR>
                      <a:noFill/>
                    </a:lnR>
                    <a:lnT>
                      <a:noFill/>
                    </a:lnT>
                    <a:lnB>
                      <a:noFill/>
                    </a:lnB>
                    <a:noFill/>
                  </a:tcPr>
                </a:tc>
                <a:tc>
                  <a:txBody>
                    <a:bodyPr/>
                    <a:lstStyle/>
                    <a:p>
                      <a:pPr>
                        <a:buNone/>
                      </a:pPr>
                      <a:endParaRPr lang="ar-SA" dirty="0"/>
                    </a:p>
                  </a:txBody>
                  <a:tcPr anchor="ctr">
                    <a:lnL>
                      <a:noFill/>
                    </a:lnL>
                    <a:lnR>
                      <a:noFill/>
                    </a:lnR>
                    <a:lnT>
                      <a:noFill/>
                    </a:lnT>
                    <a:lnB>
                      <a:noFill/>
                    </a:lnB>
                    <a:noFill/>
                  </a:tcPr>
                </a:tc>
                <a:extLst>
                  <a:ext uri="{0D108BD9-81ED-4DB2-BD59-A6C34878D82A}">
                    <a16:rowId xmlns:a16="http://schemas.microsoft.com/office/drawing/2014/main" val="563107428"/>
                  </a:ext>
                </a:extLst>
              </a:tr>
            </a:tbl>
          </a:graphicData>
        </a:graphic>
      </p:graphicFrame>
      <p:pic>
        <p:nvPicPr>
          <p:cNvPr id="19" name="صورة 18" descr="صورة تحتوي على نص, لقطة شاشة, رقم, رسم بياني">
            <a:extLst>
              <a:ext uri="{FF2B5EF4-FFF2-40B4-BE49-F238E27FC236}">
                <a16:creationId xmlns:a16="http://schemas.microsoft.com/office/drawing/2014/main" id="{124E9DC9-4724-56F8-211C-230BB6BA3E63}"/>
              </a:ext>
            </a:extLst>
          </p:cNvPr>
          <p:cNvPicPr>
            <a:picLocks noChangeAspect="1"/>
          </p:cNvPicPr>
          <p:nvPr/>
        </p:nvPicPr>
        <p:blipFill>
          <a:blip r:embed="rId3">
            <a:extLst>
              <a:ext uri="{28A0092B-C50C-407E-A947-70E740481C1C}">
                <a14:useLocalDpi xmlns:a14="http://schemas.microsoft.com/office/drawing/2010/main" val="0"/>
              </a:ext>
            </a:extLst>
          </a:blip>
          <a:srcRect l="63724" t="22465" r="1536"/>
          <a:stretch>
            <a:fillRect/>
          </a:stretch>
        </p:blipFill>
        <p:spPr>
          <a:xfrm>
            <a:off x="7149079" y="1695752"/>
            <a:ext cx="4235407" cy="3349923"/>
          </a:xfrm>
          <a:prstGeom prst="rect">
            <a:avLst/>
          </a:prstGeom>
          <a:ln>
            <a:noFill/>
          </a:ln>
          <a:effectLst>
            <a:outerShdw blurRad="190500" algn="tl" rotWithShape="0">
              <a:srgbClr val="000000">
                <a:alpha val="70000"/>
              </a:srgbClr>
            </a:outerShdw>
          </a:effectLst>
        </p:spPr>
      </p:pic>
      <p:pic>
        <p:nvPicPr>
          <p:cNvPr id="21" name="صورة 20" descr="صورة تحتوي على نص, لقطة شاشة, رقم, رسم بياني&#10;&#10;قد يكون المحتوى الذي تم إنشاؤه بواسطة الذكاء الاصطناعي غير صحيح.">
            <a:extLst>
              <a:ext uri="{FF2B5EF4-FFF2-40B4-BE49-F238E27FC236}">
                <a16:creationId xmlns:a16="http://schemas.microsoft.com/office/drawing/2014/main" id="{26C482CB-440F-8A8E-9D23-5245FAA7949B}"/>
              </a:ext>
            </a:extLst>
          </p:cNvPr>
          <p:cNvPicPr>
            <a:picLocks noChangeAspect="1"/>
          </p:cNvPicPr>
          <p:nvPr/>
        </p:nvPicPr>
        <p:blipFill>
          <a:blip r:embed="rId3">
            <a:extLst>
              <a:ext uri="{28A0092B-C50C-407E-A947-70E740481C1C}">
                <a14:useLocalDpi xmlns:a14="http://schemas.microsoft.com/office/drawing/2010/main" val="0"/>
              </a:ext>
            </a:extLst>
          </a:blip>
          <a:srcRect l="11409" t="21062" r="37137" b="1404"/>
          <a:stretch>
            <a:fillRect/>
          </a:stretch>
        </p:blipFill>
        <p:spPr>
          <a:xfrm>
            <a:off x="914400" y="1695752"/>
            <a:ext cx="5545660" cy="296135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14017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9B194-5FA2-BA4C-F497-4D42F0E9CB8D}"/>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17762ED2-93E3-0514-5F4F-AAC9C10D08AD}"/>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A472F705-F52A-3406-EC5B-B53BD39E310E}"/>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D71D6656-F7BF-EDEC-DC99-E7173BA6CF51}"/>
              </a:ext>
            </a:extLst>
          </p:cNvPr>
          <p:cNvGrpSpPr/>
          <p:nvPr/>
        </p:nvGrpSpPr>
        <p:grpSpPr>
          <a:xfrm>
            <a:off x="4784769" y="490532"/>
            <a:ext cx="7050793" cy="530157"/>
            <a:chOff x="4784769" y="693732"/>
            <a:chExt cx="7050793" cy="530157"/>
          </a:xfrm>
        </p:grpSpPr>
        <p:sp>
          <p:nvSpPr>
            <p:cNvPr id="14" name="Title 1">
              <a:extLst>
                <a:ext uri="{FF2B5EF4-FFF2-40B4-BE49-F238E27FC236}">
                  <a16:creationId xmlns:a16="http://schemas.microsoft.com/office/drawing/2014/main" id="{EA796033-F698-6120-F625-E1393B1E9930}"/>
                </a:ext>
              </a:extLst>
            </p:cNvPr>
            <p:cNvSpPr txBox="1">
              <a:spLocks/>
            </p:cNvSpPr>
            <p:nvPr/>
          </p:nvSpPr>
          <p:spPr>
            <a:xfrm>
              <a:off x="4784769" y="693732"/>
              <a:ext cx="7050793"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3300" b="0" i="0" u="none" strike="noStrike" kern="1200" cap="none" spc="0" normalizeH="0" baseline="0" noProof="0" dirty="0">
                  <a:ln>
                    <a:noFill/>
                  </a:ln>
                  <a:solidFill>
                    <a:srgbClr val="0F3144"/>
                  </a:solidFill>
                  <a:effectLst/>
                  <a:uLnTx/>
                  <a:uFillTx/>
                  <a:cs typeface="HRSD Gov Title Bold" pitchFamily="2" charset="-78"/>
                </a:rPr>
                <a:t>تقرير المؤشر العام لمتابعة الفريق الإشرافي</a:t>
              </a:r>
              <a:endParaRPr kumimoji="0" lang="en-SA" sz="3300" b="0" i="0" u="none" strike="noStrike" kern="1200" cap="none" spc="0" normalizeH="0" baseline="0" noProof="0" dirty="0">
                <a:ln>
                  <a:noFill/>
                </a:ln>
                <a:solidFill>
                  <a:srgbClr val="0F3144"/>
                </a:solidFill>
                <a:effectLst/>
                <a:uLnTx/>
                <a:uFillTx/>
                <a:cs typeface="HRSD Gov Title Bold" pitchFamily="2" charset="-78"/>
              </a:endParaRPr>
            </a:p>
          </p:txBody>
        </p:sp>
        <p:grpSp>
          <p:nvGrpSpPr>
            <p:cNvPr id="13" name="مجموعة 12">
              <a:extLst>
                <a:ext uri="{FF2B5EF4-FFF2-40B4-BE49-F238E27FC236}">
                  <a16:creationId xmlns:a16="http://schemas.microsoft.com/office/drawing/2014/main" id="{DD3EFE52-283A-3DBA-9138-6C54DEE7EC98}"/>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1CAB609B-4CF1-A13E-39BC-D711731CBDAA}"/>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1633" b="1" i="0" u="none" strike="noStrike" kern="1200" cap="none" spc="0" normalizeH="0" baseline="0" noProof="0" dirty="0">
                  <a:ln>
                    <a:noFill/>
                  </a:ln>
                  <a:solidFill>
                    <a:srgbClr val="7A7A7A"/>
                  </a:solidFill>
                  <a:effectLst/>
                  <a:uLnTx/>
                  <a:uFillTx/>
                  <a:latin typeface="HRSD Bold" panose="02000906030000020004" pitchFamily="2" charset="-78"/>
                  <a:ea typeface="+mn-ea"/>
                  <a:cs typeface="HRSD Bold" panose="02000906030000020004" pitchFamily="2" charset="-78"/>
                </a:endParaRPr>
              </a:p>
            </p:txBody>
          </p:sp>
          <p:sp>
            <p:nvSpPr>
              <p:cNvPr id="17" name="Freeform 298">
                <a:extLst>
                  <a:ext uri="{FF2B5EF4-FFF2-40B4-BE49-F238E27FC236}">
                    <a16:creationId xmlns:a16="http://schemas.microsoft.com/office/drawing/2014/main" id="{B080327E-2B2F-138F-A3FB-64E8678E31CF}"/>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1633" b="1" i="0" u="none" strike="noStrike" kern="1200" cap="none" spc="0" normalizeH="0" baseline="0" noProof="0" dirty="0">
                  <a:ln>
                    <a:noFill/>
                  </a:ln>
                  <a:solidFill>
                    <a:srgbClr val="7A7A7A"/>
                  </a:solidFill>
                  <a:effectLst/>
                  <a:uLnTx/>
                  <a:uFillTx/>
                  <a:latin typeface="HRSD Bold" panose="02000906030000020004" pitchFamily="2" charset="-78"/>
                  <a:ea typeface="+mn-ea"/>
                  <a:cs typeface="HRSD Bold" panose="02000906030000020004" pitchFamily="2" charset="-78"/>
                </a:endParaRPr>
              </a:p>
            </p:txBody>
          </p:sp>
        </p:grpSp>
      </p:grpSp>
      <p:grpSp>
        <p:nvGrpSpPr>
          <p:cNvPr id="2" name="مجموعة 1">
            <a:extLst>
              <a:ext uri="{FF2B5EF4-FFF2-40B4-BE49-F238E27FC236}">
                <a16:creationId xmlns:a16="http://schemas.microsoft.com/office/drawing/2014/main" id="{28442D2A-8A12-5E77-1C19-5E5405723BC1}"/>
              </a:ext>
            </a:extLst>
          </p:cNvPr>
          <p:cNvGrpSpPr/>
          <p:nvPr/>
        </p:nvGrpSpPr>
        <p:grpSpPr>
          <a:xfrm>
            <a:off x="1299412" y="1239227"/>
            <a:ext cx="10536150" cy="424900"/>
            <a:chOff x="5057737" y="4648773"/>
            <a:chExt cx="5408047" cy="380024"/>
          </a:xfrm>
        </p:grpSpPr>
        <p:sp>
          <p:nvSpPr>
            <p:cNvPr id="3" name="AutoShape 59">
              <a:extLst>
                <a:ext uri="{FF2B5EF4-FFF2-40B4-BE49-F238E27FC236}">
                  <a16:creationId xmlns:a16="http://schemas.microsoft.com/office/drawing/2014/main" id="{224490FB-6160-713F-93D6-AF66872F56FF}"/>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800" b="1"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الفترة:</a:t>
              </a:r>
              <a:r>
                <a:rPr kumimoji="0" lang="ar-SA" altLang="ar-SA" sz="1800" b="1" i="0" u="none" strike="noStrike" kern="1200" cap="none" spc="0" normalizeH="0" baseline="0" noProof="0" dirty="0">
                  <a:ln>
                    <a:noFill/>
                  </a:ln>
                  <a:solidFill>
                    <a:srgbClr val="7A7A7A"/>
                  </a:solidFill>
                  <a:effectLst/>
                  <a:uLnTx/>
                  <a:uFillTx/>
                  <a:latin typeface="HRSD Gov Medium" pitchFamily="2" charset="-78"/>
                  <a:ea typeface="HRSD Gov Medium" pitchFamily="2" charset="-78"/>
                  <a:cs typeface="HRSD Gov Medium" pitchFamily="2" charset="-78"/>
                </a:rPr>
                <a:t> </a:t>
              </a:r>
              <a:r>
                <a:rPr kumimoji="0" lang="ar-SA" altLang="ar-SA" sz="18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الربع الثالث لعام 2025</a:t>
              </a:r>
            </a:p>
          </p:txBody>
        </p:sp>
        <p:sp>
          <p:nvSpPr>
            <p:cNvPr id="4" name="AutoShape 59">
              <a:extLst>
                <a:ext uri="{FF2B5EF4-FFF2-40B4-BE49-F238E27FC236}">
                  <a16:creationId xmlns:a16="http://schemas.microsoft.com/office/drawing/2014/main" id="{E97BEC1E-1946-4712-37F4-EFB2EA45683C}"/>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800" b="1"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 اسم المؤشر:</a:t>
              </a:r>
              <a:r>
                <a:rPr kumimoji="0" lang="ar-SA" altLang="ar-SA" sz="1800" b="1" i="0" u="none" strike="noStrike" kern="1200" cap="none" spc="0" normalizeH="0" baseline="0" noProof="0" dirty="0">
                  <a:ln>
                    <a:noFill/>
                  </a:ln>
                  <a:solidFill>
                    <a:srgbClr val="7A7A7A"/>
                  </a:solidFill>
                  <a:effectLst/>
                  <a:uLnTx/>
                  <a:uFillTx/>
                  <a:latin typeface="HRSD Gov Medium" pitchFamily="2" charset="-78"/>
                  <a:ea typeface="HRSD Gov Medium" pitchFamily="2" charset="-78"/>
                  <a:cs typeface="HRSD Gov Medium" pitchFamily="2" charset="-78"/>
                </a:rPr>
                <a:t>  </a:t>
              </a:r>
              <a:r>
                <a:rPr kumimoji="0" lang="ar-SA" altLang="ar-SA" sz="18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فعالية متابعة الفريق الإشرافي للفروع الافتراضية</a:t>
              </a:r>
            </a:p>
          </p:txBody>
        </p:sp>
      </p:grpSp>
      <p:sp>
        <p:nvSpPr>
          <p:cNvPr id="5" name="مربع نص 4">
            <a:extLst>
              <a:ext uri="{FF2B5EF4-FFF2-40B4-BE49-F238E27FC236}">
                <a16:creationId xmlns:a16="http://schemas.microsoft.com/office/drawing/2014/main" id="{EE9ECA38-2013-00D2-FBD8-0BEBD89B5E6C}"/>
              </a:ext>
            </a:extLst>
          </p:cNvPr>
          <p:cNvSpPr txBox="1"/>
          <p:nvPr/>
        </p:nvSpPr>
        <p:spPr>
          <a:xfrm>
            <a:off x="989162" y="1911639"/>
            <a:ext cx="10846400" cy="92333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النتائج:</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p:txBody>
      </p:sp>
      <p:graphicFrame>
        <p:nvGraphicFramePr>
          <p:cNvPr id="10" name="جدول 9">
            <a:extLst>
              <a:ext uri="{FF2B5EF4-FFF2-40B4-BE49-F238E27FC236}">
                <a16:creationId xmlns:a16="http://schemas.microsoft.com/office/drawing/2014/main" id="{73828722-84FE-358D-A91B-9C004B7437AC}"/>
              </a:ext>
            </a:extLst>
          </p:cNvPr>
          <p:cNvGraphicFramePr>
            <a:graphicFrameLocks noGrp="1"/>
          </p:cNvGraphicFramePr>
          <p:nvPr>
            <p:extLst>
              <p:ext uri="{D42A27DB-BD31-4B8C-83A1-F6EECF244321}">
                <p14:modId xmlns:p14="http://schemas.microsoft.com/office/powerpoint/2010/main" val="772021363"/>
              </p:ext>
            </p:extLst>
          </p:nvPr>
        </p:nvGraphicFramePr>
        <p:xfrm>
          <a:off x="1299411" y="2194132"/>
          <a:ext cx="9787196" cy="1876943"/>
        </p:xfrm>
        <a:graphic>
          <a:graphicData uri="http://schemas.openxmlformats.org/drawingml/2006/table">
            <a:tbl>
              <a:tblPr rtl="1" firstRow="1" bandRow="1">
                <a:tableStyleId>{5C22544A-7EE6-4342-B048-85BDC9FD1C3A}</a:tableStyleId>
              </a:tblPr>
              <a:tblGrid>
                <a:gridCol w="2722253">
                  <a:extLst>
                    <a:ext uri="{9D8B030D-6E8A-4147-A177-3AD203B41FA5}">
                      <a16:colId xmlns:a16="http://schemas.microsoft.com/office/drawing/2014/main" val="83603431"/>
                    </a:ext>
                  </a:extLst>
                </a:gridCol>
                <a:gridCol w="2171345">
                  <a:extLst>
                    <a:ext uri="{9D8B030D-6E8A-4147-A177-3AD203B41FA5}">
                      <a16:colId xmlns:a16="http://schemas.microsoft.com/office/drawing/2014/main" val="1472114024"/>
                    </a:ext>
                  </a:extLst>
                </a:gridCol>
                <a:gridCol w="2446799">
                  <a:extLst>
                    <a:ext uri="{9D8B030D-6E8A-4147-A177-3AD203B41FA5}">
                      <a16:colId xmlns:a16="http://schemas.microsoft.com/office/drawing/2014/main" val="1168793147"/>
                    </a:ext>
                  </a:extLst>
                </a:gridCol>
                <a:gridCol w="2446799">
                  <a:extLst>
                    <a:ext uri="{9D8B030D-6E8A-4147-A177-3AD203B41FA5}">
                      <a16:colId xmlns:a16="http://schemas.microsoft.com/office/drawing/2014/main" val="3943315473"/>
                    </a:ext>
                  </a:extLst>
                </a:gridCol>
              </a:tblGrid>
              <a:tr h="310838">
                <a:tc>
                  <a:txBody>
                    <a:bodyPr/>
                    <a:lstStyle/>
                    <a:p>
                      <a:pPr marL="0" algn="ctr" defTabSz="914400" rtl="1" eaLnBrk="1" latinLnBrk="0" hangingPunct="1">
                        <a:buNone/>
                      </a:pPr>
                      <a:r>
                        <a:rPr lang="ar-SA" sz="1400" kern="1200" dirty="0">
                          <a:solidFill>
                            <a:srgbClr val="269798"/>
                          </a:solidFill>
                          <a:latin typeface="HRSD Gov Medium" pitchFamily="2" charset="-78"/>
                          <a:ea typeface="HRSD Gov Medium" pitchFamily="2" charset="-78"/>
                          <a:cs typeface="HRSD Gov Medium" pitchFamily="2" charset="-78"/>
                        </a:rPr>
                        <a:t>المحور</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marL="0" algn="ctr" defTabSz="914400" rtl="1" eaLnBrk="1" latinLnBrk="0" hangingPunct="1">
                        <a:buNone/>
                      </a:pPr>
                      <a:r>
                        <a:rPr lang="ar-SA" sz="1400" kern="1200" dirty="0">
                          <a:solidFill>
                            <a:srgbClr val="269798"/>
                          </a:solidFill>
                          <a:latin typeface="HRSD Gov Medium" pitchFamily="2" charset="-78"/>
                          <a:ea typeface="HRSD Gov Medium" pitchFamily="2" charset="-78"/>
                          <a:cs typeface="HRSD Gov Medium" pitchFamily="2" charset="-78"/>
                        </a:rPr>
                        <a:t>الوزن (%)</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marL="0" algn="ctr" defTabSz="914400" rtl="1" eaLnBrk="1" latinLnBrk="0" hangingPunct="1">
                        <a:buNone/>
                      </a:pPr>
                      <a:r>
                        <a:rPr lang="ar-SA" sz="1400" kern="1200" dirty="0">
                          <a:solidFill>
                            <a:srgbClr val="269798"/>
                          </a:solidFill>
                          <a:latin typeface="HRSD Gov Medium" pitchFamily="2" charset="-78"/>
                          <a:ea typeface="HRSD Gov Medium" pitchFamily="2" charset="-78"/>
                          <a:cs typeface="HRSD Gov Medium" pitchFamily="2" charset="-78"/>
                        </a:rPr>
                        <a:t>النتيجة الفعلية (%)</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marL="0" algn="ctr" defTabSz="914400" rtl="1" eaLnBrk="1" latinLnBrk="0" hangingPunct="1">
                        <a:buNone/>
                      </a:pPr>
                      <a:r>
                        <a:rPr lang="ar-SA" sz="1400" kern="1200" dirty="0">
                          <a:solidFill>
                            <a:srgbClr val="269798"/>
                          </a:solidFill>
                          <a:latin typeface="HRSD Gov Medium" pitchFamily="2" charset="-78"/>
                          <a:ea typeface="HRSD Gov Medium" pitchFamily="2" charset="-78"/>
                          <a:cs typeface="HRSD Gov Medium" pitchFamily="2" charset="-78"/>
                        </a:rPr>
                        <a:t>النتيجة الموزونة (%)</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1498358963"/>
                  </a:ext>
                </a:extLst>
              </a:tr>
              <a:tr h="310838">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فعالية نظام المراقبة</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25</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altLang="ar-SA" sz="1400" dirty="0">
                          <a:solidFill>
                            <a:srgbClr val="269798"/>
                          </a:solidFill>
                          <a:latin typeface="HRSD" panose="02000906030000020004" pitchFamily="2" charset="-78"/>
                          <a:cs typeface="HRSD" panose="02000906030000020004" pitchFamily="2" charset="-78"/>
                        </a:rPr>
                        <a:t>🟨</a:t>
                      </a:r>
                      <a:r>
                        <a:rPr lang="ar-SA" sz="1400" b="1" kern="1200" dirty="0">
                          <a:solidFill>
                            <a:srgbClr val="0F3144"/>
                          </a:solidFill>
                          <a:latin typeface="HRSD Gov Medium" pitchFamily="2" charset="-78"/>
                          <a:ea typeface="HRSD Gov Medium" pitchFamily="2" charset="-78"/>
                          <a:cs typeface="HRSD Gov Medium" pitchFamily="2" charset="-78"/>
                        </a:rPr>
                        <a:t>  88.4</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EG" sz="1400" b="1" kern="1200" dirty="0">
                          <a:solidFill>
                            <a:srgbClr val="0F3144"/>
                          </a:solidFill>
                          <a:latin typeface="HRSD Gov Medium" pitchFamily="2" charset="-78"/>
                          <a:ea typeface="HRSD Gov Medium" pitchFamily="2" charset="-78"/>
                          <a:cs typeface="HRSD Gov Medium" pitchFamily="2" charset="-78"/>
                        </a:rPr>
                        <a:t>19</a:t>
                      </a:r>
                      <a:r>
                        <a:rPr lang="ar-SA" sz="1400" b="1" kern="1200" dirty="0">
                          <a:solidFill>
                            <a:srgbClr val="0F3144"/>
                          </a:solidFill>
                          <a:latin typeface="HRSD Gov Medium" pitchFamily="2" charset="-78"/>
                          <a:ea typeface="HRSD Gov Medium" pitchFamily="2" charset="-78"/>
                          <a:cs typeface="HRSD Gov Medium" pitchFamily="2" charset="-78"/>
                        </a:rPr>
                        <a:t>.0%</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2575383853"/>
                  </a:ext>
                </a:extLst>
              </a:tr>
              <a:tr h="310838">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سرعة إغلاق القضايا</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1" i="0" u="none" strike="noStrike" kern="1200" cap="none" spc="0" normalizeH="0" baseline="0" noProof="0">
                          <a:ln>
                            <a:noFill/>
                          </a:ln>
                          <a:solidFill>
                            <a:srgbClr val="0F3144"/>
                          </a:solidFill>
                          <a:effectLst/>
                          <a:uLnTx/>
                          <a:uFillTx/>
                          <a:latin typeface="HRSD Gov Medium" pitchFamily="2" charset="-78"/>
                          <a:ea typeface="HRSD Gov Medium" pitchFamily="2" charset="-78"/>
                          <a:cs typeface="HRSD Gov Medium" pitchFamily="2" charset="-78"/>
                        </a:rPr>
                        <a:t>25</a:t>
                      </a:r>
                      <a:endParaRPr kumimoji="0" lang="ar-SA" sz="14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altLang="ar-SA" sz="1400" dirty="0">
                          <a:solidFill>
                            <a:srgbClr val="269798"/>
                          </a:solidFill>
                          <a:latin typeface="HRSD" panose="02000906030000020004" pitchFamily="2" charset="-78"/>
                          <a:cs typeface="HRSD" panose="02000906030000020004" pitchFamily="2" charset="-78"/>
                        </a:rPr>
                        <a:t>🟨</a:t>
                      </a:r>
                      <a:r>
                        <a:rPr lang="ar-SA" altLang="ar-SA" sz="1400" b="1" kern="1200" dirty="0">
                          <a:solidFill>
                            <a:srgbClr val="0F3144"/>
                          </a:solidFill>
                          <a:latin typeface="HRSD Gov Medium" pitchFamily="2" charset="-78"/>
                          <a:ea typeface="HRSD Gov Medium" pitchFamily="2" charset="-78"/>
                          <a:cs typeface="HRSD Gov Medium" pitchFamily="2" charset="-78"/>
                        </a:rPr>
                        <a:t>80.50</a:t>
                      </a:r>
                      <a:endParaRPr lang="ar-SA" sz="1400" b="1" kern="1200" dirty="0">
                        <a:solidFill>
                          <a:srgbClr val="0F3144"/>
                        </a:solidFill>
                        <a:latin typeface="HRSD Gov Medium" pitchFamily="2" charset="-78"/>
                        <a:ea typeface="HRSD Gov Medium" pitchFamily="2" charset="-78"/>
                        <a:cs typeface="HRSD Gov Medium" pitchFamily="2" charset="-78"/>
                      </a:endParaRP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EG" sz="1400" b="1" kern="1200" dirty="0">
                          <a:solidFill>
                            <a:srgbClr val="0F3144"/>
                          </a:solidFill>
                          <a:latin typeface="HRSD Gov Medium" pitchFamily="2" charset="-78"/>
                          <a:ea typeface="HRSD Gov Medium" pitchFamily="2" charset="-78"/>
                          <a:cs typeface="HRSD Gov Medium" pitchFamily="2" charset="-78"/>
                        </a:rPr>
                        <a:t>15</a:t>
                      </a:r>
                      <a:r>
                        <a:rPr lang="ar-SA" sz="1400" b="1" kern="1200" dirty="0">
                          <a:solidFill>
                            <a:srgbClr val="0F3144"/>
                          </a:solidFill>
                          <a:latin typeface="HRSD Gov Medium" pitchFamily="2" charset="-78"/>
                          <a:ea typeface="HRSD Gov Medium" pitchFamily="2" charset="-78"/>
                          <a:cs typeface="HRSD Gov Medium" pitchFamily="2" charset="-78"/>
                        </a:rPr>
                        <a:t>.4%</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1407249112"/>
                  </a:ext>
                </a:extLst>
              </a:tr>
              <a:tr h="310838">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معالجة القضايا خلال المدة المعتمدة</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1" i="0" u="none" strike="noStrike" kern="1200" cap="none" spc="0" normalizeH="0" baseline="0" noProof="0">
                          <a:ln>
                            <a:noFill/>
                          </a:ln>
                          <a:solidFill>
                            <a:srgbClr val="0F3144"/>
                          </a:solidFill>
                          <a:effectLst/>
                          <a:uLnTx/>
                          <a:uFillTx/>
                          <a:latin typeface="HRSD Gov Medium" pitchFamily="2" charset="-78"/>
                          <a:ea typeface="HRSD Gov Medium" pitchFamily="2" charset="-78"/>
                          <a:cs typeface="HRSD Gov Medium" pitchFamily="2" charset="-78"/>
                        </a:rPr>
                        <a:t>25</a:t>
                      </a:r>
                      <a:endParaRPr kumimoji="0" lang="ar-SA" sz="14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 87.0 </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EG" sz="1400" b="1" kern="1200" dirty="0">
                          <a:solidFill>
                            <a:srgbClr val="0F3144"/>
                          </a:solidFill>
                          <a:latin typeface="HRSD Gov Medium" pitchFamily="2" charset="-78"/>
                          <a:ea typeface="HRSD Gov Medium" pitchFamily="2" charset="-78"/>
                          <a:cs typeface="HRSD Gov Medium" pitchFamily="2" charset="-78"/>
                        </a:rPr>
                        <a:t>23</a:t>
                      </a:r>
                      <a:r>
                        <a:rPr lang="ar-SA" sz="1400" b="1" kern="1200" dirty="0">
                          <a:solidFill>
                            <a:srgbClr val="0F3144"/>
                          </a:solidFill>
                          <a:latin typeface="HRSD Gov Medium" pitchFamily="2" charset="-78"/>
                          <a:ea typeface="HRSD Gov Medium" pitchFamily="2" charset="-78"/>
                          <a:cs typeface="HRSD Gov Medium" pitchFamily="2" charset="-78"/>
                        </a:rPr>
                        <a:t>.8%</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385905454"/>
                  </a:ext>
                </a:extLst>
              </a:tr>
              <a:tr h="322753">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نسبة المتابعة الفعلية للجلسات</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25</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kern="1200" dirty="0">
                          <a:solidFill>
                            <a:srgbClr val="0F3144"/>
                          </a:solidFill>
                          <a:latin typeface="HRSD Gov Medium" pitchFamily="2" charset="-78"/>
                          <a:ea typeface="HRSD Gov Medium" pitchFamily="2" charset="-78"/>
                          <a:cs typeface="HRSD Gov Medium" pitchFamily="2" charset="-78"/>
                        </a:rPr>
                        <a:t>🟩 91.6</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EG" sz="1400" b="1" kern="1200" dirty="0">
                          <a:solidFill>
                            <a:srgbClr val="0F3144"/>
                          </a:solidFill>
                          <a:latin typeface="HRSD Gov Medium" pitchFamily="2" charset="-78"/>
                          <a:ea typeface="HRSD Gov Medium" pitchFamily="2" charset="-78"/>
                          <a:cs typeface="HRSD Gov Medium" pitchFamily="2" charset="-78"/>
                        </a:rPr>
                        <a:t>19</a:t>
                      </a:r>
                      <a:r>
                        <a:rPr lang="ar-SA" sz="1400" b="1" kern="1200" dirty="0">
                          <a:solidFill>
                            <a:srgbClr val="0F3144"/>
                          </a:solidFill>
                          <a:latin typeface="HRSD Gov Medium" pitchFamily="2" charset="-78"/>
                          <a:ea typeface="HRSD Gov Medium" pitchFamily="2" charset="-78"/>
                          <a:cs typeface="HRSD Gov Medium" pitchFamily="2" charset="-78"/>
                        </a:rPr>
                        <a:t>.9%</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4132599711"/>
                  </a:ext>
                </a:extLst>
              </a:tr>
              <a:tr h="310838">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الإجمالي</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100</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EG" sz="1400" b="1" kern="1200" dirty="0">
                          <a:solidFill>
                            <a:srgbClr val="0F3144"/>
                          </a:solidFill>
                          <a:latin typeface="HRSD Gov Medium" pitchFamily="2" charset="-78"/>
                          <a:ea typeface="HRSD Gov Medium" pitchFamily="2" charset="-78"/>
                          <a:cs typeface="HRSD Gov Medium" pitchFamily="2" charset="-78"/>
                        </a:rPr>
                        <a:t>78</a:t>
                      </a:r>
                      <a:r>
                        <a:rPr lang="ar-SA" sz="1400" b="1" kern="1200" dirty="0">
                          <a:solidFill>
                            <a:srgbClr val="0F3144"/>
                          </a:solidFill>
                          <a:latin typeface="HRSD Gov Medium" pitchFamily="2" charset="-78"/>
                          <a:ea typeface="HRSD Gov Medium" pitchFamily="2" charset="-78"/>
                          <a:cs typeface="HRSD Gov Medium" pitchFamily="2" charset="-78"/>
                        </a:rPr>
                        <a:t>.1%</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4134750448"/>
                  </a:ext>
                </a:extLst>
              </a:tr>
            </a:tbl>
          </a:graphicData>
        </a:graphic>
      </p:graphicFrame>
      <p:sp>
        <p:nvSpPr>
          <p:cNvPr id="21" name="مربع نص 20">
            <a:extLst>
              <a:ext uri="{FF2B5EF4-FFF2-40B4-BE49-F238E27FC236}">
                <a16:creationId xmlns:a16="http://schemas.microsoft.com/office/drawing/2014/main" id="{10B39F0E-C93A-F6F6-F7BD-862D2613BE5A}"/>
              </a:ext>
            </a:extLst>
          </p:cNvPr>
          <p:cNvSpPr txBox="1"/>
          <p:nvPr/>
        </p:nvSpPr>
        <p:spPr>
          <a:xfrm>
            <a:off x="672800" y="4005490"/>
            <a:ext cx="10846400" cy="193899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الهدف:</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4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الوصول إلى نسبة لا تقل عن 95% كمستوى ناضج جدًا في مراقبة الأداء الإشرافي وضمان التفاعل الفعّال مع القضايا والبلاغات خلال الجلسات الافتراضية، بما يضمن جودة التجربة المقدمة للمستفيدين، ويحقق متطلبات نظام إدارة الجودة.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التحليل:</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SA" sz="14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أظهر الفريق الإشرافي التزامًا بتوثيق الجلسات بنسبة </a:t>
            </a:r>
            <a:r>
              <a:rPr kumimoji="0" lang="en-US" sz="14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88.4</a:t>
            </a:r>
            <a:r>
              <a:rPr kumimoji="0" lang="ar-SA" sz="14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 مما يدل على </a:t>
            </a:r>
            <a:r>
              <a:rPr kumimoji="0" lang="ar-EG" sz="14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جودة</a:t>
            </a:r>
            <a:r>
              <a:rPr kumimoji="0" lang="ar-SA" sz="14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 النظام الرقمي للمراقبة.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SA" sz="14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هناك تحسن ملموس في سرعة إغلاق القضايا (</a:t>
            </a:r>
            <a:r>
              <a:rPr kumimoji="0" lang="en-US" sz="14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80,5</a:t>
            </a:r>
            <a:r>
              <a:rPr kumimoji="0" lang="ar-SA" sz="14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 رغم وجود فجوة بسيطة دون المستهدف.</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SA" sz="14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نسبة معالجة القضايا ضمن المدة المعتمدة (87.0%) تعد مرضية لكنها دون الحد المستهدف، مما يشير لفرص تحسين في سرعة التنسيق مع الأطراف المعنية.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SA" sz="14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بلغت نسبة المتابعة الفعلية 91.6%، وهي نتيجة جيدة </a:t>
            </a:r>
            <a:r>
              <a:rPr kumimoji="0" lang="ar-EG" sz="14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جدا </a:t>
            </a:r>
            <a:r>
              <a:rPr kumimoji="0" lang="ar-SA" sz="14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لكنها تتطلب تعزيز الرقابة على الجلسات منخفضة الأولوية التي قد يتم التغاضي عنها.</a:t>
            </a:r>
            <a:endParaRPr kumimoji="0" lang="ar-SA" sz="1400" b="0" i="0" u="none" strike="noStrike" kern="1200" cap="none" spc="0" normalizeH="0" baseline="0" noProof="0" dirty="0">
              <a:ln>
                <a:noFill/>
              </a:ln>
              <a:solidFill>
                <a:srgbClr val="7A7A7A"/>
              </a:solidFill>
              <a:effectLst/>
              <a:uLnTx/>
              <a:uFillTx/>
              <a:latin typeface="Calibri" panose="020F0502020204030204"/>
              <a:ea typeface="+mn-ea"/>
              <a:cs typeface="Arial" panose="020B0604020202020204" pitchFamily="34" charset="0"/>
            </a:endParaRPr>
          </a:p>
        </p:txBody>
      </p:sp>
      <p:sp>
        <p:nvSpPr>
          <p:cNvPr id="6" name="Rectangle 1">
            <a:extLst>
              <a:ext uri="{FF2B5EF4-FFF2-40B4-BE49-F238E27FC236}">
                <a16:creationId xmlns:a16="http://schemas.microsoft.com/office/drawing/2014/main" id="{DB054EEB-5BCA-1FE5-9F98-F702F11ED4FB}"/>
              </a:ext>
            </a:extLst>
          </p:cNvPr>
          <p:cNvSpPr>
            <a:spLocks noChangeArrowheads="1"/>
          </p:cNvSpPr>
          <p:nvPr/>
        </p:nvSpPr>
        <p:spPr bwMode="auto">
          <a:xfrm>
            <a:off x="270159" y="5618773"/>
            <a:ext cx="225948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200" b="0" i="0" u="none" strike="noStrike" kern="1200" cap="none" spc="0" normalizeH="0" baseline="0" noProof="0" dirty="0">
                <a:ln>
                  <a:noFill/>
                </a:ln>
                <a:solidFill>
                  <a:srgbClr val="269798"/>
                </a:solidFill>
                <a:effectLst/>
                <a:uLnTx/>
                <a:uFillTx/>
                <a:latin typeface="HRSD" panose="02000906030000020004" pitchFamily="2" charset="-78"/>
                <a:ea typeface="+mn-ea"/>
                <a:cs typeface="HRSD" panose="02000906030000020004" pitchFamily="2" charset="-78"/>
              </a:rPr>
              <a:t>🟩 أخضر: أداء جيد (91% فأكثر)</a:t>
            </a:r>
          </a:p>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200" b="0" i="0" u="none" strike="noStrike" kern="1200" cap="none" spc="0" normalizeH="0" baseline="0" noProof="0" dirty="0">
                <a:ln>
                  <a:noFill/>
                </a:ln>
                <a:solidFill>
                  <a:srgbClr val="269798"/>
                </a:solidFill>
                <a:effectLst/>
                <a:uLnTx/>
                <a:uFillTx/>
                <a:latin typeface="HRSD" panose="02000906030000020004" pitchFamily="2" charset="-78"/>
                <a:ea typeface="+mn-ea"/>
                <a:cs typeface="HRSD" panose="02000906030000020004" pitchFamily="2" charset="-78"/>
              </a:rPr>
              <a:t>🟨 أصفر: أداء متوسط (80%-90%)</a:t>
            </a:r>
          </a:p>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200" b="0" i="0" u="none" strike="noStrike" kern="1200" cap="none" spc="0" normalizeH="0" baseline="0" noProof="0" dirty="0">
                <a:ln>
                  <a:noFill/>
                </a:ln>
                <a:solidFill>
                  <a:srgbClr val="269798"/>
                </a:solidFill>
                <a:effectLst/>
                <a:uLnTx/>
                <a:uFillTx/>
                <a:latin typeface="HRSD" panose="02000906030000020004" pitchFamily="2" charset="-78"/>
                <a:ea typeface="+mn-ea"/>
                <a:cs typeface="HRSD" panose="02000906030000020004" pitchFamily="2" charset="-78"/>
              </a:rPr>
              <a:t>🟥 أحمر: أداء منخفض (أقل من 80%)</a:t>
            </a:r>
          </a:p>
        </p:txBody>
      </p:sp>
      <p:grpSp>
        <p:nvGrpSpPr>
          <p:cNvPr id="7" name="مجموعة 6">
            <a:extLst>
              <a:ext uri="{FF2B5EF4-FFF2-40B4-BE49-F238E27FC236}">
                <a16:creationId xmlns:a16="http://schemas.microsoft.com/office/drawing/2014/main" id="{B9B124FC-BD6A-A482-695B-80CFCCA977E5}"/>
              </a:ext>
            </a:extLst>
          </p:cNvPr>
          <p:cNvGrpSpPr/>
          <p:nvPr/>
        </p:nvGrpSpPr>
        <p:grpSpPr>
          <a:xfrm rot="10800000" flipV="1">
            <a:off x="47452" y="145328"/>
            <a:ext cx="2701968" cy="425013"/>
            <a:chOff x="2127715" y="1835688"/>
            <a:chExt cx="5936863" cy="746533"/>
          </a:xfrm>
        </p:grpSpPr>
        <p:sp>
          <p:nvSpPr>
            <p:cNvPr id="8" name="Freeform 7">
              <a:extLst>
                <a:ext uri="{FF2B5EF4-FFF2-40B4-BE49-F238E27FC236}">
                  <a16:creationId xmlns:a16="http://schemas.microsoft.com/office/drawing/2014/main" id="{B20CC82F-2FB3-F0C1-01BA-A22BC0B276AA}"/>
                </a:ext>
              </a:extLst>
            </p:cNvPr>
            <p:cNvSpPr/>
            <p:nvPr/>
          </p:nvSpPr>
          <p:spPr>
            <a:xfrm>
              <a:off x="5867814" y="1835688"/>
              <a:ext cx="2196764" cy="746533"/>
            </a:xfrm>
            <a:custGeom>
              <a:avLst/>
              <a:gdLst>
                <a:gd name="connsiteX0" fmla="*/ 0 w 1556908"/>
                <a:gd name="connsiteY0" fmla="*/ 529090 h 529089"/>
                <a:gd name="connsiteX1" fmla="*/ 101203 w 1556908"/>
                <a:gd name="connsiteY1" fmla="*/ 264747 h 529089"/>
                <a:gd name="connsiteX2" fmla="*/ 0 w 1556908"/>
                <a:gd name="connsiteY2" fmla="*/ 0 h 529089"/>
                <a:gd name="connsiteX3" fmla="*/ 1455706 w 1556908"/>
                <a:gd name="connsiteY3" fmla="*/ 0 h 529089"/>
                <a:gd name="connsiteX4" fmla="*/ 1556909 w 1556908"/>
                <a:gd name="connsiteY4" fmla="*/ 264747 h 529089"/>
                <a:gd name="connsiteX5" fmla="*/ 1455706 w 1556908"/>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6908" h="529089">
                  <a:moveTo>
                    <a:pt x="0" y="529090"/>
                  </a:moveTo>
                  <a:lnTo>
                    <a:pt x="101203" y="264747"/>
                  </a:lnTo>
                  <a:lnTo>
                    <a:pt x="0" y="0"/>
                  </a:lnTo>
                  <a:lnTo>
                    <a:pt x="1455706" y="0"/>
                  </a:lnTo>
                  <a:lnTo>
                    <a:pt x="1556909" y="264747"/>
                  </a:lnTo>
                  <a:lnTo>
                    <a:pt x="1455706" y="529090"/>
                  </a:lnTo>
                  <a:close/>
                </a:path>
              </a:pathLst>
            </a:custGeom>
            <a:solidFill>
              <a:schemeClr val="bg1">
                <a:lumMod val="75000"/>
              </a:schemeClr>
            </a:solidFill>
            <a:ln w="4048" cap="flat">
              <a:noFill/>
              <a:prstDash val="solid"/>
              <a:miter/>
            </a:ln>
          </p:spPr>
          <p:txBody>
            <a:bodyPr rtlCol="0" anchor="ctr"/>
            <a:lstStyle/>
            <a:p>
              <a:pPr algn="ctr"/>
              <a:r>
                <a:rPr lang="ar-SA" sz="1100">
                  <a:solidFill>
                    <a:schemeClr val="bg1"/>
                  </a:solidFill>
                  <a:latin typeface="HRSD Gov" pitchFamily="50" charset="-78"/>
                  <a:ea typeface="HRSD Gov" pitchFamily="50" charset="-78"/>
                  <a:cs typeface="HRSD Gov" pitchFamily="50" charset="-78"/>
                </a:rPr>
                <a:t>رضا المستفيد</a:t>
              </a:r>
              <a:endParaRPr lang="en-SA" sz="1100" dirty="0">
                <a:solidFill>
                  <a:schemeClr val="bg1"/>
                </a:solidFill>
                <a:latin typeface="HRSD Gov" pitchFamily="50" charset="-78"/>
                <a:ea typeface="HRSD Gov" pitchFamily="50" charset="-78"/>
                <a:cs typeface="HRSD Gov" pitchFamily="50" charset="-78"/>
              </a:endParaRPr>
            </a:p>
          </p:txBody>
        </p:sp>
        <p:sp>
          <p:nvSpPr>
            <p:cNvPr id="9" name="Freeform 8">
              <a:extLst>
                <a:ext uri="{FF2B5EF4-FFF2-40B4-BE49-F238E27FC236}">
                  <a16:creationId xmlns:a16="http://schemas.microsoft.com/office/drawing/2014/main" id="{9E7905C7-72A4-F616-9AEE-42F987CE7BF8}"/>
                </a:ext>
              </a:extLst>
            </p:cNvPr>
            <p:cNvSpPr/>
            <p:nvPr/>
          </p:nvSpPr>
          <p:spPr>
            <a:xfrm>
              <a:off x="2127715" y="1835688"/>
              <a:ext cx="1996851" cy="746533"/>
            </a:xfrm>
            <a:custGeom>
              <a:avLst/>
              <a:gdLst>
                <a:gd name="connsiteX0" fmla="*/ 0 w 1415224"/>
                <a:gd name="connsiteY0" fmla="*/ 529090 h 529089"/>
                <a:gd name="connsiteX1" fmla="*/ 101203 w 1415224"/>
                <a:gd name="connsiteY1" fmla="*/ 264747 h 529089"/>
                <a:gd name="connsiteX2" fmla="*/ 0 w 1415224"/>
                <a:gd name="connsiteY2" fmla="*/ 0 h 529089"/>
                <a:gd name="connsiteX3" fmla="*/ 1314021 w 1415224"/>
                <a:gd name="connsiteY3" fmla="*/ 0 h 529089"/>
                <a:gd name="connsiteX4" fmla="*/ 1415224 w 1415224"/>
                <a:gd name="connsiteY4" fmla="*/ 264747 h 529089"/>
                <a:gd name="connsiteX5" fmla="*/ 1314021 w 141522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5224" h="529089">
                  <a:moveTo>
                    <a:pt x="0" y="529090"/>
                  </a:moveTo>
                  <a:lnTo>
                    <a:pt x="101203" y="264747"/>
                  </a:lnTo>
                  <a:lnTo>
                    <a:pt x="0" y="0"/>
                  </a:lnTo>
                  <a:lnTo>
                    <a:pt x="1314021" y="0"/>
                  </a:lnTo>
                  <a:lnTo>
                    <a:pt x="1415224" y="264747"/>
                  </a:lnTo>
                  <a:lnTo>
                    <a:pt x="1314021" y="529090"/>
                  </a:lnTo>
                  <a:close/>
                </a:path>
              </a:pathLst>
            </a:custGeom>
            <a:solidFill>
              <a:srgbClr val="002E44"/>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الفريق </a:t>
              </a:r>
              <a:r>
                <a:rPr lang="ar-SA" sz="1100">
                  <a:solidFill>
                    <a:schemeClr val="bg1"/>
                  </a:solidFill>
                  <a:latin typeface="HRSD Gov" pitchFamily="50" charset="-78"/>
                  <a:ea typeface="HRSD Gov" pitchFamily="50" charset="-78"/>
                  <a:cs typeface="HRSD Gov" pitchFamily="50" charset="-78"/>
                </a:rPr>
                <a:t>الاشرافي </a:t>
              </a:r>
              <a:endParaRPr lang="en-SA" sz="1100" dirty="0">
                <a:solidFill>
                  <a:schemeClr val="bg1"/>
                </a:solidFill>
                <a:latin typeface="HRSD Gov" pitchFamily="50" charset="-78"/>
                <a:ea typeface="HRSD Gov" pitchFamily="50" charset="-78"/>
                <a:cs typeface="HRSD Gov" pitchFamily="50" charset="-78"/>
              </a:endParaRPr>
            </a:p>
          </p:txBody>
        </p:sp>
        <p:sp>
          <p:nvSpPr>
            <p:cNvPr id="12" name="Freeform 9">
              <a:extLst>
                <a:ext uri="{FF2B5EF4-FFF2-40B4-BE49-F238E27FC236}">
                  <a16:creationId xmlns:a16="http://schemas.microsoft.com/office/drawing/2014/main" id="{C1759BD6-2F95-B480-E052-1546437154F6}"/>
                </a:ext>
              </a:extLst>
            </p:cNvPr>
            <p:cNvSpPr/>
            <p:nvPr/>
          </p:nvSpPr>
          <p:spPr>
            <a:xfrm>
              <a:off x="3981771" y="1835688"/>
              <a:ext cx="2028838" cy="746533"/>
            </a:xfrm>
            <a:custGeom>
              <a:avLst/>
              <a:gdLst>
                <a:gd name="connsiteX0" fmla="*/ 0 w 1437894"/>
                <a:gd name="connsiteY0" fmla="*/ 529090 h 529089"/>
                <a:gd name="connsiteX1" fmla="*/ 101203 w 1437894"/>
                <a:gd name="connsiteY1" fmla="*/ 264747 h 529089"/>
                <a:gd name="connsiteX2" fmla="*/ 0 w 1437894"/>
                <a:gd name="connsiteY2" fmla="*/ 0 h 529089"/>
                <a:gd name="connsiteX3" fmla="*/ 1336691 w 1437894"/>
                <a:gd name="connsiteY3" fmla="*/ 0 h 529089"/>
                <a:gd name="connsiteX4" fmla="*/ 1437894 w 1437894"/>
                <a:gd name="connsiteY4" fmla="*/ 264747 h 529089"/>
                <a:gd name="connsiteX5" fmla="*/ 1336691 w 143789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37894" h="529089">
                  <a:moveTo>
                    <a:pt x="0" y="529090"/>
                  </a:moveTo>
                  <a:lnTo>
                    <a:pt x="101203" y="264747"/>
                  </a:lnTo>
                  <a:lnTo>
                    <a:pt x="0" y="0"/>
                  </a:lnTo>
                  <a:lnTo>
                    <a:pt x="1336691" y="0"/>
                  </a:lnTo>
                  <a:lnTo>
                    <a:pt x="1437894" y="264747"/>
                  </a:lnTo>
                  <a:lnTo>
                    <a:pt x="1336691" y="529090"/>
                  </a:lnTo>
                  <a:close/>
                </a:path>
              </a:pathLst>
            </a:custGeom>
            <a:solidFill>
              <a:schemeClr val="bg1">
                <a:lumMod val="75000"/>
              </a:schemeClr>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جودة </a:t>
              </a:r>
              <a:r>
                <a:rPr lang="ar-SA" sz="1100">
                  <a:solidFill>
                    <a:schemeClr val="bg1"/>
                  </a:solidFill>
                  <a:latin typeface="HRSD Gov" pitchFamily="50" charset="-78"/>
                  <a:ea typeface="HRSD Gov" pitchFamily="50" charset="-78"/>
                  <a:cs typeface="HRSD Gov" pitchFamily="50" charset="-78"/>
                </a:rPr>
                <a:t>الفروع </a:t>
              </a:r>
              <a:endParaRPr lang="en-SA" sz="1100" dirty="0">
                <a:solidFill>
                  <a:schemeClr val="bg1"/>
                </a:solidFill>
                <a:latin typeface="HRSD Gov" pitchFamily="50" charset="-78"/>
                <a:ea typeface="HRSD Gov" pitchFamily="50" charset="-78"/>
                <a:cs typeface="HRSD Gov" pitchFamily="50" charset="-78"/>
              </a:endParaRPr>
            </a:p>
          </p:txBody>
        </p:sp>
      </p:grpSp>
    </p:spTree>
    <p:extLst>
      <p:ext uri="{BB962C8B-B14F-4D97-AF65-F5344CB8AC3E}">
        <p14:creationId xmlns:p14="http://schemas.microsoft.com/office/powerpoint/2010/main" val="733028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69D7-A395-CFF8-6CFB-1A4D690D22AA}"/>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5F6DB32B-E260-A15E-210C-1E2ABE9AFD54}"/>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CE573B6B-1C8E-7E84-A2EE-A4611FDAA303}"/>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9E6213DF-0C56-D6A6-08F5-3AE0813CC764}"/>
              </a:ext>
            </a:extLst>
          </p:cNvPr>
          <p:cNvGrpSpPr/>
          <p:nvPr/>
        </p:nvGrpSpPr>
        <p:grpSpPr>
          <a:xfrm>
            <a:off x="4416338" y="490532"/>
            <a:ext cx="7419225" cy="530157"/>
            <a:chOff x="4416338" y="693732"/>
            <a:chExt cx="7419225" cy="530157"/>
          </a:xfrm>
        </p:grpSpPr>
        <p:sp>
          <p:nvSpPr>
            <p:cNvPr id="14" name="Title 1">
              <a:extLst>
                <a:ext uri="{FF2B5EF4-FFF2-40B4-BE49-F238E27FC236}">
                  <a16:creationId xmlns:a16="http://schemas.microsoft.com/office/drawing/2014/main" id="{F8DD9D52-BA1F-F895-9395-857E770F8536}"/>
                </a:ext>
              </a:extLst>
            </p:cNvPr>
            <p:cNvSpPr txBox="1">
              <a:spLocks/>
            </p:cNvSpPr>
            <p:nvPr/>
          </p:nvSpPr>
          <p:spPr>
            <a:xfrm>
              <a:off x="4416338" y="693732"/>
              <a:ext cx="7419225" cy="501183"/>
            </a:xfrm>
            <a:prstGeom prst="rect">
              <a:avLst/>
            </a:prstGeom>
          </p:spPr>
          <p:txBody>
            <a:bodyPr>
              <a:normAutofit/>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sz="2800" dirty="0">
                  <a:solidFill>
                    <a:srgbClr val="0F3144"/>
                  </a:solidFill>
                </a:rPr>
                <a:t>تقرير المؤشر العام لمتابعة الفريق الإشرافي</a:t>
              </a:r>
              <a:endParaRPr lang="en-SA" sz="2800" dirty="0">
                <a:solidFill>
                  <a:srgbClr val="0F3144"/>
                </a:solidFill>
              </a:endParaRPr>
            </a:p>
          </p:txBody>
        </p:sp>
        <p:grpSp>
          <p:nvGrpSpPr>
            <p:cNvPr id="13" name="مجموعة 12">
              <a:extLst>
                <a:ext uri="{FF2B5EF4-FFF2-40B4-BE49-F238E27FC236}">
                  <a16:creationId xmlns:a16="http://schemas.microsoft.com/office/drawing/2014/main" id="{E6F78A42-7F7F-6575-A7CD-1C2C6D979146}"/>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36A74EBE-4D4C-F4B2-9B73-DE6C40C7FDB9}"/>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33C9DA10-E070-56E7-D6DA-CEB0E84ECC7C}"/>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2" name="مجموعة 1">
            <a:extLst>
              <a:ext uri="{FF2B5EF4-FFF2-40B4-BE49-F238E27FC236}">
                <a16:creationId xmlns:a16="http://schemas.microsoft.com/office/drawing/2014/main" id="{0836444F-A3BF-29BB-30DA-E40A43C8DE2D}"/>
              </a:ext>
            </a:extLst>
          </p:cNvPr>
          <p:cNvGrpSpPr/>
          <p:nvPr/>
        </p:nvGrpSpPr>
        <p:grpSpPr>
          <a:xfrm>
            <a:off x="1299412" y="1239227"/>
            <a:ext cx="10536150" cy="424900"/>
            <a:chOff x="5057737" y="4648773"/>
            <a:chExt cx="5408047" cy="380024"/>
          </a:xfrm>
        </p:grpSpPr>
        <p:sp>
          <p:nvSpPr>
            <p:cNvPr id="3" name="AutoShape 59">
              <a:extLst>
                <a:ext uri="{FF2B5EF4-FFF2-40B4-BE49-F238E27FC236}">
                  <a16:creationId xmlns:a16="http://schemas.microsoft.com/office/drawing/2014/main" id="{3725833F-8A29-AAA9-29BD-5530B4ED6937}"/>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4" name="AutoShape 59">
              <a:extLst>
                <a:ext uri="{FF2B5EF4-FFF2-40B4-BE49-F238E27FC236}">
                  <a16:creationId xmlns:a16="http://schemas.microsoft.com/office/drawing/2014/main" id="{F95DC7A4-4579-13B1-D810-3C5540DC8C9C}"/>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 اسم المؤشر:</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فعالية متابعة الفريق الإشرافي للفروع الافتراضية</a:t>
              </a:r>
            </a:p>
          </p:txBody>
        </p:sp>
      </p:grpSp>
      <p:sp>
        <p:nvSpPr>
          <p:cNvPr id="5" name="مربع نص 4">
            <a:extLst>
              <a:ext uri="{FF2B5EF4-FFF2-40B4-BE49-F238E27FC236}">
                <a16:creationId xmlns:a16="http://schemas.microsoft.com/office/drawing/2014/main" id="{6DE6FAC4-BE69-45E4-F296-7E58984B43B8}"/>
              </a:ext>
            </a:extLst>
          </p:cNvPr>
          <p:cNvSpPr txBox="1"/>
          <p:nvPr/>
        </p:nvSpPr>
        <p:spPr>
          <a:xfrm>
            <a:off x="989162" y="1911639"/>
            <a:ext cx="10846400" cy="4493538"/>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النجاحات:</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تحقيق التوثيق الكامل للجلسات.</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معدلات إغلاق مرتفعة تشير إلى استجابة فعالة من الفريق.</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استمرارية متابعة غالبية الجلسات وفق الخطة.</a:t>
            </a:r>
          </a:p>
          <a:p>
            <a:pPr marL="285750" indent="-285750">
              <a:buFont typeface="HRSD Gov Medium" pitchFamily="50" charset="-78"/>
              <a:buChar char="−"/>
            </a:pPr>
            <a:endParaRPr lang="ar-SA" sz="1400" b="1"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التحديات:</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التأخر في معالجة بعض القضايا تجاوز النسبة المسموح بها.</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تفاوت في تغطية بعض الفروع أو المناطق بسبب التوزيع الجغرافي أو نقص الموارد البشرية.</a:t>
            </a:r>
          </a:p>
          <a:p>
            <a:pPr marL="285750" indent="-285750">
              <a:buFont typeface="HRSD Gov Medium" pitchFamily="50" charset="-78"/>
              <a:buChar char="−"/>
            </a:pPr>
            <a:endParaRPr lang="ar-SA" sz="1400" b="1"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الإجراءات التصحيحية:</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إعداد تقارير أسبوعية لتحليل أسباب تأخر المعالجة.</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إعادة توزيع الأدوار الإشرافية لضمان التغطية العادلة للفروع.</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تخصيص ورش تدريبية لفريق المتابعة حول أولويات التفاعل مع البلاغات.</a:t>
            </a:r>
          </a:p>
          <a:p>
            <a:endParaRPr lang="ar-SA" sz="1400" b="1"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التوصيات:</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تحديث جدول تغطية الجلسات بما يضمن توزيع المتابعة حسب عدد الجلسات.</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تعزيز نظام الإنذار المبكر للحالات غير المغلقة ضمن الفترة المحددة.</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رفع الوعي الداخلي بأهمية معالجة البلاغات في الوقت المستهدف وربطها بمؤشرات تقييم الأداء.</a:t>
            </a:r>
            <a:endParaRPr lang="ar-SA" dirty="0">
              <a:solidFill>
                <a:srgbClr val="0F3144"/>
              </a:solidFill>
              <a:latin typeface="HRSD Gov Medium" pitchFamily="2" charset="-78"/>
              <a:ea typeface="HRSD Gov Medium" pitchFamily="2" charset="-78"/>
              <a:cs typeface="HRSD Gov Medium" pitchFamily="2" charset="-78"/>
            </a:endParaRPr>
          </a:p>
          <a:p>
            <a:pPr>
              <a:buNone/>
            </a:pPr>
            <a:endParaRPr lang="ar-SA" dirty="0">
              <a:solidFill>
                <a:srgbClr val="0F3144"/>
              </a:solidFill>
              <a:latin typeface="HRSD Gov Medium" pitchFamily="2" charset="-78"/>
              <a:ea typeface="HRSD Gov Medium" pitchFamily="2" charset="-78"/>
              <a:cs typeface="HRSD Gov Medium" pitchFamily="2" charset="-78"/>
            </a:endParaRPr>
          </a:p>
        </p:txBody>
      </p:sp>
      <p:grpSp>
        <p:nvGrpSpPr>
          <p:cNvPr id="6" name="مجموعة 5">
            <a:extLst>
              <a:ext uri="{FF2B5EF4-FFF2-40B4-BE49-F238E27FC236}">
                <a16:creationId xmlns:a16="http://schemas.microsoft.com/office/drawing/2014/main" id="{1730D6C9-D54B-273E-BFB8-DB2F966E67B3}"/>
              </a:ext>
            </a:extLst>
          </p:cNvPr>
          <p:cNvGrpSpPr/>
          <p:nvPr/>
        </p:nvGrpSpPr>
        <p:grpSpPr>
          <a:xfrm rot="10800000" flipV="1">
            <a:off x="47452" y="145328"/>
            <a:ext cx="2701968" cy="425013"/>
            <a:chOff x="2127715" y="1835688"/>
            <a:chExt cx="5936863" cy="746533"/>
          </a:xfrm>
        </p:grpSpPr>
        <p:sp>
          <p:nvSpPr>
            <p:cNvPr id="7" name="Freeform 7">
              <a:extLst>
                <a:ext uri="{FF2B5EF4-FFF2-40B4-BE49-F238E27FC236}">
                  <a16:creationId xmlns:a16="http://schemas.microsoft.com/office/drawing/2014/main" id="{14B05A70-2C4A-0E1D-E718-C99DF1542DCB}"/>
                </a:ext>
              </a:extLst>
            </p:cNvPr>
            <p:cNvSpPr/>
            <p:nvPr/>
          </p:nvSpPr>
          <p:spPr>
            <a:xfrm>
              <a:off x="5867814" y="1835688"/>
              <a:ext cx="2196764" cy="746533"/>
            </a:xfrm>
            <a:custGeom>
              <a:avLst/>
              <a:gdLst>
                <a:gd name="connsiteX0" fmla="*/ 0 w 1556908"/>
                <a:gd name="connsiteY0" fmla="*/ 529090 h 529089"/>
                <a:gd name="connsiteX1" fmla="*/ 101203 w 1556908"/>
                <a:gd name="connsiteY1" fmla="*/ 264747 h 529089"/>
                <a:gd name="connsiteX2" fmla="*/ 0 w 1556908"/>
                <a:gd name="connsiteY2" fmla="*/ 0 h 529089"/>
                <a:gd name="connsiteX3" fmla="*/ 1455706 w 1556908"/>
                <a:gd name="connsiteY3" fmla="*/ 0 h 529089"/>
                <a:gd name="connsiteX4" fmla="*/ 1556909 w 1556908"/>
                <a:gd name="connsiteY4" fmla="*/ 264747 h 529089"/>
                <a:gd name="connsiteX5" fmla="*/ 1455706 w 1556908"/>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6908" h="529089">
                  <a:moveTo>
                    <a:pt x="0" y="529090"/>
                  </a:moveTo>
                  <a:lnTo>
                    <a:pt x="101203" y="264747"/>
                  </a:lnTo>
                  <a:lnTo>
                    <a:pt x="0" y="0"/>
                  </a:lnTo>
                  <a:lnTo>
                    <a:pt x="1455706" y="0"/>
                  </a:lnTo>
                  <a:lnTo>
                    <a:pt x="1556909" y="264747"/>
                  </a:lnTo>
                  <a:lnTo>
                    <a:pt x="1455706" y="529090"/>
                  </a:lnTo>
                  <a:close/>
                </a:path>
              </a:pathLst>
            </a:custGeom>
            <a:solidFill>
              <a:schemeClr val="bg1">
                <a:lumMod val="75000"/>
              </a:schemeClr>
            </a:solidFill>
            <a:ln w="4048" cap="flat">
              <a:noFill/>
              <a:prstDash val="solid"/>
              <a:miter/>
            </a:ln>
          </p:spPr>
          <p:txBody>
            <a:bodyPr rtlCol="0" anchor="ctr"/>
            <a:lstStyle/>
            <a:p>
              <a:pPr algn="ctr"/>
              <a:r>
                <a:rPr lang="ar-SA" sz="1100">
                  <a:solidFill>
                    <a:schemeClr val="bg1"/>
                  </a:solidFill>
                  <a:latin typeface="HRSD Gov" pitchFamily="50" charset="-78"/>
                  <a:ea typeface="HRSD Gov" pitchFamily="50" charset="-78"/>
                  <a:cs typeface="HRSD Gov" pitchFamily="50" charset="-78"/>
                </a:rPr>
                <a:t>رضا المستفيد</a:t>
              </a:r>
              <a:endParaRPr lang="en-SA" sz="1100" dirty="0">
                <a:solidFill>
                  <a:schemeClr val="bg1"/>
                </a:solidFill>
                <a:latin typeface="HRSD Gov" pitchFamily="50" charset="-78"/>
                <a:ea typeface="HRSD Gov" pitchFamily="50" charset="-78"/>
                <a:cs typeface="HRSD Gov" pitchFamily="50" charset="-78"/>
              </a:endParaRPr>
            </a:p>
          </p:txBody>
        </p:sp>
        <p:sp>
          <p:nvSpPr>
            <p:cNvPr id="8" name="Freeform 8">
              <a:extLst>
                <a:ext uri="{FF2B5EF4-FFF2-40B4-BE49-F238E27FC236}">
                  <a16:creationId xmlns:a16="http://schemas.microsoft.com/office/drawing/2014/main" id="{AFECC4D0-04BB-CB23-865B-EE8A1CADEE2B}"/>
                </a:ext>
              </a:extLst>
            </p:cNvPr>
            <p:cNvSpPr/>
            <p:nvPr/>
          </p:nvSpPr>
          <p:spPr>
            <a:xfrm>
              <a:off x="2127715" y="1835688"/>
              <a:ext cx="1996851" cy="746533"/>
            </a:xfrm>
            <a:custGeom>
              <a:avLst/>
              <a:gdLst>
                <a:gd name="connsiteX0" fmla="*/ 0 w 1415224"/>
                <a:gd name="connsiteY0" fmla="*/ 529090 h 529089"/>
                <a:gd name="connsiteX1" fmla="*/ 101203 w 1415224"/>
                <a:gd name="connsiteY1" fmla="*/ 264747 h 529089"/>
                <a:gd name="connsiteX2" fmla="*/ 0 w 1415224"/>
                <a:gd name="connsiteY2" fmla="*/ 0 h 529089"/>
                <a:gd name="connsiteX3" fmla="*/ 1314021 w 1415224"/>
                <a:gd name="connsiteY3" fmla="*/ 0 h 529089"/>
                <a:gd name="connsiteX4" fmla="*/ 1415224 w 1415224"/>
                <a:gd name="connsiteY4" fmla="*/ 264747 h 529089"/>
                <a:gd name="connsiteX5" fmla="*/ 1314021 w 141522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5224" h="529089">
                  <a:moveTo>
                    <a:pt x="0" y="529090"/>
                  </a:moveTo>
                  <a:lnTo>
                    <a:pt x="101203" y="264747"/>
                  </a:lnTo>
                  <a:lnTo>
                    <a:pt x="0" y="0"/>
                  </a:lnTo>
                  <a:lnTo>
                    <a:pt x="1314021" y="0"/>
                  </a:lnTo>
                  <a:lnTo>
                    <a:pt x="1415224" y="264747"/>
                  </a:lnTo>
                  <a:lnTo>
                    <a:pt x="1314021" y="529090"/>
                  </a:lnTo>
                  <a:close/>
                </a:path>
              </a:pathLst>
            </a:custGeom>
            <a:solidFill>
              <a:srgbClr val="002E44"/>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الفريق </a:t>
              </a:r>
              <a:r>
                <a:rPr lang="ar-SA" sz="1100">
                  <a:solidFill>
                    <a:schemeClr val="bg1"/>
                  </a:solidFill>
                  <a:latin typeface="HRSD Gov" pitchFamily="50" charset="-78"/>
                  <a:ea typeface="HRSD Gov" pitchFamily="50" charset="-78"/>
                  <a:cs typeface="HRSD Gov" pitchFamily="50" charset="-78"/>
                </a:rPr>
                <a:t>الاشرافي </a:t>
              </a:r>
              <a:endParaRPr lang="en-SA" sz="1100" dirty="0">
                <a:solidFill>
                  <a:schemeClr val="bg1"/>
                </a:solidFill>
                <a:latin typeface="HRSD Gov" pitchFamily="50" charset="-78"/>
                <a:ea typeface="HRSD Gov" pitchFamily="50" charset="-78"/>
                <a:cs typeface="HRSD Gov" pitchFamily="50" charset="-78"/>
              </a:endParaRPr>
            </a:p>
          </p:txBody>
        </p:sp>
        <p:sp>
          <p:nvSpPr>
            <p:cNvPr id="9" name="Freeform 9">
              <a:extLst>
                <a:ext uri="{FF2B5EF4-FFF2-40B4-BE49-F238E27FC236}">
                  <a16:creationId xmlns:a16="http://schemas.microsoft.com/office/drawing/2014/main" id="{CE6B703F-3441-14A1-0C8F-9BED6C2BFDF0}"/>
                </a:ext>
              </a:extLst>
            </p:cNvPr>
            <p:cNvSpPr/>
            <p:nvPr/>
          </p:nvSpPr>
          <p:spPr>
            <a:xfrm>
              <a:off x="3981771" y="1835688"/>
              <a:ext cx="2028838" cy="746533"/>
            </a:xfrm>
            <a:custGeom>
              <a:avLst/>
              <a:gdLst>
                <a:gd name="connsiteX0" fmla="*/ 0 w 1437894"/>
                <a:gd name="connsiteY0" fmla="*/ 529090 h 529089"/>
                <a:gd name="connsiteX1" fmla="*/ 101203 w 1437894"/>
                <a:gd name="connsiteY1" fmla="*/ 264747 h 529089"/>
                <a:gd name="connsiteX2" fmla="*/ 0 w 1437894"/>
                <a:gd name="connsiteY2" fmla="*/ 0 h 529089"/>
                <a:gd name="connsiteX3" fmla="*/ 1336691 w 1437894"/>
                <a:gd name="connsiteY3" fmla="*/ 0 h 529089"/>
                <a:gd name="connsiteX4" fmla="*/ 1437894 w 1437894"/>
                <a:gd name="connsiteY4" fmla="*/ 264747 h 529089"/>
                <a:gd name="connsiteX5" fmla="*/ 1336691 w 143789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37894" h="529089">
                  <a:moveTo>
                    <a:pt x="0" y="529090"/>
                  </a:moveTo>
                  <a:lnTo>
                    <a:pt x="101203" y="264747"/>
                  </a:lnTo>
                  <a:lnTo>
                    <a:pt x="0" y="0"/>
                  </a:lnTo>
                  <a:lnTo>
                    <a:pt x="1336691" y="0"/>
                  </a:lnTo>
                  <a:lnTo>
                    <a:pt x="1437894" y="264747"/>
                  </a:lnTo>
                  <a:lnTo>
                    <a:pt x="1336691" y="529090"/>
                  </a:lnTo>
                  <a:close/>
                </a:path>
              </a:pathLst>
            </a:custGeom>
            <a:solidFill>
              <a:schemeClr val="bg1">
                <a:lumMod val="75000"/>
              </a:schemeClr>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جودة </a:t>
              </a:r>
              <a:r>
                <a:rPr lang="ar-SA" sz="1100">
                  <a:solidFill>
                    <a:schemeClr val="bg1"/>
                  </a:solidFill>
                  <a:latin typeface="HRSD Gov" pitchFamily="50" charset="-78"/>
                  <a:ea typeface="HRSD Gov" pitchFamily="50" charset="-78"/>
                  <a:cs typeface="HRSD Gov" pitchFamily="50" charset="-78"/>
                </a:rPr>
                <a:t>الفروع </a:t>
              </a:r>
              <a:endParaRPr lang="en-SA" sz="1100" dirty="0">
                <a:solidFill>
                  <a:schemeClr val="bg1"/>
                </a:solidFill>
                <a:latin typeface="HRSD Gov" pitchFamily="50" charset="-78"/>
                <a:ea typeface="HRSD Gov" pitchFamily="50" charset="-78"/>
                <a:cs typeface="HRSD Gov" pitchFamily="50" charset="-78"/>
              </a:endParaRPr>
            </a:p>
          </p:txBody>
        </p:sp>
      </p:grpSp>
    </p:spTree>
    <p:extLst>
      <p:ext uri="{BB962C8B-B14F-4D97-AF65-F5344CB8AC3E}">
        <p14:creationId xmlns:p14="http://schemas.microsoft.com/office/powerpoint/2010/main" val="3234932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C224F-F12B-162D-4244-CC6CA697C991}"/>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83F2DCFE-80A2-A527-5480-6184E726DB59}"/>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43E9378B-4525-6306-E6C2-4B541B827D48}"/>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10390117-B62D-3B38-0EBD-3EDAF43DEF80}"/>
              </a:ext>
            </a:extLst>
          </p:cNvPr>
          <p:cNvGrpSpPr/>
          <p:nvPr/>
        </p:nvGrpSpPr>
        <p:grpSpPr>
          <a:xfrm>
            <a:off x="4166886" y="490532"/>
            <a:ext cx="7668676" cy="530157"/>
            <a:chOff x="4166886" y="693732"/>
            <a:chExt cx="7668676" cy="530157"/>
          </a:xfrm>
        </p:grpSpPr>
        <p:sp>
          <p:nvSpPr>
            <p:cNvPr id="14" name="Title 1">
              <a:extLst>
                <a:ext uri="{FF2B5EF4-FFF2-40B4-BE49-F238E27FC236}">
                  <a16:creationId xmlns:a16="http://schemas.microsoft.com/office/drawing/2014/main" id="{7990A776-42AE-EA6A-F11A-906DD1276665}"/>
                </a:ext>
              </a:extLst>
            </p:cNvPr>
            <p:cNvSpPr txBox="1">
              <a:spLocks/>
            </p:cNvSpPr>
            <p:nvPr/>
          </p:nvSpPr>
          <p:spPr>
            <a:xfrm>
              <a:off x="4166886" y="693732"/>
              <a:ext cx="7668676"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dirty="0">
                  <a:solidFill>
                    <a:srgbClr val="0F3144"/>
                  </a:solidFill>
                </a:rPr>
                <a:t>تقرير المؤشر العام لجودة الفروع الافتراضية</a:t>
              </a:r>
              <a:endParaRPr lang="en-SA" dirty="0">
                <a:solidFill>
                  <a:srgbClr val="0F3144"/>
                </a:solidFill>
              </a:endParaRPr>
            </a:p>
          </p:txBody>
        </p:sp>
        <p:grpSp>
          <p:nvGrpSpPr>
            <p:cNvPr id="13" name="مجموعة 12">
              <a:extLst>
                <a:ext uri="{FF2B5EF4-FFF2-40B4-BE49-F238E27FC236}">
                  <a16:creationId xmlns:a16="http://schemas.microsoft.com/office/drawing/2014/main" id="{7097D028-B30F-8A21-5396-C3FB3D9596C9}"/>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46F75E0C-A605-0149-D417-4B268ECA84BF}"/>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AC1F6A60-56F3-9163-7297-539D6370AB23}"/>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2" name="مجموعة 1">
            <a:extLst>
              <a:ext uri="{FF2B5EF4-FFF2-40B4-BE49-F238E27FC236}">
                <a16:creationId xmlns:a16="http://schemas.microsoft.com/office/drawing/2014/main" id="{8FDEA8B7-2CA4-B0D4-0EAA-2D22F8965332}"/>
              </a:ext>
            </a:extLst>
          </p:cNvPr>
          <p:cNvGrpSpPr/>
          <p:nvPr/>
        </p:nvGrpSpPr>
        <p:grpSpPr>
          <a:xfrm rot="10800000" flipV="1">
            <a:off x="47452" y="145328"/>
            <a:ext cx="2701968" cy="425013"/>
            <a:chOff x="2127715" y="1835688"/>
            <a:chExt cx="5936863" cy="746533"/>
          </a:xfrm>
        </p:grpSpPr>
        <p:sp>
          <p:nvSpPr>
            <p:cNvPr id="3" name="Freeform 7">
              <a:extLst>
                <a:ext uri="{FF2B5EF4-FFF2-40B4-BE49-F238E27FC236}">
                  <a16:creationId xmlns:a16="http://schemas.microsoft.com/office/drawing/2014/main" id="{9EB9E6E7-0735-4AC4-E302-98637B1C21E9}"/>
                </a:ext>
              </a:extLst>
            </p:cNvPr>
            <p:cNvSpPr/>
            <p:nvPr/>
          </p:nvSpPr>
          <p:spPr>
            <a:xfrm>
              <a:off x="5867814" y="1835688"/>
              <a:ext cx="2196764" cy="746533"/>
            </a:xfrm>
            <a:custGeom>
              <a:avLst/>
              <a:gdLst>
                <a:gd name="connsiteX0" fmla="*/ 0 w 1556908"/>
                <a:gd name="connsiteY0" fmla="*/ 529090 h 529089"/>
                <a:gd name="connsiteX1" fmla="*/ 101203 w 1556908"/>
                <a:gd name="connsiteY1" fmla="*/ 264747 h 529089"/>
                <a:gd name="connsiteX2" fmla="*/ 0 w 1556908"/>
                <a:gd name="connsiteY2" fmla="*/ 0 h 529089"/>
                <a:gd name="connsiteX3" fmla="*/ 1455706 w 1556908"/>
                <a:gd name="connsiteY3" fmla="*/ 0 h 529089"/>
                <a:gd name="connsiteX4" fmla="*/ 1556909 w 1556908"/>
                <a:gd name="connsiteY4" fmla="*/ 264747 h 529089"/>
                <a:gd name="connsiteX5" fmla="*/ 1455706 w 1556908"/>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6908" h="529089">
                  <a:moveTo>
                    <a:pt x="0" y="529090"/>
                  </a:moveTo>
                  <a:lnTo>
                    <a:pt x="101203" y="264747"/>
                  </a:lnTo>
                  <a:lnTo>
                    <a:pt x="0" y="0"/>
                  </a:lnTo>
                  <a:lnTo>
                    <a:pt x="1455706" y="0"/>
                  </a:lnTo>
                  <a:lnTo>
                    <a:pt x="1556909" y="264747"/>
                  </a:lnTo>
                  <a:lnTo>
                    <a:pt x="1455706" y="529090"/>
                  </a:lnTo>
                  <a:close/>
                </a:path>
              </a:pathLst>
            </a:custGeom>
            <a:solidFill>
              <a:schemeClr val="bg1">
                <a:lumMod val="75000"/>
              </a:schemeClr>
            </a:solidFill>
            <a:ln w="4048" cap="flat">
              <a:noFill/>
              <a:prstDash val="solid"/>
              <a:miter/>
            </a:ln>
          </p:spPr>
          <p:txBody>
            <a:bodyPr rtlCol="0" anchor="ctr"/>
            <a:lstStyle/>
            <a:p>
              <a:pPr algn="ctr"/>
              <a:r>
                <a:rPr lang="ar-SA" sz="1100">
                  <a:solidFill>
                    <a:schemeClr val="bg1"/>
                  </a:solidFill>
                  <a:latin typeface="HRSD Gov" pitchFamily="50" charset="-78"/>
                  <a:ea typeface="HRSD Gov" pitchFamily="50" charset="-78"/>
                  <a:cs typeface="HRSD Gov" pitchFamily="50" charset="-78"/>
                </a:rPr>
                <a:t>رضا المستفيد</a:t>
              </a:r>
              <a:endParaRPr lang="en-SA" sz="1100" dirty="0">
                <a:solidFill>
                  <a:schemeClr val="bg1"/>
                </a:solidFill>
                <a:latin typeface="HRSD Gov" pitchFamily="50" charset="-78"/>
                <a:ea typeface="HRSD Gov" pitchFamily="50" charset="-78"/>
                <a:cs typeface="HRSD Gov" pitchFamily="50" charset="-78"/>
              </a:endParaRPr>
            </a:p>
          </p:txBody>
        </p:sp>
        <p:sp>
          <p:nvSpPr>
            <p:cNvPr id="4" name="Freeform 8">
              <a:extLst>
                <a:ext uri="{FF2B5EF4-FFF2-40B4-BE49-F238E27FC236}">
                  <a16:creationId xmlns:a16="http://schemas.microsoft.com/office/drawing/2014/main" id="{F6052BB4-2936-75CA-A109-88033937E5E7}"/>
                </a:ext>
              </a:extLst>
            </p:cNvPr>
            <p:cNvSpPr/>
            <p:nvPr/>
          </p:nvSpPr>
          <p:spPr>
            <a:xfrm>
              <a:off x="2127715" y="1835688"/>
              <a:ext cx="1996851" cy="746533"/>
            </a:xfrm>
            <a:custGeom>
              <a:avLst/>
              <a:gdLst>
                <a:gd name="connsiteX0" fmla="*/ 0 w 1415224"/>
                <a:gd name="connsiteY0" fmla="*/ 529090 h 529089"/>
                <a:gd name="connsiteX1" fmla="*/ 101203 w 1415224"/>
                <a:gd name="connsiteY1" fmla="*/ 264747 h 529089"/>
                <a:gd name="connsiteX2" fmla="*/ 0 w 1415224"/>
                <a:gd name="connsiteY2" fmla="*/ 0 h 529089"/>
                <a:gd name="connsiteX3" fmla="*/ 1314021 w 1415224"/>
                <a:gd name="connsiteY3" fmla="*/ 0 h 529089"/>
                <a:gd name="connsiteX4" fmla="*/ 1415224 w 1415224"/>
                <a:gd name="connsiteY4" fmla="*/ 264747 h 529089"/>
                <a:gd name="connsiteX5" fmla="*/ 1314021 w 141522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5224" h="529089">
                  <a:moveTo>
                    <a:pt x="0" y="529090"/>
                  </a:moveTo>
                  <a:lnTo>
                    <a:pt x="101203" y="264747"/>
                  </a:lnTo>
                  <a:lnTo>
                    <a:pt x="0" y="0"/>
                  </a:lnTo>
                  <a:lnTo>
                    <a:pt x="1314021" y="0"/>
                  </a:lnTo>
                  <a:lnTo>
                    <a:pt x="1415224" y="264747"/>
                  </a:lnTo>
                  <a:lnTo>
                    <a:pt x="1314021" y="529090"/>
                  </a:lnTo>
                  <a:close/>
                </a:path>
              </a:pathLst>
            </a:custGeom>
            <a:solidFill>
              <a:schemeClr val="bg1">
                <a:lumMod val="75000"/>
              </a:schemeClr>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الفريق الاشرافي </a:t>
              </a:r>
              <a:endParaRPr lang="en-SA" sz="1100" dirty="0">
                <a:solidFill>
                  <a:schemeClr val="bg1"/>
                </a:solidFill>
                <a:latin typeface="HRSD Gov" pitchFamily="50" charset="-78"/>
                <a:ea typeface="HRSD Gov" pitchFamily="50" charset="-78"/>
                <a:cs typeface="HRSD Gov" pitchFamily="50" charset="-78"/>
              </a:endParaRPr>
            </a:p>
          </p:txBody>
        </p:sp>
        <p:sp>
          <p:nvSpPr>
            <p:cNvPr id="5" name="Freeform 9">
              <a:extLst>
                <a:ext uri="{FF2B5EF4-FFF2-40B4-BE49-F238E27FC236}">
                  <a16:creationId xmlns:a16="http://schemas.microsoft.com/office/drawing/2014/main" id="{94E3D6A3-4873-A1F0-25C3-C1A2B5B4D00D}"/>
                </a:ext>
              </a:extLst>
            </p:cNvPr>
            <p:cNvSpPr/>
            <p:nvPr/>
          </p:nvSpPr>
          <p:spPr>
            <a:xfrm>
              <a:off x="3981771" y="1835688"/>
              <a:ext cx="2028838" cy="746533"/>
            </a:xfrm>
            <a:custGeom>
              <a:avLst/>
              <a:gdLst>
                <a:gd name="connsiteX0" fmla="*/ 0 w 1437894"/>
                <a:gd name="connsiteY0" fmla="*/ 529090 h 529089"/>
                <a:gd name="connsiteX1" fmla="*/ 101203 w 1437894"/>
                <a:gd name="connsiteY1" fmla="*/ 264747 h 529089"/>
                <a:gd name="connsiteX2" fmla="*/ 0 w 1437894"/>
                <a:gd name="connsiteY2" fmla="*/ 0 h 529089"/>
                <a:gd name="connsiteX3" fmla="*/ 1336691 w 1437894"/>
                <a:gd name="connsiteY3" fmla="*/ 0 h 529089"/>
                <a:gd name="connsiteX4" fmla="*/ 1437894 w 1437894"/>
                <a:gd name="connsiteY4" fmla="*/ 264747 h 529089"/>
                <a:gd name="connsiteX5" fmla="*/ 1336691 w 143789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37894" h="529089">
                  <a:moveTo>
                    <a:pt x="0" y="529090"/>
                  </a:moveTo>
                  <a:lnTo>
                    <a:pt x="101203" y="264747"/>
                  </a:lnTo>
                  <a:lnTo>
                    <a:pt x="0" y="0"/>
                  </a:lnTo>
                  <a:lnTo>
                    <a:pt x="1336691" y="0"/>
                  </a:lnTo>
                  <a:lnTo>
                    <a:pt x="1437894" y="264747"/>
                  </a:lnTo>
                  <a:lnTo>
                    <a:pt x="1336691" y="529090"/>
                  </a:lnTo>
                  <a:close/>
                </a:path>
              </a:pathLst>
            </a:custGeom>
            <a:solidFill>
              <a:srgbClr val="0F3144"/>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جودة </a:t>
              </a:r>
              <a:r>
                <a:rPr lang="ar-SA" sz="1100">
                  <a:solidFill>
                    <a:schemeClr val="bg1"/>
                  </a:solidFill>
                  <a:latin typeface="HRSD Gov" pitchFamily="50" charset="-78"/>
                  <a:ea typeface="HRSD Gov" pitchFamily="50" charset="-78"/>
                  <a:cs typeface="HRSD Gov" pitchFamily="50" charset="-78"/>
                </a:rPr>
                <a:t>الفروع </a:t>
              </a:r>
              <a:endParaRPr lang="en-SA" sz="1100" dirty="0">
                <a:solidFill>
                  <a:schemeClr val="bg1"/>
                </a:solidFill>
                <a:latin typeface="HRSD Gov" pitchFamily="50" charset="-78"/>
                <a:ea typeface="HRSD Gov" pitchFamily="50" charset="-78"/>
                <a:cs typeface="HRSD Gov" pitchFamily="50" charset="-78"/>
              </a:endParaRPr>
            </a:p>
          </p:txBody>
        </p:sp>
      </p:grpSp>
      <p:pic>
        <p:nvPicPr>
          <p:cNvPr id="7" name="صورة 6" descr="صورة تحتوي على نص, لقطة شاشة, خط, رسم بياني&#10;&#10;قد يكون المحتوى الذي تم إنشاؤه بواسطة الذكاء الاصطناعي غير صحيح.">
            <a:extLst>
              <a:ext uri="{FF2B5EF4-FFF2-40B4-BE49-F238E27FC236}">
                <a16:creationId xmlns:a16="http://schemas.microsoft.com/office/drawing/2014/main" id="{9E41C8D7-2DBA-9778-76FE-D11BF9AE12EF}"/>
              </a:ext>
            </a:extLst>
          </p:cNvPr>
          <p:cNvPicPr>
            <a:picLocks noChangeAspect="1"/>
          </p:cNvPicPr>
          <p:nvPr/>
        </p:nvPicPr>
        <p:blipFill>
          <a:blip r:embed="rId3">
            <a:extLst>
              <a:ext uri="{28A0092B-C50C-407E-A947-70E740481C1C}">
                <a14:useLocalDpi xmlns:a14="http://schemas.microsoft.com/office/drawing/2010/main" val="0"/>
              </a:ext>
            </a:extLst>
          </a:blip>
          <a:srcRect l="12173" t="23256" r="45829"/>
          <a:stretch>
            <a:fillRect/>
          </a:stretch>
        </p:blipFill>
        <p:spPr>
          <a:xfrm>
            <a:off x="7962122" y="1405332"/>
            <a:ext cx="3088883" cy="3254202"/>
          </a:xfrm>
          <a:prstGeom prst="rect">
            <a:avLst/>
          </a:prstGeom>
          <a:ln>
            <a:noFill/>
          </a:ln>
          <a:effectLst>
            <a:outerShdw blurRad="190500" algn="tl" rotWithShape="0">
              <a:srgbClr val="000000">
                <a:alpha val="70000"/>
              </a:srgbClr>
            </a:outerShdw>
          </a:effectLst>
        </p:spPr>
      </p:pic>
      <p:pic>
        <p:nvPicPr>
          <p:cNvPr id="9" name="صورة 8" descr="صورة تحتوي على نص, لقطة شاشة, خط, رسم بياني&#10;&#10;قد يكون المحتوى الذي تم إنشاؤه بواسطة الذكاء الاصطناعي غير صحيح.">
            <a:extLst>
              <a:ext uri="{FF2B5EF4-FFF2-40B4-BE49-F238E27FC236}">
                <a16:creationId xmlns:a16="http://schemas.microsoft.com/office/drawing/2014/main" id="{15518F23-3DC8-5185-D021-D4396EAB2223}"/>
              </a:ext>
            </a:extLst>
          </p:cNvPr>
          <p:cNvPicPr>
            <a:picLocks noChangeAspect="1"/>
          </p:cNvPicPr>
          <p:nvPr/>
        </p:nvPicPr>
        <p:blipFill>
          <a:blip r:embed="rId4">
            <a:extLst>
              <a:ext uri="{28A0092B-C50C-407E-A947-70E740481C1C}">
                <a14:useLocalDpi xmlns:a14="http://schemas.microsoft.com/office/drawing/2010/main" val="0"/>
              </a:ext>
            </a:extLst>
          </a:blip>
          <a:srcRect r="79592"/>
          <a:stretch>
            <a:fillRect/>
          </a:stretch>
        </p:blipFill>
        <p:spPr>
          <a:xfrm>
            <a:off x="5181599" y="2830286"/>
            <a:ext cx="2780523" cy="2961225"/>
          </a:xfrm>
          <a:prstGeom prst="rect">
            <a:avLst/>
          </a:prstGeom>
          <a:ln>
            <a:noFill/>
          </a:ln>
          <a:effectLst>
            <a:outerShdw blurRad="190500" algn="tl" rotWithShape="0">
              <a:srgbClr val="000000">
                <a:alpha val="70000"/>
              </a:srgbClr>
            </a:outerShdw>
          </a:effectLst>
        </p:spPr>
      </p:pic>
      <p:pic>
        <p:nvPicPr>
          <p:cNvPr id="12" name="صورة 11" descr="صورة تحتوي على نص, لقطة شاشة, خط, رسم بياني&#10;&#10;قد يكون المحتوى الذي تم إنشاؤه بواسطة الذكاء الاصطناعي غير صحيح.">
            <a:extLst>
              <a:ext uri="{FF2B5EF4-FFF2-40B4-BE49-F238E27FC236}">
                <a16:creationId xmlns:a16="http://schemas.microsoft.com/office/drawing/2014/main" id="{9A6EC5F4-D6E6-3FE5-CC37-98DD67A8C1F0}"/>
              </a:ext>
            </a:extLst>
          </p:cNvPr>
          <p:cNvPicPr>
            <a:picLocks noChangeAspect="1"/>
          </p:cNvPicPr>
          <p:nvPr/>
        </p:nvPicPr>
        <p:blipFill>
          <a:blip r:embed="rId3">
            <a:extLst>
              <a:ext uri="{28A0092B-C50C-407E-A947-70E740481C1C}">
                <a14:useLocalDpi xmlns:a14="http://schemas.microsoft.com/office/drawing/2010/main" val="0"/>
              </a:ext>
            </a:extLst>
          </a:blip>
          <a:srcRect l="70459" t="22167" r="714" b="2406"/>
          <a:stretch>
            <a:fillRect/>
          </a:stretch>
        </p:blipFill>
        <p:spPr>
          <a:xfrm>
            <a:off x="1667069" y="1452432"/>
            <a:ext cx="3514530" cy="320710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396706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109E4-0E7E-E72D-97D6-66343FCF010A}"/>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8E3A756C-323D-BA46-3BD8-3D1DA2E83140}"/>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F70B661F-BBCD-2CA1-715D-6FD87FE20A7E}"/>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7F76F62C-3250-87A8-2F19-BDD6FCC1B50E}"/>
              </a:ext>
            </a:extLst>
          </p:cNvPr>
          <p:cNvGrpSpPr/>
          <p:nvPr/>
        </p:nvGrpSpPr>
        <p:grpSpPr>
          <a:xfrm>
            <a:off x="4784769" y="490532"/>
            <a:ext cx="7050794" cy="530157"/>
            <a:chOff x="4784769" y="693732"/>
            <a:chExt cx="7050794" cy="530157"/>
          </a:xfrm>
        </p:grpSpPr>
        <p:sp>
          <p:nvSpPr>
            <p:cNvPr id="14" name="Title 1">
              <a:extLst>
                <a:ext uri="{FF2B5EF4-FFF2-40B4-BE49-F238E27FC236}">
                  <a16:creationId xmlns:a16="http://schemas.microsoft.com/office/drawing/2014/main" id="{1B0A4957-C0F8-A79C-882D-2B66DD58A443}"/>
                </a:ext>
              </a:extLst>
            </p:cNvPr>
            <p:cNvSpPr txBox="1">
              <a:spLocks/>
            </p:cNvSpPr>
            <p:nvPr/>
          </p:nvSpPr>
          <p:spPr>
            <a:xfrm>
              <a:off x="4784769" y="693732"/>
              <a:ext cx="705079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dirty="0">
                  <a:solidFill>
                    <a:srgbClr val="0F3144"/>
                  </a:solidFill>
                </a:rPr>
                <a:t>تقرير المؤشر العام لجودة الفروع الافتراضية</a:t>
              </a:r>
              <a:endParaRPr lang="en-SA" dirty="0">
                <a:solidFill>
                  <a:srgbClr val="0F3144"/>
                </a:solidFill>
              </a:endParaRPr>
            </a:p>
          </p:txBody>
        </p:sp>
        <p:grpSp>
          <p:nvGrpSpPr>
            <p:cNvPr id="13" name="مجموعة 12">
              <a:extLst>
                <a:ext uri="{FF2B5EF4-FFF2-40B4-BE49-F238E27FC236}">
                  <a16:creationId xmlns:a16="http://schemas.microsoft.com/office/drawing/2014/main" id="{5F723EB2-3A29-468E-5472-DA00A6E524E1}"/>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3FE47C2C-FA86-9450-0928-93A148EE1833}"/>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highlight>
                    <a:srgbClr val="FFFF00"/>
                  </a:highlight>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70FA6332-DB73-EAC4-E7E9-DB61EFE54C58}"/>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highlight>
                    <a:srgbClr val="FFFF00"/>
                  </a:highlight>
                  <a:latin typeface="HRSD Bold" panose="02000906030000020004" pitchFamily="2" charset="-78"/>
                  <a:cs typeface="HRSD Bold" panose="02000906030000020004" pitchFamily="2" charset="-78"/>
                </a:endParaRPr>
              </a:p>
            </p:txBody>
          </p:sp>
        </p:grpSp>
      </p:grpSp>
      <p:grpSp>
        <p:nvGrpSpPr>
          <p:cNvPr id="2" name="مجموعة 1">
            <a:extLst>
              <a:ext uri="{FF2B5EF4-FFF2-40B4-BE49-F238E27FC236}">
                <a16:creationId xmlns:a16="http://schemas.microsoft.com/office/drawing/2014/main" id="{A26144BC-730C-A84B-11BA-A03CA0EF0C86}"/>
              </a:ext>
            </a:extLst>
          </p:cNvPr>
          <p:cNvGrpSpPr/>
          <p:nvPr/>
        </p:nvGrpSpPr>
        <p:grpSpPr>
          <a:xfrm>
            <a:off x="1299412" y="1239227"/>
            <a:ext cx="10536150" cy="424900"/>
            <a:chOff x="5057737" y="4648773"/>
            <a:chExt cx="5408047" cy="380024"/>
          </a:xfrm>
        </p:grpSpPr>
        <p:sp>
          <p:nvSpPr>
            <p:cNvPr id="3" name="AutoShape 59">
              <a:extLst>
                <a:ext uri="{FF2B5EF4-FFF2-40B4-BE49-F238E27FC236}">
                  <a16:creationId xmlns:a16="http://schemas.microsoft.com/office/drawing/2014/main" id="{371B3B0C-67AE-78FF-2BCA-833DC737489E}"/>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4" name="AutoShape 59">
              <a:extLst>
                <a:ext uri="{FF2B5EF4-FFF2-40B4-BE49-F238E27FC236}">
                  <a16:creationId xmlns:a16="http://schemas.microsoft.com/office/drawing/2014/main" id="{CFE6ED07-650C-236C-E371-BB64567ECACC}"/>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 اسم المؤشر:</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المؤشر العام لجودة الفروع الافتراضية</a:t>
              </a:r>
            </a:p>
          </p:txBody>
        </p:sp>
      </p:grpSp>
      <p:sp>
        <p:nvSpPr>
          <p:cNvPr id="5" name="مربع نص 4">
            <a:extLst>
              <a:ext uri="{FF2B5EF4-FFF2-40B4-BE49-F238E27FC236}">
                <a16:creationId xmlns:a16="http://schemas.microsoft.com/office/drawing/2014/main" id="{82090EEF-74C7-1768-D5A1-18B4F56C0474}"/>
              </a:ext>
            </a:extLst>
          </p:cNvPr>
          <p:cNvSpPr txBox="1"/>
          <p:nvPr/>
        </p:nvSpPr>
        <p:spPr>
          <a:xfrm>
            <a:off x="989162" y="1911639"/>
            <a:ext cx="10846400" cy="2862322"/>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تعريف المؤشر:</a:t>
            </a:r>
          </a:p>
          <a:p>
            <a:pPr>
              <a:buNone/>
            </a:pPr>
            <a:r>
              <a:rPr lang="ar-SA" dirty="0">
                <a:solidFill>
                  <a:srgbClr val="0F3144"/>
                </a:solidFill>
                <a:latin typeface="HRSD Gov Medium" pitchFamily="2" charset="-78"/>
                <a:ea typeface="HRSD Gov Medium" pitchFamily="2" charset="-78"/>
                <a:cs typeface="HRSD Gov Medium" pitchFamily="2" charset="-78"/>
              </a:rPr>
              <a:t>يقيس هذا المؤشر المتوسط المرجّح لأداء جودة الخدمة في الفروع الافتراضية، بناءً على أربعة محاور أساسية: </a:t>
            </a:r>
          </a:p>
          <a:p>
            <a:pPr marL="342900" indent="-342900">
              <a:buFont typeface="+mj-lt"/>
              <a:buAutoNum type="arabicPeriod"/>
            </a:pPr>
            <a:r>
              <a:rPr lang="ar-SA" dirty="0">
                <a:solidFill>
                  <a:srgbClr val="0F3144"/>
                </a:solidFill>
                <a:latin typeface="HRSD Gov Medium" pitchFamily="2" charset="-78"/>
                <a:ea typeface="HRSD Gov Medium" pitchFamily="2" charset="-78"/>
                <a:cs typeface="HRSD Gov Medium" pitchFamily="2" charset="-78"/>
              </a:rPr>
              <a:t>جودة تقديم الخدمة</a:t>
            </a:r>
          </a:p>
          <a:p>
            <a:pPr marL="342900" indent="-342900">
              <a:buFont typeface="+mj-lt"/>
              <a:buAutoNum type="arabicPeriod"/>
            </a:pPr>
            <a:r>
              <a:rPr lang="ar-SA" dirty="0">
                <a:solidFill>
                  <a:srgbClr val="0F3144"/>
                </a:solidFill>
                <a:latin typeface="HRSD Gov Medium" pitchFamily="2" charset="-78"/>
                <a:ea typeface="HRSD Gov Medium" pitchFamily="2" charset="-78"/>
                <a:cs typeface="HRSD Gov Medium" pitchFamily="2" charset="-78"/>
              </a:rPr>
              <a:t>معدل حل المشكلات من أول جلسة</a:t>
            </a:r>
          </a:p>
          <a:p>
            <a:pPr marL="342900" indent="-342900">
              <a:buFont typeface="+mj-lt"/>
              <a:buAutoNum type="arabicPeriod"/>
            </a:pPr>
            <a:r>
              <a:rPr lang="ar-SA" dirty="0">
                <a:solidFill>
                  <a:srgbClr val="0F3144"/>
                </a:solidFill>
                <a:latin typeface="HRSD Gov Medium" pitchFamily="2" charset="-78"/>
                <a:ea typeface="HRSD Gov Medium" pitchFamily="2" charset="-78"/>
                <a:cs typeface="HRSD Gov Medium" pitchFamily="2" charset="-78"/>
              </a:rPr>
              <a:t> الكفاءة التقنية</a:t>
            </a:r>
          </a:p>
          <a:p>
            <a:pPr marL="342900" indent="-342900">
              <a:buFont typeface="+mj-lt"/>
              <a:buAutoNum type="arabicPeriod"/>
            </a:pPr>
            <a:r>
              <a:rPr lang="ar-SA" dirty="0">
                <a:solidFill>
                  <a:srgbClr val="0F3144"/>
                </a:solidFill>
                <a:latin typeface="HRSD Gov Medium" pitchFamily="2" charset="-78"/>
                <a:ea typeface="HRSD Gov Medium" pitchFamily="2" charset="-78"/>
                <a:cs typeface="HRSD Gov Medium" pitchFamily="2" charset="-78"/>
              </a:rPr>
              <a:t> الالتزام بمعايير الخدمة.</a:t>
            </a:r>
          </a:p>
          <a:p>
            <a:pPr marL="342900" indent="-342900">
              <a:buFont typeface="+mj-lt"/>
              <a:buAutoNum type="arabicPeriod"/>
            </a:pPr>
            <a:endParaRPr lang="ar-SA" dirty="0">
              <a:solidFill>
                <a:srgbClr val="0F3144"/>
              </a:solidFill>
              <a:latin typeface="HRSD Gov Medium" pitchFamily="2" charset="-78"/>
              <a:ea typeface="HRSD Gov Medium" pitchFamily="2" charset="-78"/>
              <a:cs typeface="HRSD Gov Medium" pitchFamily="2" charset="-78"/>
            </a:endParaRPr>
          </a:p>
          <a:p>
            <a:pPr marL="285750" indent="-285750">
              <a:buFont typeface="Wingdings" panose="05000000000000000000" pitchFamily="2" charset="2"/>
              <a:buChar char="v"/>
            </a:pPr>
            <a:r>
              <a:rPr lang="ar-SA" dirty="0">
                <a:solidFill>
                  <a:srgbClr val="0F3144"/>
                </a:solidFill>
                <a:latin typeface="HRSD Gov Medium" pitchFamily="2" charset="-78"/>
                <a:ea typeface="HRSD Gov Medium" pitchFamily="2" charset="-78"/>
                <a:cs typeface="HRSD Gov Medium" pitchFamily="2" charset="-78"/>
              </a:rPr>
              <a:t>ويتم احتساب المؤشر العام باستخدام الصيغة التالية:</a:t>
            </a:r>
          </a:p>
          <a:p>
            <a:pPr marL="285750" indent="-285750">
              <a:buFont typeface="Wingdings" panose="05000000000000000000" pitchFamily="2" charset="2"/>
              <a:buChar char="v"/>
            </a:pPr>
            <a:endParaRPr lang="ar-SA" dirty="0">
              <a:solidFill>
                <a:srgbClr val="0F3144"/>
              </a:solidFill>
              <a:latin typeface="HRSD Gov Medium" pitchFamily="2" charset="-78"/>
              <a:ea typeface="HRSD Gov Medium" pitchFamily="2" charset="-78"/>
              <a:cs typeface="HRSD Gov Medium" pitchFamily="2" charset="-78"/>
            </a:endParaRPr>
          </a:p>
          <a:p>
            <a:pPr>
              <a:buNone/>
            </a:pPr>
            <a:endParaRPr lang="ar-SA" dirty="0">
              <a:solidFill>
                <a:srgbClr val="0F3144"/>
              </a:solidFill>
              <a:latin typeface="HRSD Gov Medium" pitchFamily="2" charset="-78"/>
              <a:ea typeface="HRSD Gov Medium" pitchFamily="2" charset="-78"/>
              <a:cs typeface="HRSD Gov Medium" pitchFamily="2" charset="-78"/>
            </a:endParaRPr>
          </a:p>
        </p:txBody>
      </p:sp>
      <p:grpSp>
        <p:nvGrpSpPr>
          <p:cNvPr id="7" name="مجموعة 6">
            <a:extLst>
              <a:ext uri="{FF2B5EF4-FFF2-40B4-BE49-F238E27FC236}">
                <a16:creationId xmlns:a16="http://schemas.microsoft.com/office/drawing/2014/main" id="{45524D86-FFAD-D8B6-74BA-C934BA85DADD}"/>
              </a:ext>
            </a:extLst>
          </p:cNvPr>
          <p:cNvGrpSpPr/>
          <p:nvPr/>
        </p:nvGrpSpPr>
        <p:grpSpPr>
          <a:xfrm>
            <a:off x="1145406" y="4225492"/>
            <a:ext cx="10223307" cy="1953926"/>
            <a:chOff x="1865767" y="5246354"/>
            <a:chExt cx="8885119" cy="1385898"/>
          </a:xfrm>
        </p:grpSpPr>
        <p:sp>
          <p:nvSpPr>
            <p:cNvPr id="8" name="AutoShape 59">
              <a:extLst>
                <a:ext uri="{FF2B5EF4-FFF2-40B4-BE49-F238E27FC236}">
                  <a16:creationId xmlns:a16="http://schemas.microsoft.com/office/drawing/2014/main" id="{55578028-DBC0-AF7C-7675-94998AEF456E}"/>
                </a:ext>
              </a:extLst>
            </p:cNvPr>
            <p:cNvSpPr>
              <a:spLocks noChangeArrowheads="1"/>
            </p:cNvSpPr>
            <p:nvPr/>
          </p:nvSpPr>
          <p:spPr bwMode="blackWhite">
            <a:xfrm>
              <a:off x="1865767" y="5254914"/>
              <a:ext cx="8767051" cy="1353698"/>
            </a:xfrm>
            <a:prstGeom prst="roundRect">
              <a:avLst>
                <a:gd name="adj" fmla="val 16625"/>
              </a:avLst>
            </a:prstGeom>
            <a:noFill/>
            <a:ln w="9525" algn="ctr">
              <a:solidFill>
                <a:schemeClr val="tx1"/>
              </a:solidFill>
              <a:prstDash val="lgDash"/>
              <a:round/>
              <a:headEnd/>
              <a:tailEnd/>
            </a:ln>
          </p:spPr>
          <p:txBody>
            <a:bodyPr lIns="32652" tIns="32652" rIns="32652" bIns="32652" anchor="ctr"/>
            <a:lstStyle/>
            <a:p>
              <a:pPr algn="ctr"/>
              <a:r>
                <a:rPr lang="ar-SA" sz="1600" b="1" dirty="0">
                  <a:solidFill>
                    <a:srgbClr val="0F3144"/>
                  </a:solidFill>
                  <a:latin typeface="HRSD" panose="02000906030000020004" pitchFamily="2" charset="-78"/>
                  <a:cs typeface="HRSD" panose="02000906030000020004" pitchFamily="2" charset="-78"/>
                </a:rPr>
                <a:t>(مجموع نتائج محاور "جودة تقديم الخدمة" × وزنه 15%)</a:t>
              </a:r>
            </a:p>
            <a:p>
              <a:pPr algn="ctr"/>
              <a:r>
                <a:rPr lang="ar-SA" sz="1600" b="1" dirty="0">
                  <a:solidFill>
                    <a:srgbClr val="0F3144"/>
                  </a:solidFill>
                  <a:latin typeface="HRSD" panose="02000906030000020004" pitchFamily="2" charset="-78"/>
                  <a:cs typeface="HRSD" panose="02000906030000020004" pitchFamily="2" charset="-78"/>
                </a:rPr>
                <a:t>+</a:t>
              </a:r>
            </a:p>
            <a:p>
              <a:pPr algn="ctr"/>
              <a:r>
                <a:rPr lang="ar-SA" sz="1600" b="1" dirty="0">
                  <a:solidFill>
                    <a:srgbClr val="0F3144"/>
                  </a:solidFill>
                  <a:latin typeface="HRSD" panose="02000906030000020004" pitchFamily="2" charset="-78"/>
                  <a:cs typeface="HRSD" panose="02000906030000020004" pitchFamily="2" charset="-78"/>
                </a:rPr>
                <a:t>(مجموع نتائج محاور "حل المشكلات من أول جلسة" × وزنه 15%)</a:t>
              </a:r>
            </a:p>
            <a:p>
              <a:pPr algn="ctr"/>
              <a:r>
                <a:rPr lang="ar-SA" sz="1600" b="1" dirty="0">
                  <a:solidFill>
                    <a:srgbClr val="0F3144"/>
                  </a:solidFill>
                  <a:latin typeface="HRSD" panose="02000906030000020004" pitchFamily="2" charset="-78"/>
                  <a:cs typeface="HRSD" panose="02000906030000020004" pitchFamily="2" charset="-78"/>
                </a:rPr>
                <a:t>+</a:t>
              </a:r>
            </a:p>
            <a:p>
              <a:pPr algn="ctr"/>
              <a:r>
                <a:rPr lang="ar-SA" sz="1600" b="1" dirty="0">
                  <a:solidFill>
                    <a:srgbClr val="0F3144"/>
                  </a:solidFill>
                  <a:latin typeface="HRSD" panose="02000906030000020004" pitchFamily="2" charset="-78"/>
                  <a:cs typeface="HRSD" panose="02000906030000020004" pitchFamily="2" charset="-78"/>
                </a:rPr>
                <a:t>(مجموع نتائج محاور " الكفاءة التقنية " × وزنه 30%)</a:t>
              </a:r>
            </a:p>
            <a:p>
              <a:pPr algn="ctr"/>
              <a:r>
                <a:rPr lang="ar-SA" sz="1600" b="1" dirty="0">
                  <a:solidFill>
                    <a:srgbClr val="0F3144"/>
                  </a:solidFill>
                  <a:latin typeface="HRSD" panose="02000906030000020004" pitchFamily="2" charset="-78"/>
                  <a:cs typeface="HRSD" panose="02000906030000020004" pitchFamily="2" charset="-78"/>
                </a:rPr>
                <a:t>+</a:t>
              </a:r>
            </a:p>
            <a:p>
              <a:pPr algn="ctr"/>
              <a:r>
                <a:rPr lang="ar-SA" sz="1600" b="1" dirty="0">
                  <a:solidFill>
                    <a:srgbClr val="0F3144"/>
                  </a:solidFill>
                  <a:latin typeface="HRSD" panose="02000906030000020004" pitchFamily="2" charset="-78"/>
                  <a:cs typeface="HRSD" panose="02000906030000020004" pitchFamily="2" charset="-78"/>
                </a:rPr>
                <a:t>(مجموع نتائج محاور "الالتزام بمعايير الخدمة" × وزنه 40%)</a:t>
              </a:r>
            </a:p>
          </p:txBody>
        </p:sp>
        <p:sp>
          <p:nvSpPr>
            <p:cNvPr id="9" name="AutoShape 59">
              <a:extLst>
                <a:ext uri="{FF2B5EF4-FFF2-40B4-BE49-F238E27FC236}">
                  <a16:creationId xmlns:a16="http://schemas.microsoft.com/office/drawing/2014/main" id="{EDB66BD8-2E20-4E4A-2C42-F7B108679586}"/>
                </a:ext>
              </a:extLst>
            </p:cNvPr>
            <p:cNvSpPr>
              <a:spLocks noChangeArrowheads="1"/>
            </p:cNvSpPr>
            <p:nvPr/>
          </p:nvSpPr>
          <p:spPr bwMode="blackWhite">
            <a:xfrm>
              <a:off x="9459824" y="5246354"/>
              <a:ext cx="1291062" cy="1385898"/>
            </a:xfrm>
            <a:prstGeom prst="roundRect">
              <a:avLst>
                <a:gd name="adj" fmla="val 16625"/>
              </a:avLst>
            </a:prstGeom>
            <a:solidFill>
              <a:srgbClr val="0F3144"/>
            </a:solidFill>
            <a:ln w="9525" algn="ctr">
              <a:noFill/>
              <a:round/>
              <a:headEnd/>
              <a:tailEnd/>
            </a:ln>
          </p:spPr>
          <p:txBody>
            <a:bodyPr lIns="32652" tIns="32652" rIns="32652" bIns="32652" anchor="ctr"/>
            <a:lstStyle/>
            <a:p>
              <a:pPr lvl="0" algn="ctr" rtl="0" eaLnBrk="0" fontAlgn="base" hangingPunct="0">
                <a:spcBef>
                  <a:spcPct val="0"/>
                </a:spcBef>
                <a:spcAft>
                  <a:spcPct val="0"/>
                </a:spcAft>
              </a:pPr>
              <a:r>
                <a:rPr lang="ar-SA" sz="2000" b="1" dirty="0">
                  <a:solidFill>
                    <a:schemeClr val="bg1"/>
                  </a:solidFill>
                  <a:latin typeface="HRSD" panose="02000906030000020004" pitchFamily="2" charset="-78"/>
                  <a:cs typeface="HRSD" panose="02000906030000020004" pitchFamily="2" charset="-78"/>
                </a:rPr>
                <a:t>المؤشر العام =</a:t>
              </a:r>
              <a:endParaRPr lang="ar-SA" altLang="ar-SA" sz="2000" dirty="0">
                <a:solidFill>
                  <a:schemeClr val="bg1"/>
                </a:solidFill>
                <a:latin typeface="HRSD" panose="02000906030000020004" pitchFamily="2" charset="-78"/>
                <a:ea typeface="HRSD Gov Medium" pitchFamily="2" charset="-78"/>
                <a:cs typeface="HRSD" panose="02000906030000020004" pitchFamily="2" charset="-78"/>
              </a:endParaRPr>
            </a:p>
          </p:txBody>
        </p:sp>
      </p:grpSp>
      <p:grpSp>
        <p:nvGrpSpPr>
          <p:cNvPr id="6" name="مجموعة 5">
            <a:extLst>
              <a:ext uri="{FF2B5EF4-FFF2-40B4-BE49-F238E27FC236}">
                <a16:creationId xmlns:a16="http://schemas.microsoft.com/office/drawing/2014/main" id="{3E15D3A0-A690-7BCD-E608-ADF716E92BFD}"/>
              </a:ext>
            </a:extLst>
          </p:cNvPr>
          <p:cNvGrpSpPr/>
          <p:nvPr/>
        </p:nvGrpSpPr>
        <p:grpSpPr>
          <a:xfrm rot="10800000" flipV="1">
            <a:off x="0" y="163989"/>
            <a:ext cx="2701968" cy="425013"/>
            <a:chOff x="2127715" y="1835688"/>
            <a:chExt cx="5936863" cy="746533"/>
          </a:xfrm>
        </p:grpSpPr>
        <p:sp>
          <p:nvSpPr>
            <p:cNvPr id="10" name="Freeform 7">
              <a:extLst>
                <a:ext uri="{FF2B5EF4-FFF2-40B4-BE49-F238E27FC236}">
                  <a16:creationId xmlns:a16="http://schemas.microsoft.com/office/drawing/2014/main" id="{9D9300FB-1AE4-B79F-9061-CE1D9229F9E5}"/>
                </a:ext>
              </a:extLst>
            </p:cNvPr>
            <p:cNvSpPr/>
            <p:nvPr/>
          </p:nvSpPr>
          <p:spPr>
            <a:xfrm>
              <a:off x="5867814" y="1835688"/>
              <a:ext cx="2196764" cy="746533"/>
            </a:xfrm>
            <a:custGeom>
              <a:avLst/>
              <a:gdLst>
                <a:gd name="connsiteX0" fmla="*/ 0 w 1556908"/>
                <a:gd name="connsiteY0" fmla="*/ 529090 h 529089"/>
                <a:gd name="connsiteX1" fmla="*/ 101203 w 1556908"/>
                <a:gd name="connsiteY1" fmla="*/ 264747 h 529089"/>
                <a:gd name="connsiteX2" fmla="*/ 0 w 1556908"/>
                <a:gd name="connsiteY2" fmla="*/ 0 h 529089"/>
                <a:gd name="connsiteX3" fmla="*/ 1455706 w 1556908"/>
                <a:gd name="connsiteY3" fmla="*/ 0 h 529089"/>
                <a:gd name="connsiteX4" fmla="*/ 1556909 w 1556908"/>
                <a:gd name="connsiteY4" fmla="*/ 264747 h 529089"/>
                <a:gd name="connsiteX5" fmla="*/ 1455706 w 1556908"/>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6908" h="529089">
                  <a:moveTo>
                    <a:pt x="0" y="529090"/>
                  </a:moveTo>
                  <a:lnTo>
                    <a:pt x="101203" y="264747"/>
                  </a:lnTo>
                  <a:lnTo>
                    <a:pt x="0" y="0"/>
                  </a:lnTo>
                  <a:lnTo>
                    <a:pt x="1455706" y="0"/>
                  </a:lnTo>
                  <a:lnTo>
                    <a:pt x="1556909" y="264747"/>
                  </a:lnTo>
                  <a:lnTo>
                    <a:pt x="1455706" y="529090"/>
                  </a:lnTo>
                  <a:close/>
                </a:path>
              </a:pathLst>
            </a:custGeom>
            <a:solidFill>
              <a:schemeClr val="bg1">
                <a:lumMod val="75000"/>
              </a:schemeClr>
            </a:solidFill>
            <a:ln w="4048" cap="flat">
              <a:noFill/>
              <a:prstDash val="solid"/>
              <a:miter/>
            </a:ln>
          </p:spPr>
          <p:txBody>
            <a:bodyPr rtlCol="0" anchor="ctr"/>
            <a:lstStyle/>
            <a:p>
              <a:pPr algn="ctr"/>
              <a:r>
                <a:rPr lang="ar-SA" sz="1100">
                  <a:solidFill>
                    <a:schemeClr val="bg1"/>
                  </a:solidFill>
                  <a:latin typeface="HRSD Gov" pitchFamily="50" charset="-78"/>
                  <a:ea typeface="HRSD Gov" pitchFamily="50" charset="-78"/>
                  <a:cs typeface="HRSD Gov" pitchFamily="50" charset="-78"/>
                </a:rPr>
                <a:t>رضا المستفيد</a:t>
              </a:r>
              <a:endParaRPr lang="en-SA" sz="1100" dirty="0">
                <a:solidFill>
                  <a:schemeClr val="bg1"/>
                </a:solidFill>
                <a:latin typeface="HRSD Gov" pitchFamily="50" charset="-78"/>
                <a:ea typeface="HRSD Gov" pitchFamily="50" charset="-78"/>
                <a:cs typeface="HRSD Gov" pitchFamily="50" charset="-78"/>
              </a:endParaRPr>
            </a:p>
          </p:txBody>
        </p:sp>
        <p:sp>
          <p:nvSpPr>
            <p:cNvPr id="12" name="Freeform 8">
              <a:extLst>
                <a:ext uri="{FF2B5EF4-FFF2-40B4-BE49-F238E27FC236}">
                  <a16:creationId xmlns:a16="http://schemas.microsoft.com/office/drawing/2014/main" id="{EFBA6583-4E22-77E9-737F-5C7BE2DFB765}"/>
                </a:ext>
              </a:extLst>
            </p:cNvPr>
            <p:cNvSpPr/>
            <p:nvPr/>
          </p:nvSpPr>
          <p:spPr>
            <a:xfrm>
              <a:off x="2127715" y="1835688"/>
              <a:ext cx="1996851" cy="746533"/>
            </a:xfrm>
            <a:custGeom>
              <a:avLst/>
              <a:gdLst>
                <a:gd name="connsiteX0" fmla="*/ 0 w 1415224"/>
                <a:gd name="connsiteY0" fmla="*/ 529090 h 529089"/>
                <a:gd name="connsiteX1" fmla="*/ 101203 w 1415224"/>
                <a:gd name="connsiteY1" fmla="*/ 264747 h 529089"/>
                <a:gd name="connsiteX2" fmla="*/ 0 w 1415224"/>
                <a:gd name="connsiteY2" fmla="*/ 0 h 529089"/>
                <a:gd name="connsiteX3" fmla="*/ 1314021 w 1415224"/>
                <a:gd name="connsiteY3" fmla="*/ 0 h 529089"/>
                <a:gd name="connsiteX4" fmla="*/ 1415224 w 1415224"/>
                <a:gd name="connsiteY4" fmla="*/ 264747 h 529089"/>
                <a:gd name="connsiteX5" fmla="*/ 1314021 w 141522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5224" h="529089">
                  <a:moveTo>
                    <a:pt x="0" y="529090"/>
                  </a:moveTo>
                  <a:lnTo>
                    <a:pt x="101203" y="264747"/>
                  </a:lnTo>
                  <a:lnTo>
                    <a:pt x="0" y="0"/>
                  </a:lnTo>
                  <a:lnTo>
                    <a:pt x="1314021" y="0"/>
                  </a:lnTo>
                  <a:lnTo>
                    <a:pt x="1415224" y="264747"/>
                  </a:lnTo>
                  <a:lnTo>
                    <a:pt x="1314021" y="529090"/>
                  </a:lnTo>
                  <a:close/>
                </a:path>
              </a:pathLst>
            </a:custGeom>
            <a:solidFill>
              <a:schemeClr val="bg1">
                <a:lumMod val="75000"/>
              </a:schemeClr>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الفريق الاشرافي </a:t>
              </a:r>
              <a:endParaRPr lang="en-SA" sz="1100" dirty="0">
                <a:solidFill>
                  <a:schemeClr val="bg1"/>
                </a:solidFill>
                <a:latin typeface="HRSD Gov" pitchFamily="50" charset="-78"/>
                <a:ea typeface="HRSD Gov" pitchFamily="50" charset="-78"/>
                <a:cs typeface="HRSD Gov" pitchFamily="50" charset="-78"/>
              </a:endParaRPr>
            </a:p>
          </p:txBody>
        </p:sp>
        <p:sp>
          <p:nvSpPr>
            <p:cNvPr id="19" name="Freeform 9">
              <a:extLst>
                <a:ext uri="{FF2B5EF4-FFF2-40B4-BE49-F238E27FC236}">
                  <a16:creationId xmlns:a16="http://schemas.microsoft.com/office/drawing/2014/main" id="{81E4FA6C-E438-AB41-836B-6EA2F5C8CE83}"/>
                </a:ext>
              </a:extLst>
            </p:cNvPr>
            <p:cNvSpPr/>
            <p:nvPr/>
          </p:nvSpPr>
          <p:spPr>
            <a:xfrm>
              <a:off x="3981771" y="1835688"/>
              <a:ext cx="2028838" cy="746533"/>
            </a:xfrm>
            <a:custGeom>
              <a:avLst/>
              <a:gdLst>
                <a:gd name="connsiteX0" fmla="*/ 0 w 1437894"/>
                <a:gd name="connsiteY0" fmla="*/ 529090 h 529089"/>
                <a:gd name="connsiteX1" fmla="*/ 101203 w 1437894"/>
                <a:gd name="connsiteY1" fmla="*/ 264747 h 529089"/>
                <a:gd name="connsiteX2" fmla="*/ 0 w 1437894"/>
                <a:gd name="connsiteY2" fmla="*/ 0 h 529089"/>
                <a:gd name="connsiteX3" fmla="*/ 1336691 w 1437894"/>
                <a:gd name="connsiteY3" fmla="*/ 0 h 529089"/>
                <a:gd name="connsiteX4" fmla="*/ 1437894 w 1437894"/>
                <a:gd name="connsiteY4" fmla="*/ 264747 h 529089"/>
                <a:gd name="connsiteX5" fmla="*/ 1336691 w 143789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37894" h="529089">
                  <a:moveTo>
                    <a:pt x="0" y="529090"/>
                  </a:moveTo>
                  <a:lnTo>
                    <a:pt x="101203" y="264747"/>
                  </a:lnTo>
                  <a:lnTo>
                    <a:pt x="0" y="0"/>
                  </a:lnTo>
                  <a:lnTo>
                    <a:pt x="1336691" y="0"/>
                  </a:lnTo>
                  <a:lnTo>
                    <a:pt x="1437894" y="264747"/>
                  </a:lnTo>
                  <a:lnTo>
                    <a:pt x="1336691" y="529090"/>
                  </a:lnTo>
                  <a:close/>
                </a:path>
              </a:pathLst>
            </a:custGeom>
            <a:solidFill>
              <a:srgbClr val="0F3144"/>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جودة </a:t>
              </a:r>
              <a:r>
                <a:rPr lang="ar-SA" sz="1100">
                  <a:solidFill>
                    <a:schemeClr val="bg1"/>
                  </a:solidFill>
                  <a:latin typeface="HRSD Gov" pitchFamily="50" charset="-78"/>
                  <a:ea typeface="HRSD Gov" pitchFamily="50" charset="-78"/>
                  <a:cs typeface="HRSD Gov" pitchFamily="50" charset="-78"/>
                </a:rPr>
                <a:t>الفروع </a:t>
              </a:r>
              <a:endParaRPr lang="en-SA" sz="1100" dirty="0">
                <a:solidFill>
                  <a:schemeClr val="bg1"/>
                </a:solidFill>
                <a:latin typeface="HRSD Gov" pitchFamily="50" charset="-78"/>
                <a:ea typeface="HRSD Gov" pitchFamily="50" charset="-78"/>
                <a:cs typeface="HRSD Gov" pitchFamily="50" charset="-78"/>
              </a:endParaRPr>
            </a:p>
          </p:txBody>
        </p:sp>
      </p:grpSp>
    </p:spTree>
    <p:extLst>
      <p:ext uri="{BB962C8B-B14F-4D97-AF65-F5344CB8AC3E}">
        <p14:creationId xmlns:p14="http://schemas.microsoft.com/office/powerpoint/2010/main" val="25843370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5350A-4BF0-CAC2-D08C-9842E09E9037}"/>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53B510D-1820-17C1-1031-4635C1277E71}"/>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D04FA123-38DA-3775-AFBF-868956A161D9}"/>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8D7251AC-547A-683A-9D03-4B3F4174B8D4}"/>
              </a:ext>
            </a:extLst>
          </p:cNvPr>
          <p:cNvGrpSpPr/>
          <p:nvPr/>
        </p:nvGrpSpPr>
        <p:grpSpPr>
          <a:xfrm>
            <a:off x="4784769" y="490532"/>
            <a:ext cx="7050793" cy="530157"/>
            <a:chOff x="4784769" y="693732"/>
            <a:chExt cx="7050793" cy="530157"/>
          </a:xfrm>
        </p:grpSpPr>
        <p:sp>
          <p:nvSpPr>
            <p:cNvPr id="14" name="Title 1">
              <a:extLst>
                <a:ext uri="{FF2B5EF4-FFF2-40B4-BE49-F238E27FC236}">
                  <a16:creationId xmlns:a16="http://schemas.microsoft.com/office/drawing/2014/main" id="{E23092CF-E629-A651-E168-AD906CDFB470}"/>
                </a:ext>
              </a:extLst>
            </p:cNvPr>
            <p:cNvSpPr txBox="1">
              <a:spLocks/>
            </p:cNvSpPr>
            <p:nvPr/>
          </p:nvSpPr>
          <p:spPr>
            <a:xfrm>
              <a:off x="4784769" y="693732"/>
              <a:ext cx="7050793"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dirty="0">
                  <a:solidFill>
                    <a:srgbClr val="0F3144"/>
                  </a:solidFill>
                </a:rPr>
                <a:t>تقرير المؤشر العام لجودة الفروع الافتراضية</a:t>
              </a:r>
              <a:endParaRPr lang="en-SA" dirty="0">
                <a:solidFill>
                  <a:srgbClr val="0F3144"/>
                </a:solidFill>
              </a:endParaRPr>
            </a:p>
          </p:txBody>
        </p:sp>
        <p:grpSp>
          <p:nvGrpSpPr>
            <p:cNvPr id="13" name="مجموعة 12">
              <a:extLst>
                <a:ext uri="{FF2B5EF4-FFF2-40B4-BE49-F238E27FC236}">
                  <a16:creationId xmlns:a16="http://schemas.microsoft.com/office/drawing/2014/main" id="{72144238-8EB7-BD32-3F8C-8F79197E4401}"/>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2EE253C2-B080-5869-ADFF-70D0E00AB7CE}"/>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E6369C82-A4F5-EEE1-94F5-83B9BACF6E82}"/>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2" name="مجموعة 1">
            <a:extLst>
              <a:ext uri="{FF2B5EF4-FFF2-40B4-BE49-F238E27FC236}">
                <a16:creationId xmlns:a16="http://schemas.microsoft.com/office/drawing/2014/main" id="{4A345274-15C6-3CA5-32D4-1B88006C5F13}"/>
              </a:ext>
            </a:extLst>
          </p:cNvPr>
          <p:cNvGrpSpPr/>
          <p:nvPr/>
        </p:nvGrpSpPr>
        <p:grpSpPr>
          <a:xfrm>
            <a:off x="1299412" y="1239227"/>
            <a:ext cx="10536150" cy="424900"/>
            <a:chOff x="5057737" y="4648773"/>
            <a:chExt cx="5408047" cy="380024"/>
          </a:xfrm>
        </p:grpSpPr>
        <p:sp>
          <p:nvSpPr>
            <p:cNvPr id="3" name="AutoShape 59">
              <a:extLst>
                <a:ext uri="{FF2B5EF4-FFF2-40B4-BE49-F238E27FC236}">
                  <a16:creationId xmlns:a16="http://schemas.microsoft.com/office/drawing/2014/main" id="{857074C5-3E38-F1C8-E37C-6BFDDAFCCBC5}"/>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4" name="AutoShape 59">
              <a:extLst>
                <a:ext uri="{FF2B5EF4-FFF2-40B4-BE49-F238E27FC236}">
                  <a16:creationId xmlns:a16="http://schemas.microsoft.com/office/drawing/2014/main" id="{50947FC1-A6E4-D0F3-9B4F-AE22B00AC344}"/>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 اسم المؤشر:</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المؤشر العام لجودة الفروع الافتراضية</a:t>
              </a:r>
            </a:p>
          </p:txBody>
        </p:sp>
      </p:grpSp>
      <p:sp>
        <p:nvSpPr>
          <p:cNvPr id="5" name="مربع نص 4">
            <a:extLst>
              <a:ext uri="{FF2B5EF4-FFF2-40B4-BE49-F238E27FC236}">
                <a16:creationId xmlns:a16="http://schemas.microsoft.com/office/drawing/2014/main" id="{23378CF4-D72E-9A96-C47E-174C01658EF6}"/>
              </a:ext>
            </a:extLst>
          </p:cNvPr>
          <p:cNvSpPr txBox="1"/>
          <p:nvPr/>
        </p:nvSpPr>
        <p:spPr>
          <a:xfrm>
            <a:off x="989162" y="1911639"/>
            <a:ext cx="10846400" cy="923330"/>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النتائج:</a:t>
            </a:r>
          </a:p>
          <a:p>
            <a:endParaRPr lang="ar-SA" dirty="0">
              <a:solidFill>
                <a:srgbClr val="0F3144"/>
              </a:solidFill>
              <a:latin typeface="HRSD Gov Medium" pitchFamily="2" charset="-78"/>
              <a:ea typeface="HRSD Gov Medium" pitchFamily="2" charset="-78"/>
              <a:cs typeface="HRSD Gov Medium" pitchFamily="2" charset="-78"/>
            </a:endParaRPr>
          </a:p>
          <a:p>
            <a:pPr>
              <a:buNone/>
            </a:pPr>
            <a:endParaRPr lang="ar-SA" dirty="0">
              <a:solidFill>
                <a:srgbClr val="0F3144"/>
              </a:solidFill>
              <a:latin typeface="HRSD Gov Medium" pitchFamily="2" charset="-78"/>
              <a:ea typeface="HRSD Gov Medium" pitchFamily="2" charset="-78"/>
              <a:cs typeface="HRSD Gov Medium" pitchFamily="2" charset="-78"/>
            </a:endParaRPr>
          </a:p>
        </p:txBody>
      </p:sp>
      <p:graphicFrame>
        <p:nvGraphicFramePr>
          <p:cNvPr id="10" name="جدول 9">
            <a:extLst>
              <a:ext uri="{FF2B5EF4-FFF2-40B4-BE49-F238E27FC236}">
                <a16:creationId xmlns:a16="http://schemas.microsoft.com/office/drawing/2014/main" id="{E7DEC4E3-11A2-996C-6283-E85F84D3BC51}"/>
              </a:ext>
            </a:extLst>
          </p:cNvPr>
          <p:cNvGraphicFramePr>
            <a:graphicFrameLocks noGrp="1"/>
          </p:cNvGraphicFramePr>
          <p:nvPr>
            <p:extLst>
              <p:ext uri="{D42A27DB-BD31-4B8C-83A1-F6EECF244321}">
                <p14:modId xmlns:p14="http://schemas.microsoft.com/office/powerpoint/2010/main" val="2248961570"/>
              </p:ext>
            </p:extLst>
          </p:nvPr>
        </p:nvGraphicFramePr>
        <p:xfrm>
          <a:off x="1299411" y="2194132"/>
          <a:ext cx="9787196" cy="1865028"/>
        </p:xfrm>
        <a:graphic>
          <a:graphicData uri="http://schemas.openxmlformats.org/drawingml/2006/table">
            <a:tbl>
              <a:tblPr rtl="1" firstRow="1" bandRow="1">
                <a:tableStyleId>{5C22544A-7EE6-4342-B048-85BDC9FD1C3A}</a:tableStyleId>
              </a:tblPr>
              <a:tblGrid>
                <a:gridCol w="2446799">
                  <a:extLst>
                    <a:ext uri="{9D8B030D-6E8A-4147-A177-3AD203B41FA5}">
                      <a16:colId xmlns:a16="http://schemas.microsoft.com/office/drawing/2014/main" val="83603431"/>
                    </a:ext>
                  </a:extLst>
                </a:gridCol>
                <a:gridCol w="2446799">
                  <a:extLst>
                    <a:ext uri="{9D8B030D-6E8A-4147-A177-3AD203B41FA5}">
                      <a16:colId xmlns:a16="http://schemas.microsoft.com/office/drawing/2014/main" val="1472114024"/>
                    </a:ext>
                  </a:extLst>
                </a:gridCol>
                <a:gridCol w="2446799">
                  <a:extLst>
                    <a:ext uri="{9D8B030D-6E8A-4147-A177-3AD203B41FA5}">
                      <a16:colId xmlns:a16="http://schemas.microsoft.com/office/drawing/2014/main" val="1168793147"/>
                    </a:ext>
                  </a:extLst>
                </a:gridCol>
                <a:gridCol w="2446799">
                  <a:extLst>
                    <a:ext uri="{9D8B030D-6E8A-4147-A177-3AD203B41FA5}">
                      <a16:colId xmlns:a16="http://schemas.microsoft.com/office/drawing/2014/main" val="3943315473"/>
                    </a:ext>
                  </a:extLst>
                </a:gridCol>
              </a:tblGrid>
              <a:tr h="310838">
                <a:tc>
                  <a:txBody>
                    <a:bodyPr/>
                    <a:lstStyle/>
                    <a:p>
                      <a:pPr marL="0" algn="ctr" defTabSz="914400" rtl="1" eaLnBrk="1" latinLnBrk="0" hangingPunct="1">
                        <a:buNone/>
                      </a:pPr>
                      <a:r>
                        <a:rPr lang="ar-SA" sz="1400" kern="1200" dirty="0">
                          <a:solidFill>
                            <a:srgbClr val="269798"/>
                          </a:solidFill>
                          <a:latin typeface="HRSD Gov Medium" pitchFamily="2" charset="-78"/>
                          <a:ea typeface="HRSD Gov Medium" pitchFamily="2" charset="-78"/>
                          <a:cs typeface="HRSD Gov Medium" pitchFamily="2" charset="-78"/>
                        </a:rPr>
                        <a:t>المحور</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marL="0" algn="ctr" defTabSz="914400" rtl="1" eaLnBrk="1" latinLnBrk="0" hangingPunct="1">
                        <a:buNone/>
                      </a:pPr>
                      <a:r>
                        <a:rPr lang="ar-SA" sz="1400" kern="1200" dirty="0">
                          <a:solidFill>
                            <a:srgbClr val="269798"/>
                          </a:solidFill>
                          <a:latin typeface="HRSD Gov Medium" pitchFamily="2" charset="-78"/>
                          <a:ea typeface="HRSD Gov Medium" pitchFamily="2" charset="-78"/>
                          <a:cs typeface="HRSD Gov Medium" pitchFamily="2" charset="-78"/>
                        </a:rPr>
                        <a:t>الوزن (%)</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marL="0" algn="ctr" defTabSz="914400" rtl="1" eaLnBrk="1" latinLnBrk="0" hangingPunct="1">
                        <a:buNone/>
                      </a:pPr>
                      <a:r>
                        <a:rPr lang="ar-SA" sz="1400" kern="1200" dirty="0">
                          <a:solidFill>
                            <a:srgbClr val="269798"/>
                          </a:solidFill>
                          <a:latin typeface="HRSD Gov Medium" pitchFamily="2" charset="-78"/>
                          <a:ea typeface="HRSD Gov Medium" pitchFamily="2" charset="-78"/>
                          <a:cs typeface="HRSD Gov Medium" pitchFamily="2" charset="-78"/>
                        </a:rPr>
                        <a:t>النتيجة الفعلية (%)</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marL="0" algn="ctr" defTabSz="914400" rtl="1" eaLnBrk="1" latinLnBrk="0" hangingPunct="1">
                        <a:buNone/>
                      </a:pPr>
                      <a:r>
                        <a:rPr lang="ar-SA" sz="1400" kern="1200" dirty="0">
                          <a:solidFill>
                            <a:srgbClr val="269798"/>
                          </a:solidFill>
                          <a:latin typeface="HRSD Gov Medium" pitchFamily="2" charset="-78"/>
                          <a:ea typeface="HRSD Gov Medium" pitchFamily="2" charset="-78"/>
                          <a:cs typeface="HRSD Gov Medium" pitchFamily="2" charset="-78"/>
                        </a:rPr>
                        <a:t>النتيجة الموزونة (%)</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1498358963"/>
                  </a:ext>
                </a:extLst>
              </a:tr>
              <a:tr h="310838">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الالتزام بمعايير الخدمة</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40</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altLang="ar-SA" sz="1400" dirty="0">
                          <a:solidFill>
                            <a:srgbClr val="269798"/>
                          </a:solidFill>
                          <a:latin typeface="HRSD" panose="02000906030000020004" pitchFamily="2" charset="-78"/>
                          <a:cs typeface="HRSD" panose="02000906030000020004" pitchFamily="2" charset="-78"/>
                        </a:rPr>
                        <a:t>🟨</a:t>
                      </a:r>
                      <a:r>
                        <a:rPr lang="ar-SA" sz="1400" b="1" kern="1200" dirty="0">
                          <a:solidFill>
                            <a:srgbClr val="0F3144"/>
                          </a:solidFill>
                          <a:latin typeface="HRSD Gov Medium" pitchFamily="2" charset="-78"/>
                          <a:ea typeface="HRSD Gov Medium" pitchFamily="2" charset="-78"/>
                          <a:cs typeface="HRSD Gov Medium" pitchFamily="2" charset="-78"/>
                        </a:rPr>
                        <a:t> 84.3</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33.72</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2575383853"/>
                  </a:ext>
                </a:extLst>
              </a:tr>
              <a:tr h="310838">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الكفاءة التقنية</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30</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altLang="ar-SA" sz="1400" dirty="0">
                          <a:solidFill>
                            <a:srgbClr val="269798"/>
                          </a:solidFill>
                          <a:latin typeface="HRSD" panose="02000906030000020004" pitchFamily="2" charset="-78"/>
                          <a:cs typeface="HRSD" panose="02000906030000020004" pitchFamily="2" charset="-78"/>
                        </a:rPr>
                        <a:t>🟥</a:t>
                      </a:r>
                      <a:r>
                        <a:rPr lang="ar-SA" sz="1400" b="1" kern="1200" dirty="0">
                          <a:solidFill>
                            <a:srgbClr val="0F3144"/>
                          </a:solidFill>
                          <a:latin typeface="HRSD Gov Medium" pitchFamily="2" charset="-78"/>
                          <a:ea typeface="HRSD Gov Medium" pitchFamily="2" charset="-78"/>
                          <a:cs typeface="HRSD Gov Medium" pitchFamily="2" charset="-78"/>
                        </a:rPr>
                        <a:t> 76.6</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 22.98</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1407249112"/>
                  </a:ext>
                </a:extLst>
              </a:tr>
              <a:tr h="310838">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معدل حل المشكلات من أول جلسة</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15</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altLang="ar-SA" sz="1400" dirty="0">
                          <a:solidFill>
                            <a:srgbClr val="269798"/>
                          </a:solidFill>
                          <a:latin typeface="HRSD" panose="02000906030000020004" pitchFamily="2" charset="-78"/>
                          <a:cs typeface="HRSD" panose="02000906030000020004" pitchFamily="2" charset="-78"/>
                        </a:rPr>
                        <a:t>🟥</a:t>
                      </a:r>
                      <a:r>
                        <a:rPr lang="ar-SA" sz="1400" b="1" kern="1200" dirty="0">
                          <a:solidFill>
                            <a:srgbClr val="0F3144"/>
                          </a:solidFill>
                          <a:latin typeface="HRSD Gov Medium" pitchFamily="2" charset="-78"/>
                          <a:ea typeface="HRSD Gov Medium" pitchFamily="2" charset="-78"/>
                          <a:cs typeface="HRSD Gov Medium" pitchFamily="2" charset="-78"/>
                        </a:rPr>
                        <a:t>  72.5 </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  10.88 </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385905454"/>
                  </a:ext>
                </a:extLst>
              </a:tr>
              <a:tr h="310838">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جودة تقديم الخدمة</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15</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altLang="ar-SA" sz="1400" dirty="0">
                          <a:solidFill>
                            <a:srgbClr val="269798"/>
                          </a:solidFill>
                          <a:latin typeface="HRSD" panose="02000906030000020004" pitchFamily="2" charset="-78"/>
                          <a:cs typeface="HRSD" panose="02000906030000020004" pitchFamily="2" charset="-78"/>
                        </a:rPr>
                        <a:t>🟨</a:t>
                      </a:r>
                      <a:r>
                        <a:rPr lang="ar-SA" sz="1400" b="1" kern="1200" dirty="0">
                          <a:solidFill>
                            <a:srgbClr val="0F3144"/>
                          </a:solidFill>
                          <a:latin typeface="HRSD Gov Medium" pitchFamily="2" charset="-78"/>
                          <a:ea typeface="HRSD Gov Medium" pitchFamily="2" charset="-78"/>
                          <a:cs typeface="HRSD Gov Medium" pitchFamily="2" charset="-78"/>
                        </a:rPr>
                        <a:t> 80.1</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12.02</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4132599711"/>
                  </a:ext>
                </a:extLst>
              </a:tr>
              <a:tr h="310838">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الإجمالي</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100</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79.6</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4134750448"/>
                  </a:ext>
                </a:extLst>
              </a:tr>
            </a:tbl>
          </a:graphicData>
        </a:graphic>
      </p:graphicFrame>
      <p:sp>
        <p:nvSpPr>
          <p:cNvPr id="21" name="مربع نص 20">
            <a:extLst>
              <a:ext uri="{FF2B5EF4-FFF2-40B4-BE49-F238E27FC236}">
                <a16:creationId xmlns:a16="http://schemas.microsoft.com/office/drawing/2014/main" id="{42D6E7D2-0009-7BD6-0F5E-B1271AC280BB}"/>
              </a:ext>
            </a:extLst>
          </p:cNvPr>
          <p:cNvSpPr txBox="1"/>
          <p:nvPr/>
        </p:nvSpPr>
        <p:spPr>
          <a:xfrm>
            <a:off x="989162" y="3863156"/>
            <a:ext cx="10846400" cy="1938992"/>
          </a:xfrm>
          <a:prstGeom prst="rect">
            <a:avLst/>
          </a:prstGeom>
          <a:noFill/>
        </p:spPr>
        <p:txBody>
          <a:bodyPr wrap="square">
            <a:spAutoFit/>
          </a:bodyPr>
          <a:lstStyle/>
          <a:p>
            <a:r>
              <a:rPr lang="ar-SA" dirty="0">
                <a:solidFill>
                  <a:srgbClr val="269798"/>
                </a:solidFill>
                <a:latin typeface="HRSD Gov Medium" pitchFamily="2" charset="-78"/>
                <a:ea typeface="HRSD Gov Medium" pitchFamily="2" charset="-78"/>
                <a:cs typeface="HRSD Gov Medium" pitchFamily="2" charset="-78"/>
              </a:rPr>
              <a:t>الهدف:</a:t>
            </a:r>
          </a:p>
          <a:p>
            <a:pPr>
              <a:buNone/>
            </a:pPr>
            <a:r>
              <a:rPr lang="ar-SA" sz="1400" b="1" dirty="0">
                <a:solidFill>
                  <a:srgbClr val="0F3144"/>
                </a:solidFill>
                <a:latin typeface="HRSD Gov Medium" pitchFamily="2" charset="-78"/>
                <a:ea typeface="HRSD Gov Medium" pitchFamily="2" charset="-78"/>
                <a:cs typeface="HRSD Gov Medium" pitchFamily="2" charset="-78"/>
              </a:rPr>
              <a:t>الوصول إلى نسبة جودة لا تقل عن 90% كمستوى ناضج جدًا، لضمان تجربة مستفيد متكاملة ومستقرة.</a:t>
            </a:r>
          </a:p>
          <a:p>
            <a:pPr>
              <a:buNone/>
            </a:pPr>
            <a:endParaRPr lang="ar-SA" sz="1400" b="1"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التحليل:</a:t>
            </a:r>
          </a:p>
          <a:p>
            <a:pPr marL="285750" indent="-285750">
              <a:buFont typeface="Arial" panose="020B0604020202020204" pitchFamily="34" charset="0"/>
              <a:buChar char="•"/>
            </a:pPr>
            <a:r>
              <a:rPr lang="ar-SA" sz="1400" b="1" dirty="0">
                <a:solidFill>
                  <a:srgbClr val="0F3144"/>
                </a:solidFill>
                <a:latin typeface="HRSD Gov Medium" pitchFamily="2" charset="-78"/>
                <a:ea typeface="HRSD Gov Medium" pitchFamily="2" charset="-78"/>
                <a:cs typeface="HRSD Gov Medium" pitchFamily="2" charset="-78"/>
              </a:rPr>
              <a:t>المؤشر العام أقل من المستهدف بنسبة 0.4% حيث بلغ %79.6.</a:t>
            </a:r>
          </a:p>
          <a:p>
            <a:pPr marL="285750" indent="-285750">
              <a:buFont typeface="Arial" panose="020B0604020202020204" pitchFamily="34" charset="0"/>
              <a:buChar char="•"/>
            </a:pPr>
            <a:r>
              <a:rPr lang="ar-SA" sz="1400" b="1" dirty="0">
                <a:solidFill>
                  <a:srgbClr val="0F3144"/>
                </a:solidFill>
                <a:latin typeface="HRSD Gov Medium" pitchFamily="2" charset="-78"/>
                <a:ea typeface="HRSD Gov Medium" pitchFamily="2" charset="-78"/>
                <a:cs typeface="HRSD Gov Medium" pitchFamily="2" charset="-78"/>
              </a:rPr>
              <a:t>ارتفاع نسبة التقييمات المتوسطة والمنخفضة في محور "رضا المستفيد".</a:t>
            </a:r>
          </a:p>
          <a:p>
            <a:pPr marL="285750" indent="-285750">
              <a:buFont typeface="Arial" panose="020B0604020202020204" pitchFamily="34" charset="0"/>
              <a:buChar char="•"/>
            </a:pPr>
            <a:r>
              <a:rPr lang="ar-SA" sz="1400" b="1" dirty="0">
                <a:solidFill>
                  <a:srgbClr val="0F3144"/>
                </a:solidFill>
                <a:latin typeface="HRSD Gov Medium" pitchFamily="2" charset="-78"/>
                <a:ea typeface="HRSD Gov Medium" pitchFamily="2" charset="-78"/>
                <a:cs typeface="HRSD Gov Medium" pitchFamily="2" charset="-78"/>
              </a:rPr>
              <a:t>ضعف في مؤشرات التفاعل الرقمي ووضوح الخدمات في تجربة المستخدم.</a:t>
            </a:r>
          </a:p>
          <a:p>
            <a:pPr marL="285750" indent="-285750">
              <a:buFont typeface="Arial" panose="020B0604020202020204" pitchFamily="34" charset="0"/>
              <a:buChar char="•"/>
            </a:pPr>
            <a:r>
              <a:rPr lang="ar-SA" sz="1400" b="1" dirty="0">
                <a:solidFill>
                  <a:srgbClr val="0F3144"/>
                </a:solidFill>
                <a:latin typeface="HRSD Gov Medium" pitchFamily="2" charset="-78"/>
                <a:ea typeface="HRSD Gov Medium" pitchFamily="2" charset="-78"/>
                <a:cs typeface="HRSD Gov Medium" pitchFamily="2" charset="-78"/>
              </a:rPr>
              <a:t>عدم وجود نظام موحد وفعّال لإغلاق الشكاوى وإشعار المستفيدين.</a:t>
            </a:r>
            <a:endParaRPr lang="ar-SA" sz="1400" dirty="0"/>
          </a:p>
        </p:txBody>
      </p:sp>
      <p:sp>
        <p:nvSpPr>
          <p:cNvPr id="6" name="Rectangle 1">
            <a:extLst>
              <a:ext uri="{FF2B5EF4-FFF2-40B4-BE49-F238E27FC236}">
                <a16:creationId xmlns:a16="http://schemas.microsoft.com/office/drawing/2014/main" id="{A47740E2-1545-14CA-7186-94C8DDF83403}"/>
              </a:ext>
            </a:extLst>
          </p:cNvPr>
          <p:cNvSpPr>
            <a:spLocks noChangeArrowheads="1"/>
          </p:cNvSpPr>
          <p:nvPr/>
        </p:nvSpPr>
        <p:spPr bwMode="auto">
          <a:xfrm>
            <a:off x="270159" y="5618773"/>
            <a:ext cx="225948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eaLnBrk="0" fontAlgn="base" latinLnBrk="0" hangingPunct="0">
              <a:lnSpc>
                <a:spcPct val="100000"/>
              </a:lnSpc>
              <a:spcBef>
                <a:spcPct val="0"/>
              </a:spcBef>
              <a:spcAft>
                <a:spcPct val="0"/>
              </a:spcAft>
              <a:buClrTx/>
              <a:buSzTx/>
              <a:tabLst/>
            </a:pPr>
            <a:r>
              <a:rPr lang="ar-SA" altLang="ar-SA" sz="1200" dirty="0">
                <a:solidFill>
                  <a:srgbClr val="269798"/>
                </a:solidFill>
                <a:latin typeface="HRSD" panose="02000906030000020004" pitchFamily="2" charset="-78"/>
                <a:cs typeface="HRSD" panose="02000906030000020004" pitchFamily="2" charset="-78"/>
              </a:rPr>
              <a:t>🟩 أخضر: أداء جيد (91% فأكثر)</a:t>
            </a:r>
          </a:p>
          <a:p>
            <a:pPr marL="0" marR="0" lvl="0" indent="0" algn="r" defTabSz="914400" eaLnBrk="0" fontAlgn="base" latinLnBrk="0" hangingPunct="0">
              <a:lnSpc>
                <a:spcPct val="100000"/>
              </a:lnSpc>
              <a:spcBef>
                <a:spcPct val="0"/>
              </a:spcBef>
              <a:spcAft>
                <a:spcPct val="0"/>
              </a:spcAft>
              <a:buClrTx/>
              <a:buSzTx/>
              <a:tabLst/>
            </a:pPr>
            <a:r>
              <a:rPr lang="ar-SA" altLang="ar-SA" sz="1200" dirty="0">
                <a:solidFill>
                  <a:srgbClr val="269798"/>
                </a:solidFill>
                <a:latin typeface="HRSD" panose="02000906030000020004" pitchFamily="2" charset="-78"/>
                <a:cs typeface="HRSD" panose="02000906030000020004" pitchFamily="2" charset="-78"/>
              </a:rPr>
              <a:t>🟨 أصفر: أداء متوسط (80%-90%)</a:t>
            </a:r>
          </a:p>
          <a:p>
            <a:pPr marL="0" marR="0" lvl="0" indent="0" algn="r" defTabSz="914400" eaLnBrk="0" fontAlgn="base" latinLnBrk="0" hangingPunct="0">
              <a:lnSpc>
                <a:spcPct val="100000"/>
              </a:lnSpc>
              <a:spcBef>
                <a:spcPct val="0"/>
              </a:spcBef>
              <a:spcAft>
                <a:spcPct val="0"/>
              </a:spcAft>
              <a:buClrTx/>
              <a:buSzTx/>
              <a:tabLst/>
            </a:pPr>
            <a:r>
              <a:rPr lang="ar-SA" altLang="ar-SA" sz="1200" dirty="0">
                <a:solidFill>
                  <a:srgbClr val="269798"/>
                </a:solidFill>
                <a:latin typeface="HRSD" panose="02000906030000020004" pitchFamily="2" charset="-78"/>
                <a:cs typeface="HRSD" panose="02000906030000020004" pitchFamily="2" charset="-78"/>
              </a:rPr>
              <a:t>🟥 أحمر: أداء منخفض (أقل من 80%)</a:t>
            </a:r>
          </a:p>
        </p:txBody>
      </p:sp>
      <p:grpSp>
        <p:nvGrpSpPr>
          <p:cNvPr id="7" name="مجموعة 6">
            <a:extLst>
              <a:ext uri="{FF2B5EF4-FFF2-40B4-BE49-F238E27FC236}">
                <a16:creationId xmlns:a16="http://schemas.microsoft.com/office/drawing/2014/main" id="{8503D6E7-D1C0-AE3F-67C3-57AD82A4A0ED}"/>
              </a:ext>
            </a:extLst>
          </p:cNvPr>
          <p:cNvGrpSpPr/>
          <p:nvPr/>
        </p:nvGrpSpPr>
        <p:grpSpPr>
          <a:xfrm rot="10800000" flipV="1">
            <a:off x="0" y="163989"/>
            <a:ext cx="2701968" cy="425013"/>
            <a:chOff x="2127715" y="1835688"/>
            <a:chExt cx="5936863" cy="746533"/>
          </a:xfrm>
        </p:grpSpPr>
        <p:sp>
          <p:nvSpPr>
            <p:cNvPr id="8" name="Freeform 7">
              <a:extLst>
                <a:ext uri="{FF2B5EF4-FFF2-40B4-BE49-F238E27FC236}">
                  <a16:creationId xmlns:a16="http://schemas.microsoft.com/office/drawing/2014/main" id="{AA75A44E-973E-F5BD-ABE6-C8049F0CCF07}"/>
                </a:ext>
              </a:extLst>
            </p:cNvPr>
            <p:cNvSpPr/>
            <p:nvPr/>
          </p:nvSpPr>
          <p:spPr>
            <a:xfrm>
              <a:off x="5867814" y="1835688"/>
              <a:ext cx="2196764" cy="746533"/>
            </a:xfrm>
            <a:custGeom>
              <a:avLst/>
              <a:gdLst>
                <a:gd name="connsiteX0" fmla="*/ 0 w 1556908"/>
                <a:gd name="connsiteY0" fmla="*/ 529090 h 529089"/>
                <a:gd name="connsiteX1" fmla="*/ 101203 w 1556908"/>
                <a:gd name="connsiteY1" fmla="*/ 264747 h 529089"/>
                <a:gd name="connsiteX2" fmla="*/ 0 w 1556908"/>
                <a:gd name="connsiteY2" fmla="*/ 0 h 529089"/>
                <a:gd name="connsiteX3" fmla="*/ 1455706 w 1556908"/>
                <a:gd name="connsiteY3" fmla="*/ 0 h 529089"/>
                <a:gd name="connsiteX4" fmla="*/ 1556909 w 1556908"/>
                <a:gd name="connsiteY4" fmla="*/ 264747 h 529089"/>
                <a:gd name="connsiteX5" fmla="*/ 1455706 w 1556908"/>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6908" h="529089">
                  <a:moveTo>
                    <a:pt x="0" y="529090"/>
                  </a:moveTo>
                  <a:lnTo>
                    <a:pt x="101203" y="264747"/>
                  </a:lnTo>
                  <a:lnTo>
                    <a:pt x="0" y="0"/>
                  </a:lnTo>
                  <a:lnTo>
                    <a:pt x="1455706" y="0"/>
                  </a:lnTo>
                  <a:lnTo>
                    <a:pt x="1556909" y="264747"/>
                  </a:lnTo>
                  <a:lnTo>
                    <a:pt x="1455706" y="529090"/>
                  </a:lnTo>
                  <a:close/>
                </a:path>
              </a:pathLst>
            </a:custGeom>
            <a:solidFill>
              <a:schemeClr val="bg1">
                <a:lumMod val="75000"/>
              </a:schemeClr>
            </a:solidFill>
            <a:ln w="4048" cap="flat">
              <a:noFill/>
              <a:prstDash val="solid"/>
              <a:miter/>
            </a:ln>
          </p:spPr>
          <p:txBody>
            <a:bodyPr rtlCol="0" anchor="ctr"/>
            <a:lstStyle/>
            <a:p>
              <a:pPr algn="ctr"/>
              <a:r>
                <a:rPr lang="ar-SA" sz="1100">
                  <a:solidFill>
                    <a:schemeClr val="bg1"/>
                  </a:solidFill>
                  <a:latin typeface="HRSD Gov" pitchFamily="50" charset="-78"/>
                  <a:ea typeface="HRSD Gov" pitchFamily="50" charset="-78"/>
                  <a:cs typeface="HRSD Gov" pitchFamily="50" charset="-78"/>
                </a:rPr>
                <a:t>رضا المستفيد</a:t>
              </a:r>
              <a:endParaRPr lang="en-SA" sz="1100" dirty="0">
                <a:solidFill>
                  <a:schemeClr val="bg1"/>
                </a:solidFill>
                <a:latin typeface="HRSD Gov" pitchFamily="50" charset="-78"/>
                <a:ea typeface="HRSD Gov" pitchFamily="50" charset="-78"/>
                <a:cs typeface="HRSD Gov" pitchFamily="50" charset="-78"/>
              </a:endParaRPr>
            </a:p>
          </p:txBody>
        </p:sp>
        <p:sp>
          <p:nvSpPr>
            <p:cNvPr id="9" name="Freeform 8">
              <a:extLst>
                <a:ext uri="{FF2B5EF4-FFF2-40B4-BE49-F238E27FC236}">
                  <a16:creationId xmlns:a16="http://schemas.microsoft.com/office/drawing/2014/main" id="{8AA9E067-842B-4A4E-9840-429329937123}"/>
                </a:ext>
              </a:extLst>
            </p:cNvPr>
            <p:cNvSpPr/>
            <p:nvPr/>
          </p:nvSpPr>
          <p:spPr>
            <a:xfrm>
              <a:off x="2127715" y="1835688"/>
              <a:ext cx="1996851" cy="746533"/>
            </a:xfrm>
            <a:custGeom>
              <a:avLst/>
              <a:gdLst>
                <a:gd name="connsiteX0" fmla="*/ 0 w 1415224"/>
                <a:gd name="connsiteY0" fmla="*/ 529090 h 529089"/>
                <a:gd name="connsiteX1" fmla="*/ 101203 w 1415224"/>
                <a:gd name="connsiteY1" fmla="*/ 264747 h 529089"/>
                <a:gd name="connsiteX2" fmla="*/ 0 w 1415224"/>
                <a:gd name="connsiteY2" fmla="*/ 0 h 529089"/>
                <a:gd name="connsiteX3" fmla="*/ 1314021 w 1415224"/>
                <a:gd name="connsiteY3" fmla="*/ 0 h 529089"/>
                <a:gd name="connsiteX4" fmla="*/ 1415224 w 1415224"/>
                <a:gd name="connsiteY4" fmla="*/ 264747 h 529089"/>
                <a:gd name="connsiteX5" fmla="*/ 1314021 w 141522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5224" h="529089">
                  <a:moveTo>
                    <a:pt x="0" y="529090"/>
                  </a:moveTo>
                  <a:lnTo>
                    <a:pt x="101203" y="264747"/>
                  </a:lnTo>
                  <a:lnTo>
                    <a:pt x="0" y="0"/>
                  </a:lnTo>
                  <a:lnTo>
                    <a:pt x="1314021" y="0"/>
                  </a:lnTo>
                  <a:lnTo>
                    <a:pt x="1415224" y="264747"/>
                  </a:lnTo>
                  <a:lnTo>
                    <a:pt x="1314021" y="529090"/>
                  </a:lnTo>
                  <a:close/>
                </a:path>
              </a:pathLst>
            </a:custGeom>
            <a:solidFill>
              <a:schemeClr val="bg1">
                <a:lumMod val="75000"/>
              </a:schemeClr>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الفريق الاشرافي </a:t>
              </a:r>
              <a:endParaRPr lang="en-SA" sz="1100" dirty="0">
                <a:solidFill>
                  <a:schemeClr val="bg1"/>
                </a:solidFill>
                <a:latin typeface="HRSD Gov" pitchFamily="50" charset="-78"/>
                <a:ea typeface="HRSD Gov" pitchFamily="50" charset="-78"/>
                <a:cs typeface="HRSD Gov" pitchFamily="50" charset="-78"/>
              </a:endParaRPr>
            </a:p>
          </p:txBody>
        </p:sp>
        <p:sp>
          <p:nvSpPr>
            <p:cNvPr id="12" name="Freeform 9">
              <a:extLst>
                <a:ext uri="{FF2B5EF4-FFF2-40B4-BE49-F238E27FC236}">
                  <a16:creationId xmlns:a16="http://schemas.microsoft.com/office/drawing/2014/main" id="{FA51C27A-1C25-4037-C986-2F65A820755F}"/>
                </a:ext>
              </a:extLst>
            </p:cNvPr>
            <p:cNvSpPr/>
            <p:nvPr/>
          </p:nvSpPr>
          <p:spPr>
            <a:xfrm>
              <a:off x="3981771" y="1835688"/>
              <a:ext cx="2028838" cy="746533"/>
            </a:xfrm>
            <a:custGeom>
              <a:avLst/>
              <a:gdLst>
                <a:gd name="connsiteX0" fmla="*/ 0 w 1437894"/>
                <a:gd name="connsiteY0" fmla="*/ 529090 h 529089"/>
                <a:gd name="connsiteX1" fmla="*/ 101203 w 1437894"/>
                <a:gd name="connsiteY1" fmla="*/ 264747 h 529089"/>
                <a:gd name="connsiteX2" fmla="*/ 0 w 1437894"/>
                <a:gd name="connsiteY2" fmla="*/ 0 h 529089"/>
                <a:gd name="connsiteX3" fmla="*/ 1336691 w 1437894"/>
                <a:gd name="connsiteY3" fmla="*/ 0 h 529089"/>
                <a:gd name="connsiteX4" fmla="*/ 1437894 w 1437894"/>
                <a:gd name="connsiteY4" fmla="*/ 264747 h 529089"/>
                <a:gd name="connsiteX5" fmla="*/ 1336691 w 143789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37894" h="529089">
                  <a:moveTo>
                    <a:pt x="0" y="529090"/>
                  </a:moveTo>
                  <a:lnTo>
                    <a:pt x="101203" y="264747"/>
                  </a:lnTo>
                  <a:lnTo>
                    <a:pt x="0" y="0"/>
                  </a:lnTo>
                  <a:lnTo>
                    <a:pt x="1336691" y="0"/>
                  </a:lnTo>
                  <a:lnTo>
                    <a:pt x="1437894" y="264747"/>
                  </a:lnTo>
                  <a:lnTo>
                    <a:pt x="1336691" y="529090"/>
                  </a:lnTo>
                  <a:close/>
                </a:path>
              </a:pathLst>
            </a:custGeom>
            <a:solidFill>
              <a:srgbClr val="0F3144"/>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جودة </a:t>
              </a:r>
              <a:r>
                <a:rPr lang="ar-SA" sz="1100">
                  <a:solidFill>
                    <a:schemeClr val="bg1"/>
                  </a:solidFill>
                  <a:latin typeface="HRSD Gov" pitchFamily="50" charset="-78"/>
                  <a:ea typeface="HRSD Gov" pitchFamily="50" charset="-78"/>
                  <a:cs typeface="HRSD Gov" pitchFamily="50" charset="-78"/>
                </a:rPr>
                <a:t>الفروع </a:t>
              </a:r>
              <a:endParaRPr lang="en-SA" sz="1100" dirty="0">
                <a:solidFill>
                  <a:schemeClr val="bg1"/>
                </a:solidFill>
                <a:latin typeface="HRSD Gov" pitchFamily="50" charset="-78"/>
                <a:ea typeface="HRSD Gov" pitchFamily="50" charset="-78"/>
                <a:cs typeface="HRSD Gov" pitchFamily="50" charset="-78"/>
              </a:endParaRPr>
            </a:p>
          </p:txBody>
        </p:sp>
      </p:grpSp>
    </p:spTree>
    <p:extLst>
      <p:ext uri="{BB962C8B-B14F-4D97-AF65-F5344CB8AC3E}">
        <p14:creationId xmlns:p14="http://schemas.microsoft.com/office/powerpoint/2010/main" val="1538902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B0D83-9D13-BACD-B588-EBC521FAA44A}"/>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5CB62B79-B9A8-1A0B-95BF-D4F3ADEB8FDC}"/>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676F0B14-28CF-1F7A-CDB7-A82752742E60}"/>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29FE6A7B-9FD9-95B6-6979-6F5F34C64496}"/>
              </a:ext>
            </a:extLst>
          </p:cNvPr>
          <p:cNvGrpSpPr/>
          <p:nvPr/>
        </p:nvGrpSpPr>
        <p:grpSpPr>
          <a:xfrm>
            <a:off x="4061928" y="490532"/>
            <a:ext cx="7773636" cy="530157"/>
            <a:chOff x="4061928" y="693732"/>
            <a:chExt cx="7773636" cy="530157"/>
          </a:xfrm>
        </p:grpSpPr>
        <p:sp>
          <p:nvSpPr>
            <p:cNvPr id="14" name="Title 1">
              <a:extLst>
                <a:ext uri="{FF2B5EF4-FFF2-40B4-BE49-F238E27FC236}">
                  <a16:creationId xmlns:a16="http://schemas.microsoft.com/office/drawing/2014/main" id="{65ABFC62-FB05-7691-F991-CC1694B3113E}"/>
                </a:ext>
              </a:extLst>
            </p:cNvPr>
            <p:cNvSpPr txBox="1">
              <a:spLocks/>
            </p:cNvSpPr>
            <p:nvPr/>
          </p:nvSpPr>
          <p:spPr>
            <a:xfrm>
              <a:off x="4061928" y="693732"/>
              <a:ext cx="7773636" cy="501183"/>
            </a:xfrm>
            <a:prstGeom prst="rect">
              <a:avLst/>
            </a:prstGeom>
          </p:spPr>
          <p:txBody>
            <a:bodyPr>
              <a:noAutofit/>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sz="3100" dirty="0">
                  <a:solidFill>
                    <a:srgbClr val="0F3144"/>
                  </a:solidFill>
                </a:rPr>
                <a:t>تقرير المؤشر العام لجودة الفروع الافتراضية</a:t>
              </a:r>
              <a:endParaRPr lang="en-SA" sz="3100" dirty="0">
                <a:solidFill>
                  <a:srgbClr val="0F3144"/>
                </a:solidFill>
              </a:endParaRPr>
            </a:p>
          </p:txBody>
        </p:sp>
        <p:grpSp>
          <p:nvGrpSpPr>
            <p:cNvPr id="13" name="مجموعة 12">
              <a:extLst>
                <a:ext uri="{FF2B5EF4-FFF2-40B4-BE49-F238E27FC236}">
                  <a16:creationId xmlns:a16="http://schemas.microsoft.com/office/drawing/2014/main" id="{97A8C125-E1F4-BFEE-9D3B-E3A28846384E}"/>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7338015A-76DE-5B89-BA13-96634CC57066}"/>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A00479BC-8CFC-A00C-8578-E5C3E30018D2}"/>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2" name="مجموعة 1">
            <a:extLst>
              <a:ext uri="{FF2B5EF4-FFF2-40B4-BE49-F238E27FC236}">
                <a16:creationId xmlns:a16="http://schemas.microsoft.com/office/drawing/2014/main" id="{23C70D05-C17C-D351-5170-1DF59599282A}"/>
              </a:ext>
            </a:extLst>
          </p:cNvPr>
          <p:cNvGrpSpPr/>
          <p:nvPr/>
        </p:nvGrpSpPr>
        <p:grpSpPr>
          <a:xfrm>
            <a:off x="1299412" y="1239227"/>
            <a:ext cx="10536150" cy="424900"/>
            <a:chOff x="5057737" y="4648773"/>
            <a:chExt cx="5408047" cy="380024"/>
          </a:xfrm>
        </p:grpSpPr>
        <p:sp>
          <p:nvSpPr>
            <p:cNvPr id="3" name="AutoShape 59">
              <a:extLst>
                <a:ext uri="{FF2B5EF4-FFF2-40B4-BE49-F238E27FC236}">
                  <a16:creationId xmlns:a16="http://schemas.microsoft.com/office/drawing/2014/main" id="{44FE6DDA-7F3A-771F-EA13-395D0B7CF194}"/>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4" name="AutoShape 59">
              <a:extLst>
                <a:ext uri="{FF2B5EF4-FFF2-40B4-BE49-F238E27FC236}">
                  <a16:creationId xmlns:a16="http://schemas.microsoft.com/office/drawing/2014/main" id="{2F81A50D-C8D0-30E4-98C5-0E6B1DC97A48}"/>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 اسم المؤشر:</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المؤشر العام لجودة الفروع الافتراضية</a:t>
              </a:r>
            </a:p>
          </p:txBody>
        </p:sp>
      </p:grpSp>
      <p:sp>
        <p:nvSpPr>
          <p:cNvPr id="5" name="مربع نص 4">
            <a:extLst>
              <a:ext uri="{FF2B5EF4-FFF2-40B4-BE49-F238E27FC236}">
                <a16:creationId xmlns:a16="http://schemas.microsoft.com/office/drawing/2014/main" id="{47D29EA0-D27D-E17B-B644-4A759638299D}"/>
              </a:ext>
            </a:extLst>
          </p:cNvPr>
          <p:cNvSpPr txBox="1"/>
          <p:nvPr/>
        </p:nvSpPr>
        <p:spPr>
          <a:xfrm>
            <a:off x="989162" y="1911639"/>
            <a:ext cx="10846400" cy="4555093"/>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النجاحات:</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وجود نظام آلي فعال للاستبيانات يساهم في جمع بيانات دقيقة من الفروع الافتراضية.</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التزام الفروع بنسبة إغلاق عالية للتذاكر البسيطة (ضمن محور جودة تقديم الخدمة بنسبة 81.0٪، وهو أداء جيد).</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تحقيق نتائج جيدة في محور الالتزام بمعايير الخدمة بنسبة 84.3٪ (أداء في النطاق الأخضر).</a:t>
            </a:r>
          </a:p>
          <a:p>
            <a:r>
              <a:rPr lang="ar-SA" dirty="0">
                <a:solidFill>
                  <a:srgbClr val="269798"/>
                </a:solidFill>
                <a:latin typeface="HRSD Gov Medium" pitchFamily="2" charset="-78"/>
                <a:ea typeface="HRSD Gov Medium" pitchFamily="2" charset="-78"/>
                <a:cs typeface="HRSD Gov Medium" pitchFamily="2" charset="-78"/>
              </a:rPr>
              <a:t>التحديات:</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انخفاض نسبة التقييمات العالية (أقل من 10٪) في بعض المحاور، ما يؤثر على النتيجة الإجمالية.</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الأداء المتوسط في الكفاءة التقنية (76.6٪) ومعدل حل المشكلات من أول جلسة (72.5٪) ما يعكس حاجة لتحسين العمليات الفنية.</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عدم كفاءة نظام إغلاق التذاكر المعقدة ضمن محور الشكاوى، مما أدى لانخفاض نسبة هذا المحور إلى 55.0٪ (أداء منخفض باللون الأحمر).</a:t>
            </a:r>
          </a:p>
          <a:p>
            <a:r>
              <a:rPr lang="ar-SA" dirty="0">
                <a:solidFill>
                  <a:srgbClr val="269798"/>
                </a:solidFill>
                <a:latin typeface="HRSD Gov Medium" pitchFamily="2" charset="-78"/>
                <a:ea typeface="HRSD Gov Medium" pitchFamily="2" charset="-78"/>
                <a:cs typeface="HRSD Gov Medium" pitchFamily="2" charset="-78"/>
              </a:rPr>
              <a:t>الإجراءات التصحيحية:</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تنفيذ حملات توعوية للمستفيدين حول آلية تقديم الطلبات للاستفادة من الخدمات الرقمية</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تحسين منظومة الرد التفاعلي وسرعة معالجة الشكاوى بالتكامل مع أنظمة التذاكر الآلية.</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تطوير محتوى تدريبي خاص بالكفاءة التقنية ومهارات التعامل مع المشكلات وتضمينه في خطة تدريب الفروع.</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مراجعة مؤشرات الأداء التشغيلية للفريق وضمان تغذيتها الراجعة في كل ربع.</a:t>
            </a:r>
            <a:endParaRPr lang="ar-SA" sz="1400" dirty="0"/>
          </a:p>
          <a:p>
            <a:r>
              <a:rPr lang="ar-SA" dirty="0">
                <a:solidFill>
                  <a:srgbClr val="269798"/>
                </a:solidFill>
                <a:latin typeface="HRSD Gov Medium" pitchFamily="2" charset="-78"/>
                <a:ea typeface="HRSD Gov Medium" pitchFamily="2" charset="-78"/>
                <a:cs typeface="HRSD Gov Medium" pitchFamily="2" charset="-78"/>
              </a:rPr>
              <a:t>التوصيات:</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رفع جودة التجاوب والالتزام بمعايير الخدمة خاصة في التذاكر المعقدة.</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إطلاق تقارير تقييم ربع سنوية لكل فرع لتحديد فرص التحسين التشغيلية والرقمية.</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ربط مؤشرات الأداء بنتائج التقييم الفصلي وربطها بنظام المكافآت والتحفيز.</a:t>
            </a:r>
          </a:p>
          <a:p>
            <a:endParaRPr lang="ar-SA" dirty="0">
              <a:solidFill>
                <a:srgbClr val="0F3144"/>
              </a:solidFill>
              <a:latin typeface="HRSD Gov Medium" pitchFamily="2" charset="-78"/>
              <a:ea typeface="HRSD Gov Medium" pitchFamily="2" charset="-78"/>
              <a:cs typeface="HRSD Gov Medium" pitchFamily="2" charset="-78"/>
            </a:endParaRPr>
          </a:p>
          <a:p>
            <a:pPr>
              <a:buNone/>
            </a:pPr>
            <a:endParaRPr lang="ar-SA" dirty="0">
              <a:solidFill>
                <a:srgbClr val="0F3144"/>
              </a:solidFill>
              <a:latin typeface="HRSD Gov Medium" pitchFamily="2" charset="-78"/>
              <a:ea typeface="HRSD Gov Medium" pitchFamily="2" charset="-78"/>
              <a:cs typeface="HRSD Gov Medium" pitchFamily="2" charset="-78"/>
            </a:endParaRPr>
          </a:p>
        </p:txBody>
      </p:sp>
      <p:grpSp>
        <p:nvGrpSpPr>
          <p:cNvPr id="6" name="مجموعة 5">
            <a:extLst>
              <a:ext uri="{FF2B5EF4-FFF2-40B4-BE49-F238E27FC236}">
                <a16:creationId xmlns:a16="http://schemas.microsoft.com/office/drawing/2014/main" id="{30DC82A8-B461-84F0-94CA-948721C9DF75}"/>
              </a:ext>
            </a:extLst>
          </p:cNvPr>
          <p:cNvGrpSpPr/>
          <p:nvPr/>
        </p:nvGrpSpPr>
        <p:grpSpPr>
          <a:xfrm rot="10800000" flipV="1">
            <a:off x="0" y="163989"/>
            <a:ext cx="2701968" cy="425013"/>
            <a:chOff x="2127715" y="1835688"/>
            <a:chExt cx="5936863" cy="746533"/>
          </a:xfrm>
        </p:grpSpPr>
        <p:sp>
          <p:nvSpPr>
            <p:cNvPr id="7" name="Freeform 7">
              <a:extLst>
                <a:ext uri="{FF2B5EF4-FFF2-40B4-BE49-F238E27FC236}">
                  <a16:creationId xmlns:a16="http://schemas.microsoft.com/office/drawing/2014/main" id="{D084BC70-6F86-3C54-CC9F-DEDB9CBE8D72}"/>
                </a:ext>
              </a:extLst>
            </p:cNvPr>
            <p:cNvSpPr/>
            <p:nvPr/>
          </p:nvSpPr>
          <p:spPr>
            <a:xfrm>
              <a:off x="5867814" y="1835688"/>
              <a:ext cx="2196764" cy="746533"/>
            </a:xfrm>
            <a:custGeom>
              <a:avLst/>
              <a:gdLst>
                <a:gd name="connsiteX0" fmla="*/ 0 w 1556908"/>
                <a:gd name="connsiteY0" fmla="*/ 529090 h 529089"/>
                <a:gd name="connsiteX1" fmla="*/ 101203 w 1556908"/>
                <a:gd name="connsiteY1" fmla="*/ 264747 h 529089"/>
                <a:gd name="connsiteX2" fmla="*/ 0 w 1556908"/>
                <a:gd name="connsiteY2" fmla="*/ 0 h 529089"/>
                <a:gd name="connsiteX3" fmla="*/ 1455706 w 1556908"/>
                <a:gd name="connsiteY3" fmla="*/ 0 h 529089"/>
                <a:gd name="connsiteX4" fmla="*/ 1556909 w 1556908"/>
                <a:gd name="connsiteY4" fmla="*/ 264747 h 529089"/>
                <a:gd name="connsiteX5" fmla="*/ 1455706 w 1556908"/>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6908" h="529089">
                  <a:moveTo>
                    <a:pt x="0" y="529090"/>
                  </a:moveTo>
                  <a:lnTo>
                    <a:pt x="101203" y="264747"/>
                  </a:lnTo>
                  <a:lnTo>
                    <a:pt x="0" y="0"/>
                  </a:lnTo>
                  <a:lnTo>
                    <a:pt x="1455706" y="0"/>
                  </a:lnTo>
                  <a:lnTo>
                    <a:pt x="1556909" y="264747"/>
                  </a:lnTo>
                  <a:lnTo>
                    <a:pt x="1455706" y="529090"/>
                  </a:lnTo>
                  <a:close/>
                </a:path>
              </a:pathLst>
            </a:custGeom>
            <a:solidFill>
              <a:schemeClr val="bg1">
                <a:lumMod val="75000"/>
              </a:schemeClr>
            </a:solidFill>
            <a:ln w="4048" cap="flat">
              <a:noFill/>
              <a:prstDash val="solid"/>
              <a:miter/>
            </a:ln>
          </p:spPr>
          <p:txBody>
            <a:bodyPr rtlCol="0" anchor="ctr"/>
            <a:lstStyle/>
            <a:p>
              <a:pPr algn="ctr"/>
              <a:r>
                <a:rPr lang="ar-SA" sz="1100">
                  <a:solidFill>
                    <a:schemeClr val="bg1"/>
                  </a:solidFill>
                  <a:latin typeface="HRSD Gov" pitchFamily="50" charset="-78"/>
                  <a:ea typeface="HRSD Gov" pitchFamily="50" charset="-78"/>
                  <a:cs typeface="HRSD Gov" pitchFamily="50" charset="-78"/>
                </a:rPr>
                <a:t>رضا المستفيد</a:t>
              </a:r>
              <a:endParaRPr lang="en-SA" sz="1100" dirty="0">
                <a:solidFill>
                  <a:schemeClr val="bg1"/>
                </a:solidFill>
                <a:latin typeface="HRSD Gov" pitchFamily="50" charset="-78"/>
                <a:ea typeface="HRSD Gov" pitchFamily="50" charset="-78"/>
                <a:cs typeface="HRSD Gov" pitchFamily="50" charset="-78"/>
              </a:endParaRPr>
            </a:p>
          </p:txBody>
        </p:sp>
        <p:sp>
          <p:nvSpPr>
            <p:cNvPr id="8" name="Freeform 8">
              <a:extLst>
                <a:ext uri="{FF2B5EF4-FFF2-40B4-BE49-F238E27FC236}">
                  <a16:creationId xmlns:a16="http://schemas.microsoft.com/office/drawing/2014/main" id="{4780128C-C992-F3C7-042A-52202015BC15}"/>
                </a:ext>
              </a:extLst>
            </p:cNvPr>
            <p:cNvSpPr/>
            <p:nvPr/>
          </p:nvSpPr>
          <p:spPr>
            <a:xfrm>
              <a:off x="2127715" y="1835688"/>
              <a:ext cx="1996851" cy="746533"/>
            </a:xfrm>
            <a:custGeom>
              <a:avLst/>
              <a:gdLst>
                <a:gd name="connsiteX0" fmla="*/ 0 w 1415224"/>
                <a:gd name="connsiteY0" fmla="*/ 529090 h 529089"/>
                <a:gd name="connsiteX1" fmla="*/ 101203 w 1415224"/>
                <a:gd name="connsiteY1" fmla="*/ 264747 h 529089"/>
                <a:gd name="connsiteX2" fmla="*/ 0 w 1415224"/>
                <a:gd name="connsiteY2" fmla="*/ 0 h 529089"/>
                <a:gd name="connsiteX3" fmla="*/ 1314021 w 1415224"/>
                <a:gd name="connsiteY3" fmla="*/ 0 h 529089"/>
                <a:gd name="connsiteX4" fmla="*/ 1415224 w 1415224"/>
                <a:gd name="connsiteY4" fmla="*/ 264747 h 529089"/>
                <a:gd name="connsiteX5" fmla="*/ 1314021 w 141522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5224" h="529089">
                  <a:moveTo>
                    <a:pt x="0" y="529090"/>
                  </a:moveTo>
                  <a:lnTo>
                    <a:pt x="101203" y="264747"/>
                  </a:lnTo>
                  <a:lnTo>
                    <a:pt x="0" y="0"/>
                  </a:lnTo>
                  <a:lnTo>
                    <a:pt x="1314021" y="0"/>
                  </a:lnTo>
                  <a:lnTo>
                    <a:pt x="1415224" y="264747"/>
                  </a:lnTo>
                  <a:lnTo>
                    <a:pt x="1314021" y="529090"/>
                  </a:lnTo>
                  <a:close/>
                </a:path>
              </a:pathLst>
            </a:custGeom>
            <a:solidFill>
              <a:schemeClr val="bg1">
                <a:lumMod val="75000"/>
              </a:schemeClr>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الفريق الاشرافي </a:t>
              </a:r>
              <a:endParaRPr lang="en-SA" sz="1100" dirty="0">
                <a:solidFill>
                  <a:schemeClr val="bg1"/>
                </a:solidFill>
                <a:latin typeface="HRSD Gov" pitchFamily="50" charset="-78"/>
                <a:ea typeface="HRSD Gov" pitchFamily="50" charset="-78"/>
                <a:cs typeface="HRSD Gov" pitchFamily="50" charset="-78"/>
              </a:endParaRPr>
            </a:p>
          </p:txBody>
        </p:sp>
        <p:sp>
          <p:nvSpPr>
            <p:cNvPr id="9" name="Freeform 9">
              <a:extLst>
                <a:ext uri="{FF2B5EF4-FFF2-40B4-BE49-F238E27FC236}">
                  <a16:creationId xmlns:a16="http://schemas.microsoft.com/office/drawing/2014/main" id="{9A0B8B75-D44C-0380-F524-71C3093F7E79}"/>
                </a:ext>
              </a:extLst>
            </p:cNvPr>
            <p:cNvSpPr/>
            <p:nvPr/>
          </p:nvSpPr>
          <p:spPr>
            <a:xfrm>
              <a:off x="3981771" y="1835688"/>
              <a:ext cx="2028838" cy="746533"/>
            </a:xfrm>
            <a:custGeom>
              <a:avLst/>
              <a:gdLst>
                <a:gd name="connsiteX0" fmla="*/ 0 w 1437894"/>
                <a:gd name="connsiteY0" fmla="*/ 529090 h 529089"/>
                <a:gd name="connsiteX1" fmla="*/ 101203 w 1437894"/>
                <a:gd name="connsiteY1" fmla="*/ 264747 h 529089"/>
                <a:gd name="connsiteX2" fmla="*/ 0 w 1437894"/>
                <a:gd name="connsiteY2" fmla="*/ 0 h 529089"/>
                <a:gd name="connsiteX3" fmla="*/ 1336691 w 1437894"/>
                <a:gd name="connsiteY3" fmla="*/ 0 h 529089"/>
                <a:gd name="connsiteX4" fmla="*/ 1437894 w 1437894"/>
                <a:gd name="connsiteY4" fmla="*/ 264747 h 529089"/>
                <a:gd name="connsiteX5" fmla="*/ 1336691 w 143789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37894" h="529089">
                  <a:moveTo>
                    <a:pt x="0" y="529090"/>
                  </a:moveTo>
                  <a:lnTo>
                    <a:pt x="101203" y="264747"/>
                  </a:lnTo>
                  <a:lnTo>
                    <a:pt x="0" y="0"/>
                  </a:lnTo>
                  <a:lnTo>
                    <a:pt x="1336691" y="0"/>
                  </a:lnTo>
                  <a:lnTo>
                    <a:pt x="1437894" y="264747"/>
                  </a:lnTo>
                  <a:lnTo>
                    <a:pt x="1336691" y="529090"/>
                  </a:lnTo>
                  <a:close/>
                </a:path>
              </a:pathLst>
            </a:custGeom>
            <a:solidFill>
              <a:srgbClr val="0F3144"/>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جودة </a:t>
              </a:r>
              <a:r>
                <a:rPr lang="ar-SA" sz="1100">
                  <a:solidFill>
                    <a:schemeClr val="bg1"/>
                  </a:solidFill>
                  <a:latin typeface="HRSD Gov" pitchFamily="50" charset="-78"/>
                  <a:ea typeface="HRSD Gov" pitchFamily="50" charset="-78"/>
                  <a:cs typeface="HRSD Gov" pitchFamily="50" charset="-78"/>
                </a:rPr>
                <a:t>الفروع </a:t>
              </a:r>
              <a:endParaRPr lang="en-SA" sz="1100" dirty="0">
                <a:solidFill>
                  <a:schemeClr val="bg1"/>
                </a:solidFill>
                <a:latin typeface="HRSD Gov" pitchFamily="50" charset="-78"/>
                <a:ea typeface="HRSD Gov" pitchFamily="50" charset="-78"/>
                <a:cs typeface="HRSD Gov" pitchFamily="50" charset="-78"/>
              </a:endParaRPr>
            </a:p>
          </p:txBody>
        </p:sp>
      </p:grpSp>
    </p:spTree>
    <p:extLst>
      <p:ext uri="{BB962C8B-B14F-4D97-AF65-F5344CB8AC3E}">
        <p14:creationId xmlns:p14="http://schemas.microsoft.com/office/powerpoint/2010/main" val="26943440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C551E-B8C7-88FE-CA4D-9B068A1D6E6D}"/>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DB2B8108-2AF0-4B6D-32BE-F1803EBBA03C}"/>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8E149A14-DFF9-3692-CC34-6CF562125784}"/>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35790A2F-00B5-793A-7A25-177FA88665E7}"/>
              </a:ext>
            </a:extLst>
          </p:cNvPr>
          <p:cNvGrpSpPr/>
          <p:nvPr/>
        </p:nvGrpSpPr>
        <p:grpSpPr>
          <a:xfrm>
            <a:off x="3570514" y="490532"/>
            <a:ext cx="8265048" cy="530157"/>
            <a:chOff x="4166886" y="693732"/>
            <a:chExt cx="7668676" cy="530157"/>
          </a:xfrm>
        </p:grpSpPr>
        <p:sp>
          <p:nvSpPr>
            <p:cNvPr id="14" name="Title 1">
              <a:extLst>
                <a:ext uri="{FF2B5EF4-FFF2-40B4-BE49-F238E27FC236}">
                  <a16:creationId xmlns:a16="http://schemas.microsoft.com/office/drawing/2014/main" id="{50C311CC-78BE-C59F-74DF-8409CDCF228E}"/>
                </a:ext>
              </a:extLst>
            </p:cNvPr>
            <p:cNvSpPr txBox="1">
              <a:spLocks/>
            </p:cNvSpPr>
            <p:nvPr/>
          </p:nvSpPr>
          <p:spPr>
            <a:xfrm>
              <a:off x="4166886" y="693732"/>
              <a:ext cx="7668676" cy="501183"/>
            </a:xfrm>
            <a:prstGeom prst="rect">
              <a:avLst/>
            </a:prstGeom>
          </p:spPr>
          <p:txBody>
            <a:bodyPr>
              <a:noAutofit/>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sz="3200" dirty="0">
                  <a:solidFill>
                    <a:srgbClr val="0F3144"/>
                  </a:solidFill>
                </a:rPr>
                <a:t>تقرير المؤشر العام لرضا المستفيد في الفروع الافتراضية</a:t>
              </a:r>
              <a:endParaRPr lang="en-SA" sz="3200" dirty="0">
                <a:solidFill>
                  <a:srgbClr val="0F3144"/>
                </a:solidFill>
              </a:endParaRPr>
            </a:p>
          </p:txBody>
        </p:sp>
        <p:grpSp>
          <p:nvGrpSpPr>
            <p:cNvPr id="13" name="مجموعة 12">
              <a:extLst>
                <a:ext uri="{FF2B5EF4-FFF2-40B4-BE49-F238E27FC236}">
                  <a16:creationId xmlns:a16="http://schemas.microsoft.com/office/drawing/2014/main" id="{30F344D0-AA97-56DE-9695-D790CF06970D}"/>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CD8259E3-3E55-93CE-917D-57B5A2EE40E0}"/>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3200"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1A31DA35-1F73-B95D-9218-D29B8E868961}"/>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3200" b="1" dirty="0">
                  <a:latin typeface="HRSD Bold" panose="02000906030000020004" pitchFamily="2" charset="-78"/>
                  <a:cs typeface="HRSD Bold" panose="02000906030000020004" pitchFamily="2" charset="-78"/>
                </a:endParaRPr>
              </a:p>
            </p:txBody>
          </p:sp>
        </p:grpSp>
      </p:grpSp>
      <p:grpSp>
        <p:nvGrpSpPr>
          <p:cNvPr id="2" name="مجموعة 1">
            <a:extLst>
              <a:ext uri="{FF2B5EF4-FFF2-40B4-BE49-F238E27FC236}">
                <a16:creationId xmlns:a16="http://schemas.microsoft.com/office/drawing/2014/main" id="{1CA6CE24-5204-4969-5907-8E8192E79925}"/>
              </a:ext>
            </a:extLst>
          </p:cNvPr>
          <p:cNvGrpSpPr/>
          <p:nvPr/>
        </p:nvGrpSpPr>
        <p:grpSpPr>
          <a:xfrm rot="10800000" flipV="1">
            <a:off x="93306" y="145328"/>
            <a:ext cx="2701968" cy="425013"/>
            <a:chOff x="2127715" y="1835688"/>
            <a:chExt cx="5936863" cy="746533"/>
          </a:xfrm>
        </p:grpSpPr>
        <p:sp>
          <p:nvSpPr>
            <p:cNvPr id="3" name="Freeform 7">
              <a:extLst>
                <a:ext uri="{FF2B5EF4-FFF2-40B4-BE49-F238E27FC236}">
                  <a16:creationId xmlns:a16="http://schemas.microsoft.com/office/drawing/2014/main" id="{69009F71-51BE-5297-A4AA-5AB35BFF4574}"/>
                </a:ext>
              </a:extLst>
            </p:cNvPr>
            <p:cNvSpPr/>
            <p:nvPr/>
          </p:nvSpPr>
          <p:spPr>
            <a:xfrm>
              <a:off x="5867814" y="1835688"/>
              <a:ext cx="2196764" cy="746533"/>
            </a:xfrm>
            <a:custGeom>
              <a:avLst/>
              <a:gdLst>
                <a:gd name="connsiteX0" fmla="*/ 0 w 1556908"/>
                <a:gd name="connsiteY0" fmla="*/ 529090 h 529089"/>
                <a:gd name="connsiteX1" fmla="*/ 101203 w 1556908"/>
                <a:gd name="connsiteY1" fmla="*/ 264747 h 529089"/>
                <a:gd name="connsiteX2" fmla="*/ 0 w 1556908"/>
                <a:gd name="connsiteY2" fmla="*/ 0 h 529089"/>
                <a:gd name="connsiteX3" fmla="*/ 1455706 w 1556908"/>
                <a:gd name="connsiteY3" fmla="*/ 0 h 529089"/>
                <a:gd name="connsiteX4" fmla="*/ 1556909 w 1556908"/>
                <a:gd name="connsiteY4" fmla="*/ 264747 h 529089"/>
                <a:gd name="connsiteX5" fmla="*/ 1455706 w 1556908"/>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6908" h="529089">
                  <a:moveTo>
                    <a:pt x="0" y="529090"/>
                  </a:moveTo>
                  <a:lnTo>
                    <a:pt x="101203" y="264747"/>
                  </a:lnTo>
                  <a:lnTo>
                    <a:pt x="0" y="0"/>
                  </a:lnTo>
                  <a:lnTo>
                    <a:pt x="1455706" y="0"/>
                  </a:lnTo>
                  <a:lnTo>
                    <a:pt x="1556909" y="264747"/>
                  </a:lnTo>
                  <a:lnTo>
                    <a:pt x="1455706" y="529090"/>
                  </a:lnTo>
                  <a:close/>
                </a:path>
              </a:pathLst>
            </a:custGeom>
            <a:solidFill>
              <a:srgbClr val="0F3144"/>
            </a:solidFill>
            <a:ln w="4048" cap="flat">
              <a:noFill/>
              <a:prstDash val="solid"/>
              <a:miter/>
            </a:ln>
          </p:spPr>
          <p:txBody>
            <a:bodyPr rtlCol="0" anchor="ctr"/>
            <a:lstStyle/>
            <a:p>
              <a:pPr algn="ctr"/>
              <a:r>
                <a:rPr lang="ar-SA" sz="1100">
                  <a:solidFill>
                    <a:schemeClr val="bg1"/>
                  </a:solidFill>
                  <a:latin typeface="HRSD Gov" pitchFamily="50" charset="-78"/>
                  <a:ea typeface="HRSD Gov" pitchFamily="50" charset="-78"/>
                  <a:cs typeface="HRSD Gov" pitchFamily="50" charset="-78"/>
                </a:rPr>
                <a:t>رضا المستفيد</a:t>
              </a:r>
              <a:endParaRPr lang="en-SA" sz="1100" dirty="0">
                <a:solidFill>
                  <a:schemeClr val="bg1"/>
                </a:solidFill>
                <a:latin typeface="HRSD Gov" pitchFamily="50" charset="-78"/>
                <a:ea typeface="HRSD Gov" pitchFamily="50" charset="-78"/>
                <a:cs typeface="HRSD Gov" pitchFamily="50" charset="-78"/>
              </a:endParaRPr>
            </a:p>
          </p:txBody>
        </p:sp>
        <p:sp>
          <p:nvSpPr>
            <p:cNvPr id="4" name="Freeform 8">
              <a:extLst>
                <a:ext uri="{FF2B5EF4-FFF2-40B4-BE49-F238E27FC236}">
                  <a16:creationId xmlns:a16="http://schemas.microsoft.com/office/drawing/2014/main" id="{32253630-2DAC-CC88-A61A-26BFEC0EA10E}"/>
                </a:ext>
              </a:extLst>
            </p:cNvPr>
            <p:cNvSpPr/>
            <p:nvPr/>
          </p:nvSpPr>
          <p:spPr>
            <a:xfrm>
              <a:off x="2127715" y="1835688"/>
              <a:ext cx="1996851" cy="746533"/>
            </a:xfrm>
            <a:custGeom>
              <a:avLst/>
              <a:gdLst>
                <a:gd name="connsiteX0" fmla="*/ 0 w 1415224"/>
                <a:gd name="connsiteY0" fmla="*/ 529090 h 529089"/>
                <a:gd name="connsiteX1" fmla="*/ 101203 w 1415224"/>
                <a:gd name="connsiteY1" fmla="*/ 264747 h 529089"/>
                <a:gd name="connsiteX2" fmla="*/ 0 w 1415224"/>
                <a:gd name="connsiteY2" fmla="*/ 0 h 529089"/>
                <a:gd name="connsiteX3" fmla="*/ 1314021 w 1415224"/>
                <a:gd name="connsiteY3" fmla="*/ 0 h 529089"/>
                <a:gd name="connsiteX4" fmla="*/ 1415224 w 1415224"/>
                <a:gd name="connsiteY4" fmla="*/ 264747 h 529089"/>
                <a:gd name="connsiteX5" fmla="*/ 1314021 w 141522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5224" h="529089">
                  <a:moveTo>
                    <a:pt x="0" y="529090"/>
                  </a:moveTo>
                  <a:lnTo>
                    <a:pt x="101203" y="264747"/>
                  </a:lnTo>
                  <a:lnTo>
                    <a:pt x="0" y="0"/>
                  </a:lnTo>
                  <a:lnTo>
                    <a:pt x="1314021" y="0"/>
                  </a:lnTo>
                  <a:lnTo>
                    <a:pt x="1415224" y="264747"/>
                  </a:lnTo>
                  <a:lnTo>
                    <a:pt x="1314021" y="529090"/>
                  </a:lnTo>
                  <a:close/>
                </a:path>
              </a:pathLst>
            </a:custGeom>
            <a:solidFill>
              <a:schemeClr val="bg1">
                <a:lumMod val="75000"/>
              </a:schemeClr>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الفريق الاشرافي </a:t>
              </a:r>
              <a:endParaRPr lang="en-SA" sz="1100" dirty="0">
                <a:solidFill>
                  <a:schemeClr val="bg1"/>
                </a:solidFill>
                <a:latin typeface="HRSD Gov" pitchFamily="50" charset="-78"/>
                <a:ea typeface="HRSD Gov" pitchFamily="50" charset="-78"/>
                <a:cs typeface="HRSD Gov" pitchFamily="50" charset="-78"/>
              </a:endParaRPr>
            </a:p>
          </p:txBody>
        </p:sp>
        <p:sp>
          <p:nvSpPr>
            <p:cNvPr id="5" name="Freeform 9">
              <a:extLst>
                <a:ext uri="{FF2B5EF4-FFF2-40B4-BE49-F238E27FC236}">
                  <a16:creationId xmlns:a16="http://schemas.microsoft.com/office/drawing/2014/main" id="{BE0706C2-CEF8-3C92-AD30-7745F5096D48}"/>
                </a:ext>
              </a:extLst>
            </p:cNvPr>
            <p:cNvSpPr/>
            <p:nvPr/>
          </p:nvSpPr>
          <p:spPr>
            <a:xfrm>
              <a:off x="3981771" y="1835688"/>
              <a:ext cx="2028838" cy="746533"/>
            </a:xfrm>
            <a:custGeom>
              <a:avLst/>
              <a:gdLst>
                <a:gd name="connsiteX0" fmla="*/ 0 w 1437894"/>
                <a:gd name="connsiteY0" fmla="*/ 529090 h 529089"/>
                <a:gd name="connsiteX1" fmla="*/ 101203 w 1437894"/>
                <a:gd name="connsiteY1" fmla="*/ 264747 h 529089"/>
                <a:gd name="connsiteX2" fmla="*/ 0 w 1437894"/>
                <a:gd name="connsiteY2" fmla="*/ 0 h 529089"/>
                <a:gd name="connsiteX3" fmla="*/ 1336691 w 1437894"/>
                <a:gd name="connsiteY3" fmla="*/ 0 h 529089"/>
                <a:gd name="connsiteX4" fmla="*/ 1437894 w 1437894"/>
                <a:gd name="connsiteY4" fmla="*/ 264747 h 529089"/>
                <a:gd name="connsiteX5" fmla="*/ 1336691 w 143789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37894" h="529089">
                  <a:moveTo>
                    <a:pt x="0" y="529090"/>
                  </a:moveTo>
                  <a:lnTo>
                    <a:pt x="101203" y="264747"/>
                  </a:lnTo>
                  <a:lnTo>
                    <a:pt x="0" y="0"/>
                  </a:lnTo>
                  <a:lnTo>
                    <a:pt x="1336691" y="0"/>
                  </a:lnTo>
                  <a:lnTo>
                    <a:pt x="1437894" y="264747"/>
                  </a:lnTo>
                  <a:lnTo>
                    <a:pt x="1336691" y="529090"/>
                  </a:lnTo>
                  <a:close/>
                </a:path>
              </a:pathLst>
            </a:custGeom>
            <a:solidFill>
              <a:srgbClr val="BFBFBF"/>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جودة </a:t>
              </a:r>
              <a:r>
                <a:rPr lang="ar-SA" sz="1100">
                  <a:solidFill>
                    <a:schemeClr val="bg1"/>
                  </a:solidFill>
                  <a:latin typeface="HRSD Gov" pitchFamily="50" charset="-78"/>
                  <a:ea typeface="HRSD Gov" pitchFamily="50" charset="-78"/>
                  <a:cs typeface="HRSD Gov" pitchFamily="50" charset="-78"/>
                </a:rPr>
                <a:t>الفروع </a:t>
              </a:r>
              <a:endParaRPr lang="en-SA" sz="1100" dirty="0">
                <a:solidFill>
                  <a:schemeClr val="bg1"/>
                </a:solidFill>
                <a:latin typeface="HRSD Gov" pitchFamily="50" charset="-78"/>
                <a:ea typeface="HRSD Gov" pitchFamily="50" charset="-78"/>
                <a:cs typeface="HRSD Gov" pitchFamily="50" charset="-78"/>
              </a:endParaRPr>
            </a:p>
          </p:txBody>
        </p:sp>
      </p:grpSp>
      <p:pic>
        <p:nvPicPr>
          <p:cNvPr id="7" name="صورة 6" descr="صورة تحتوي على نص, لقطة شاشة, رسم بياني, خط&#10;&#10;قد يكون المحتوى الذي تم إنشاؤه بواسطة الذكاء الاصطناعي غير صحيح.">
            <a:extLst>
              <a:ext uri="{FF2B5EF4-FFF2-40B4-BE49-F238E27FC236}">
                <a16:creationId xmlns:a16="http://schemas.microsoft.com/office/drawing/2014/main" id="{DFD7DB15-3FDE-F665-61E9-7D0EF7EED4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9502" y="2223640"/>
            <a:ext cx="7714644" cy="269048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9723433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9AFC4-D014-1BD5-A08A-D0E90FABA269}"/>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93EDD494-7714-79D2-C616-5F94EC86FD03}"/>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4FBCCC9D-D02D-B737-31A0-3F936317251B}"/>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C7343C7F-6FD9-5333-5CFB-DFC645906C60}"/>
              </a:ext>
            </a:extLst>
          </p:cNvPr>
          <p:cNvGrpSpPr/>
          <p:nvPr/>
        </p:nvGrpSpPr>
        <p:grpSpPr>
          <a:xfrm>
            <a:off x="3974841" y="490532"/>
            <a:ext cx="7860722" cy="530157"/>
            <a:chOff x="3974841" y="693732"/>
            <a:chExt cx="7860722" cy="530157"/>
          </a:xfrm>
        </p:grpSpPr>
        <p:sp>
          <p:nvSpPr>
            <p:cNvPr id="14" name="Title 1">
              <a:extLst>
                <a:ext uri="{FF2B5EF4-FFF2-40B4-BE49-F238E27FC236}">
                  <a16:creationId xmlns:a16="http://schemas.microsoft.com/office/drawing/2014/main" id="{8F381F38-02BA-6AA5-42AF-7212E90EE341}"/>
                </a:ext>
              </a:extLst>
            </p:cNvPr>
            <p:cNvSpPr txBox="1">
              <a:spLocks/>
            </p:cNvSpPr>
            <p:nvPr/>
          </p:nvSpPr>
          <p:spPr>
            <a:xfrm>
              <a:off x="3974841" y="693732"/>
              <a:ext cx="7860722" cy="501183"/>
            </a:xfrm>
            <a:prstGeom prst="rect">
              <a:avLst/>
            </a:prstGeom>
          </p:spPr>
          <p:txBody>
            <a:bodyPr>
              <a:normAutofit/>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2800" b="0" i="0" u="none" strike="noStrike" kern="1200" cap="none" spc="0" normalizeH="0" baseline="0" noProof="0" dirty="0">
                  <a:ln>
                    <a:noFill/>
                  </a:ln>
                  <a:solidFill>
                    <a:srgbClr val="0F3144"/>
                  </a:solidFill>
                  <a:effectLst/>
                  <a:uLnTx/>
                  <a:uFillTx/>
                  <a:cs typeface="HRSD Gov Title Bold" pitchFamily="2" charset="-78"/>
                </a:rPr>
                <a:t>تقرير المؤشر العام لرضا المستفيد في الفروع الافتراضية</a:t>
              </a:r>
              <a:endParaRPr kumimoji="0" lang="en-SA" sz="2800" b="0" i="0" u="none" strike="noStrike" kern="1200" cap="none" spc="0" normalizeH="0" baseline="0" noProof="0" dirty="0">
                <a:ln>
                  <a:noFill/>
                </a:ln>
                <a:solidFill>
                  <a:srgbClr val="0F3144"/>
                </a:solidFill>
                <a:effectLst/>
                <a:uLnTx/>
                <a:uFillTx/>
                <a:cs typeface="HRSD Gov Title Bold" pitchFamily="2" charset="-78"/>
              </a:endParaRPr>
            </a:p>
          </p:txBody>
        </p:sp>
        <p:grpSp>
          <p:nvGrpSpPr>
            <p:cNvPr id="13" name="مجموعة 12">
              <a:extLst>
                <a:ext uri="{FF2B5EF4-FFF2-40B4-BE49-F238E27FC236}">
                  <a16:creationId xmlns:a16="http://schemas.microsoft.com/office/drawing/2014/main" id="{C2656765-FF56-704F-9997-9B5A4A0FB2F3}"/>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82B73386-071B-E381-689D-488754FFC7A1}"/>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B9FB621F-08B5-D701-DDD8-02FD92D14A17}"/>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2" name="مجموعة 1">
            <a:extLst>
              <a:ext uri="{FF2B5EF4-FFF2-40B4-BE49-F238E27FC236}">
                <a16:creationId xmlns:a16="http://schemas.microsoft.com/office/drawing/2014/main" id="{2799F4DA-5CEA-B5D4-DA93-8A6E11C37328}"/>
              </a:ext>
            </a:extLst>
          </p:cNvPr>
          <p:cNvGrpSpPr/>
          <p:nvPr/>
        </p:nvGrpSpPr>
        <p:grpSpPr>
          <a:xfrm>
            <a:off x="1299412" y="1239227"/>
            <a:ext cx="10536150" cy="424900"/>
            <a:chOff x="5057737" y="4648773"/>
            <a:chExt cx="5408047" cy="380024"/>
          </a:xfrm>
        </p:grpSpPr>
        <p:sp>
          <p:nvSpPr>
            <p:cNvPr id="3" name="AutoShape 59">
              <a:extLst>
                <a:ext uri="{FF2B5EF4-FFF2-40B4-BE49-F238E27FC236}">
                  <a16:creationId xmlns:a16="http://schemas.microsoft.com/office/drawing/2014/main" id="{0C016594-CB76-4D65-36CE-D91B890C5E6A}"/>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4" name="AutoShape 59">
              <a:extLst>
                <a:ext uri="{FF2B5EF4-FFF2-40B4-BE49-F238E27FC236}">
                  <a16:creationId xmlns:a16="http://schemas.microsoft.com/office/drawing/2014/main" id="{F9D297FC-4676-69F3-5CC7-41A656F07617}"/>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 اسم المؤشر:</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المؤشر العام لرضا المستفيد عن الخدمات المقدمة في الفروع الافتراضية</a:t>
              </a:r>
            </a:p>
          </p:txBody>
        </p:sp>
      </p:grpSp>
      <p:sp>
        <p:nvSpPr>
          <p:cNvPr id="5" name="مربع نص 4">
            <a:extLst>
              <a:ext uri="{FF2B5EF4-FFF2-40B4-BE49-F238E27FC236}">
                <a16:creationId xmlns:a16="http://schemas.microsoft.com/office/drawing/2014/main" id="{CB38F78D-EB0A-5BFE-4F10-441E8EF49952}"/>
              </a:ext>
            </a:extLst>
          </p:cNvPr>
          <p:cNvSpPr txBox="1"/>
          <p:nvPr/>
        </p:nvSpPr>
        <p:spPr>
          <a:xfrm>
            <a:off x="989162" y="1911639"/>
            <a:ext cx="10846400" cy="2585323"/>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تعريف المؤشر:</a:t>
            </a:r>
          </a:p>
          <a:p>
            <a:pPr>
              <a:buNone/>
            </a:pPr>
            <a:r>
              <a:rPr lang="ar-SA" dirty="0">
                <a:solidFill>
                  <a:srgbClr val="0F3144"/>
                </a:solidFill>
                <a:latin typeface="HRSD Gov Medium" pitchFamily="2" charset="-78"/>
                <a:ea typeface="HRSD Gov Medium" pitchFamily="2" charset="-78"/>
                <a:cs typeface="HRSD Gov Medium" pitchFamily="2" charset="-78"/>
              </a:rPr>
              <a:t>هو مؤشر مركب يقيس مستوى نضج تجربة المستفيد عبر ثلاثة محاور أساسية تشمل:</a:t>
            </a:r>
          </a:p>
          <a:p>
            <a:pPr>
              <a:buNone/>
            </a:pPr>
            <a:endParaRPr lang="ar-SA" dirty="0">
              <a:solidFill>
                <a:srgbClr val="0F3144"/>
              </a:solidFill>
              <a:latin typeface="HRSD Gov Medium" pitchFamily="2" charset="-78"/>
              <a:ea typeface="HRSD Gov Medium" pitchFamily="2" charset="-78"/>
              <a:cs typeface="HRSD Gov Medium" pitchFamily="2" charset="-78"/>
            </a:endParaRPr>
          </a:p>
          <a:p>
            <a:pPr marL="342900" indent="-342900">
              <a:buFont typeface="+mj-lt"/>
              <a:buAutoNum type="arabicPeriod"/>
            </a:pPr>
            <a:r>
              <a:rPr lang="ar-SA" dirty="0">
                <a:solidFill>
                  <a:srgbClr val="0F3144"/>
                </a:solidFill>
                <a:latin typeface="HRSD Gov Medium" pitchFamily="2" charset="-78"/>
                <a:ea typeface="HRSD Gov Medium" pitchFamily="2" charset="-78"/>
                <a:cs typeface="HRSD Gov Medium" pitchFamily="2" charset="-78"/>
              </a:rPr>
              <a:t>رضا المستفيد</a:t>
            </a:r>
          </a:p>
          <a:p>
            <a:pPr marL="342900" indent="-342900">
              <a:buFont typeface="+mj-lt"/>
              <a:buAutoNum type="arabicPeriod"/>
            </a:pPr>
            <a:r>
              <a:rPr lang="ar-SA" dirty="0">
                <a:solidFill>
                  <a:srgbClr val="0F3144"/>
                </a:solidFill>
                <a:latin typeface="HRSD Gov Medium" pitchFamily="2" charset="-78"/>
                <a:ea typeface="HRSD Gov Medium" pitchFamily="2" charset="-78"/>
                <a:cs typeface="HRSD Gov Medium" pitchFamily="2" charset="-78"/>
              </a:rPr>
              <a:t>تجربة المستخدم</a:t>
            </a:r>
          </a:p>
          <a:p>
            <a:pPr marL="342900" indent="-342900">
              <a:buFont typeface="+mj-lt"/>
              <a:buAutoNum type="arabicPeriod"/>
            </a:pPr>
            <a:r>
              <a:rPr lang="ar-SA" dirty="0">
                <a:solidFill>
                  <a:srgbClr val="0F3144"/>
                </a:solidFill>
                <a:latin typeface="HRSD Gov Medium" pitchFamily="2" charset="-78"/>
                <a:ea typeface="HRSD Gov Medium" pitchFamily="2" charset="-78"/>
                <a:cs typeface="HRSD Gov Medium" pitchFamily="2" charset="-78"/>
              </a:rPr>
              <a:t>التعامل مع الشكاوى</a:t>
            </a:r>
          </a:p>
          <a:p>
            <a:pPr marL="285750" indent="-285750">
              <a:buFont typeface="Wingdings" panose="05000000000000000000" pitchFamily="2" charset="2"/>
              <a:buChar char="v"/>
            </a:pPr>
            <a:r>
              <a:rPr lang="ar-SA" dirty="0">
                <a:solidFill>
                  <a:srgbClr val="0F3144"/>
                </a:solidFill>
                <a:latin typeface="HRSD Gov Medium" pitchFamily="2" charset="-78"/>
                <a:ea typeface="HRSD Gov Medium" pitchFamily="2" charset="-78"/>
                <a:cs typeface="HRSD Gov Medium" pitchFamily="2" charset="-78"/>
              </a:rPr>
              <a:t>ويتم احتساب المؤشر العام باستخدام الصيغة التالية:</a:t>
            </a:r>
          </a:p>
          <a:p>
            <a:pPr marL="285750" indent="-285750">
              <a:buFont typeface="Wingdings" panose="05000000000000000000" pitchFamily="2" charset="2"/>
              <a:buChar char="v"/>
            </a:pPr>
            <a:endParaRPr lang="ar-SA" dirty="0">
              <a:solidFill>
                <a:srgbClr val="0F3144"/>
              </a:solidFill>
              <a:latin typeface="HRSD Gov Medium" pitchFamily="2" charset="-78"/>
              <a:ea typeface="HRSD Gov Medium" pitchFamily="2" charset="-78"/>
              <a:cs typeface="HRSD Gov Medium" pitchFamily="2" charset="-78"/>
            </a:endParaRPr>
          </a:p>
          <a:p>
            <a:pPr>
              <a:buNone/>
            </a:pPr>
            <a:endParaRPr lang="ar-SA" dirty="0">
              <a:solidFill>
                <a:srgbClr val="0F3144"/>
              </a:solidFill>
              <a:latin typeface="HRSD Gov Medium" pitchFamily="2" charset="-78"/>
              <a:ea typeface="HRSD Gov Medium" pitchFamily="2" charset="-78"/>
              <a:cs typeface="HRSD Gov Medium" pitchFamily="2" charset="-78"/>
            </a:endParaRPr>
          </a:p>
        </p:txBody>
      </p:sp>
      <p:grpSp>
        <p:nvGrpSpPr>
          <p:cNvPr id="7" name="مجموعة 6">
            <a:extLst>
              <a:ext uri="{FF2B5EF4-FFF2-40B4-BE49-F238E27FC236}">
                <a16:creationId xmlns:a16="http://schemas.microsoft.com/office/drawing/2014/main" id="{B7DAC4D4-DFEA-A6EF-7E31-4A3AE3F30005}"/>
              </a:ext>
            </a:extLst>
          </p:cNvPr>
          <p:cNvGrpSpPr/>
          <p:nvPr/>
        </p:nvGrpSpPr>
        <p:grpSpPr>
          <a:xfrm>
            <a:off x="2890401" y="4075102"/>
            <a:ext cx="8478312" cy="1385898"/>
            <a:chOff x="2272574" y="5246354"/>
            <a:chExt cx="8478312" cy="1385898"/>
          </a:xfrm>
        </p:grpSpPr>
        <p:sp>
          <p:nvSpPr>
            <p:cNvPr id="8" name="AutoShape 59">
              <a:extLst>
                <a:ext uri="{FF2B5EF4-FFF2-40B4-BE49-F238E27FC236}">
                  <a16:creationId xmlns:a16="http://schemas.microsoft.com/office/drawing/2014/main" id="{FFC1ABDB-05B4-BE68-B072-2407334D8095}"/>
                </a:ext>
              </a:extLst>
            </p:cNvPr>
            <p:cNvSpPr>
              <a:spLocks noChangeArrowheads="1"/>
            </p:cNvSpPr>
            <p:nvPr/>
          </p:nvSpPr>
          <p:spPr bwMode="blackWhite">
            <a:xfrm>
              <a:off x="2272574" y="5254914"/>
              <a:ext cx="8360243" cy="1353698"/>
            </a:xfrm>
            <a:prstGeom prst="roundRect">
              <a:avLst>
                <a:gd name="adj" fmla="val 16625"/>
              </a:avLst>
            </a:prstGeom>
            <a:noFill/>
            <a:ln w="9525" algn="ctr">
              <a:solidFill>
                <a:schemeClr val="tx1"/>
              </a:solidFill>
              <a:prstDash val="lgDash"/>
              <a:round/>
              <a:headEnd/>
              <a:tailEnd/>
            </a:ln>
          </p:spPr>
          <p:txBody>
            <a:bodyPr lIns="32652" tIns="32652" rIns="32652" bIns="32652" anchor="ctr"/>
            <a:lstStyle/>
            <a:p>
              <a:pPr algn="ctr"/>
              <a:r>
                <a:rPr lang="ar-SA" sz="1600" b="1" dirty="0">
                  <a:solidFill>
                    <a:srgbClr val="0F3144"/>
                  </a:solidFill>
                  <a:latin typeface="HRSD" panose="02000906030000020004" pitchFamily="2" charset="-78"/>
                  <a:cs typeface="HRSD" panose="02000906030000020004" pitchFamily="2" charset="-78"/>
                </a:rPr>
                <a:t>(مجموع نتائج محاور "رضا المستفيد" × وزنه 25%)</a:t>
              </a:r>
            </a:p>
            <a:p>
              <a:pPr algn="ctr"/>
              <a:r>
                <a:rPr lang="ar-SA" sz="1600" b="1" dirty="0">
                  <a:solidFill>
                    <a:srgbClr val="0F3144"/>
                  </a:solidFill>
                  <a:latin typeface="HRSD" panose="02000906030000020004" pitchFamily="2" charset="-78"/>
                  <a:cs typeface="HRSD" panose="02000906030000020004" pitchFamily="2" charset="-78"/>
                </a:rPr>
                <a:t>+</a:t>
              </a:r>
            </a:p>
            <a:p>
              <a:pPr algn="ctr"/>
              <a:r>
                <a:rPr lang="ar-SA" sz="1600" b="1" dirty="0">
                  <a:solidFill>
                    <a:srgbClr val="0F3144"/>
                  </a:solidFill>
                  <a:latin typeface="HRSD" panose="02000906030000020004" pitchFamily="2" charset="-78"/>
                  <a:cs typeface="HRSD" panose="02000906030000020004" pitchFamily="2" charset="-78"/>
                </a:rPr>
                <a:t>(مجموع نتائج محاور "تجربة المستخدم" × وزنه 50%)</a:t>
              </a:r>
            </a:p>
            <a:p>
              <a:pPr algn="ctr"/>
              <a:r>
                <a:rPr lang="ar-SA" sz="1600" b="1" dirty="0">
                  <a:solidFill>
                    <a:srgbClr val="0F3144"/>
                  </a:solidFill>
                  <a:latin typeface="HRSD" panose="02000906030000020004" pitchFamily="2" charset="-78"/>
                  <a:cs typeface="HRSD" panose="02000906030000020004" pitchFamily="2" charset="-78"/>
                </a:rPr>
                <a:t>+</a:t>
              </a:r>
            </a:p>
            <a:p>
              <a:pPr algn="ctr"/>
              <a:r>
                <a:rPr lang="ar-SA" sz="1600" b="1" dirty="0">
                  <a:solidFill>
                    <a:srgbClr val="0F3144"/>
                  </a:solidFill>
                  <a:latin typeface="HRSD" panose="02000906030000020004" pitchFamily="2" charset="-78"/>
                  <a:cs typeface="HRSD" panose="02000906030000020004" pitchFamily="2" charset="-78"/>
                </a:rPr>
                <a:t>(مجموع نتائج محاور "التعامل مع الشكاوى" × وزنه 25%)</a:t>
              </a:r>
            </a:p>
          </p:txBody>
        </p:sp>
        <p:sp>
          <p:nvSpPr>
            <p:cNvPr id="9" name="AutoShape 59">
              <a:extLst>
                <a:ext uri="{FF2B5EF4-FFF2-40B4-BE49-F238E27FC236}">
                  <a16:creationId xmlns:a16="http://schemas.microsoft.com/office/drawing/2014/main" id="{250DAE87-B8F1-C128-DAA9-4ADDF01F0548}"/>
                </a:ext>
              </a:extLst>
            </p:cNvPr>
            <p:cNvSpPr>
              <a:spLocks noChangeArrowheads="1"/>
            </p:cNvSpPr>
            <p:nvPr/>
          </p:nvSpPr>
          <p:spPr bwMode="blackWhite">
            <a:xfrm>
              <a:off x="9459824" y="5246354"/>
              <a:ext cx="1291062" cy="1385898"/>
            </a:xfrm>
            <a:prstGeom prst="roundRect">
              <a:avLst>
                <a:gd name="adj" fmla="val 16625"/>
              </a:avLst>
            </a:prstGeom>
            <a:solidFill>
              <a:srgbClr val="0F3144"/>
            </a:solidFill>
            <a:ln w="9525" algn="ctr">
              <a:noFill/>
              <a:round/>
              <a:headEnd/>
              <a:tailEnd/>
            </a:ln>
          </p:spPr>
          <p:txBody>
            <a:bodyPr lIns="32652" tIns="32652" rIns="32652" bIns="32652" anchor="ctr"/>
            <a:lstStyle/>
            <a:p>
              <a:pPr lvl="0" algn="ctr" rtl="0" eaLnBrk="0" fontAlgn="base" hangingPunct="0">
                <a:spcBef>
                  <a:spcPct val="0"/>
                </a:spcBef>
                <a:spcAft>
                  <a:spcPct val="0"/>
                </a:spcAft>
              </a:pPr>
              <a:r>
                <a:rPr lang="ar-SA" sz="2000" b="1" dirty="0">
                  <a:solidFill>
                    <a:schemeClr val="bg1"/>
                  </a:solidFill>
                  <a:latin typeface="HRSD" panose="02000906030000020004" pitchFamily="2" charset="-78"/>
                  <a:cs typeface="HRSD" panose="02000906030000020004" pitchFamily="2" charset="-78"/>
                </a:rPr>
                <a:t>المؤشر العام =</a:t>
              </a:r>
              <a:endParaRPr lang="ar-SA" altLang="ar-SA" sz="2000" dirty="0">
                <a:solidFill>
                  <a:schemeClr val="bg1"/>
                </a:solidFill>
                <a:latin typeface="HRSD" panose="02000906030000020004" pitchFamily="2" charset="-78"/>
                <a:ea typeface="HRSD Gov Medium" pitchFamily="2" charset="-78"/>
                <a:cs typeface="HRSD" panose="02000906030000020004" pitchFamily="2" charset="-78"/>
              </a:endParaRPr>
            </a:p>
          </p:txBody>
        </p:sp>
      </p:grpSp>
      <p:grpSp>
        <p:nvGrpSpPr>
          <p:cNvPr id="6" name="مجموعة 5">
            <a:extLst>
              <a:ext uri="{FF2B5EF4-FFF2-40B4-BE49-F238E27FC236}">
                <a16:creationId xmlns:a16="http://schemas.microsoft.com/office/drawing/2014/main" id="{9D226508-CEA6-3835-14E4-46C1E59B7145}"/>
              </a:ext>
            </a:extLst>
          </p:cNvPr>
          <p:cNvGrpSpPr/>
          <p:nvPr/>
        </p:nvGrpSpPr>
        <p:grpSpPr>
          <a:xfrm rot="10800000" flipV="1">
            <a:off x="93306" y="145328"/>
            <a:ext cx="2701968" cy="425013"/>
            <a:chOff x="2127715" y="1835688"/>
            <a:chExt cx="5936863" cy="746533"/>
          </a:xfrm>
        </p:grpSpPr>
        <p:sp>
          <p:nvSpPr>
            <p:cNvPr id="10" name="Freeform 7">
              <a:extLst>
                <a:ext uri="{FF2B5EF4-FFF2-40B4-BE49-F238E27FC236}">
                  <a16:creationId xmlns:a16="http://schemas.microsoft.com/office/drawing/2014/main" id="{F7F94134-9CF8-D90D-3341-56B4BA43225D}"/>
                </a:ext>
              </a:extLst>
            </p:cNvPr>
            <p:cNvSpPr/>
            <p:nvPr/>
          </p:nvSpPr>
          <p:spPr>
            <a:xfrm>
              <a:off x="5867814" y="1835688"/>
              <a:ext cx="2196764" cy="746533"/>
            </a:xfrm>
            <a:custGeom>
              <a:avLst/>
              <a:gdLst>
                <a:gd name="connsiteX0" fmla="*/ 0 w 1556908"/>
                <a:gd name="connsiteY0" fmla="*/ 529090 h 529089"/>
                <a:gd name="connsiteX1" fmla="*/ 101203 w 1556908"/>
                <a:gd name="connsiteY1" fmla="*/ 264747 h 529089"/>
                <a:gd name="connsiteX2" fmla="*/ 0 w 1556908"/>
                <a:gd name="connsiteY2" fmla="*/ 0 h 529089"/>
                <a:gd name="connsiteX3" fmla="*/ 1455706 w 1556908"/>
                <a:gd name="connsiteY3" fmla="*/ 0 h 529089"/>
                <a:gd name="connsiteX4" fmla="*/ 1556909 w 1556908"/>
                <a:gd name="connsiteY4" fmla="*/ 264747 h 529089"/>
                <a:gd name="connsiteX5" fmla="*/ 1455706 w 1556908"/>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6908" h="529089">
                  <a:moveTo>
                    <a:pt x="0" y="529090"/>
                  </a:moveTo>
                  <a:lnTo>
                    <a:pt x="101203" y="264747"/>
                  </a:lnTo>
                  <a:lnTo>
                    <a:pt x="0" y="0"/>
                  </a:lnTo>
                  <a:lnTo>
                    <a:pt x="1455706" y="0"/>
                  </a:lnTo>
                  <a:lnTo>
                    <a:pt x="1556909" y="264747"/>
                  </a:lnTo>
                  <a:lnTo>
                    <a:pt x="1455706" y="529090"/>
                  </a:lnTo>
                  <a:close/>
                </a:path>
              </a:pathLst>
            </a:custGeom>
            <a:solidFill>
              <a:srgbClr val="0F3144"/>
            </a:solidFill>
            <a:ln w="4048" cap="flat">
              <a:noFill/>
              <a:prstDash val="solid"/>
              <a:miter/>
            </a:ln>
          </p:spPr>
          <p:txBody>
            <a:bodyPr rtlCol="0" anchor="ctr"/>
            <a:lstStyle/>
            <a:p>
              <a:pPr algn="ctr"/>
              <a:r>
                <a:rPr lang="ar-SA" sz="1100">
                  <a:solidFill>
                    <a:schemeClr val="bg1"/>
                  </a:solidFill>
                  <a:latin typeface="HRSD Gov" pitchFamily="50" charset="-78"/>
                  <a:ea typeface="HRSD Gov" pitchFamily="50" charset="-78"/>
                  <a:cs typeface="HRSD Gov" pitchFamily="50" charset="-78"/>
                </a:rPr>
                <a:t>رضا المستفيد</a:t>
              </a:r>
              <a:endParaRPr lang="en-SA" sz="1100" dirty="0">
                <a:solidFill>
                  <a:schemeClr val="bg1"/>
                </a:solidFill>
                <a:latin typeface="HRSD Gov" pitchFamily="50" charset="-78"/>
                <a:ea typeface="HRSD Gov" pitchFamily="50" charset="-78"/>
                <a:cs typeface="HRSD Gov" pitchFamily="50" charset="-78"/>
              </a:endParaRPr>
            </a:p>
          </p:txBody>
        </p:sp>
        <p:sp>
          <p:nvSpPr>
            <p:cNvPr id="12" name="Freeform 8">
              <a:extLst>
                <a:ext uri="{FF2B5EF4-FFF2-40B4-BE49-F238E27FC236}">
                  <a16:creationId xmlns:a16="http://schemas.microsoft.com/office/drawing/2014/main" id="{B608D1AB-CCA2-2509-8A06-9AD293E2EF43}"/>
                </a:ext>
              </a:extLst>
            </p:cNvPr>
            <p:cNvSpPr/>
            <p:nvPr/>
          </p:nvSpPr>
          <p:spPr>
            <a:xfrm>
              <a:off x="2127715" y="1835688"/>
              <a:ext cx="1996851" cy="746533"/>
            </a:xfrm>
            <a:custGeom>
              <a:avLst/>
              <a:gdLst>
                <a:gd name="connsiteX0" fmla="*/ 0 w 1415224"/>
                <a:gd name="connsiteY0" fmla="*/ 529090 h 529089"/>
                <a:gd name="connsiteX1" fmla="*/ 101203 w 1415224"/>
                <a:gd name="connsiteY1" fmla="*/ 264747 h 529089"/>
                <a:gd name="connsiteX2" fmla="*/ 0 w 1415224"/>
                <a:gd name="connsiteY2" fmla="*/ 0 h 529089"/>
                <a:gd name="connsiteX3" fmla="*/ 1314021 w 1415224"/>
                <a:gd name="connsiteY3" fmla="*/ 0 h 529089"/>
                <a:gd name="connsiteX4" fmla="*/ 1415224 w 1415224"/>
                <a:gd name="connsiteY4" fmla="*/ 264747 h 529089"/>
                <a:gd name="connsiteX5" fmla="*/ 1314021 w 141522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5224" h="529089">
                  <a:moveTo>
                    <a:pt x="0" y="529090"/>
                  </a:moveTo>
                  <a:lnTo>
                    <a:pt x="101203" y="264747"/>
                  </a:lnTo>
                  <a:lnTo>
                    <a:pt x="0" y="0"/>
                  </a:lnTo>
                  <a:lnTo>
                    <a:pt x="1314021" y="0"/>
                  </a:lnTo>
                  <a:lnTo>
                    <a:pt x="1415224" y="264747"/>
                  </a:lnTo>
                  <a:lnTo>
                    <a:pt x="1314021" y="529090"/>
                  </a:lnTo>
                  <a:close/>
                </a:path>
              </a:pathLst>
            </a:custGeom>
            <a:solidFill>
              <a:schemeClr val="bg1">
                <a:lumMod val="75000"/>
              </a:schemeClr>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الفريق الاشرافي </a:t>
              </a:r>
              <a:endParaRPr lang="en-SA" sz="1100" dirty="0">
                <a:solidFill>
                  <a:schemeClr val="bg1"/>
                </a:solidFill>
                <a:latin typeface="HRSD Gov" pitchFamily="50" charset="-78"/>
                <a:ea typeface="HRSD Gov" pitchFamily="50" charset="-78"/>
                <a:cs typeface="HRSD Gov" pitchFamily="50" charset="-78"/>
              </a:endParaRPr>
            </a:p>
          </p:txBody>
        </p:sp>
        <p:sp>
          <p:nvSpPr>
            <p:cNvPr id="19" name="Freeform 9">
              <a:extLst>
                <a:ext uri="{FF2B5EF4-FFF2-40B4-BE49-F238E27FC236}">
                  <a16:creationId xmlns:a16="http://schemas.microsoft.com/office/drawing/2014/main" id="{E6BDB630-9BE9-933E-2DAE-444C4B2E37F8}"/>
                </a:ext>
              </a:extLst>
            </p:cNvPr>
            <p:cNvSpPr/>
            <p:nvPr/>
          </p:nvSpPr>
          <p:spPr>
            <a:xfrm>
              <a:off x="3981771" y="1835688"/>
              <a:ext cx="2028838" cy="746533"/>
            </a:xfrm>
            <a:custGeom>
              <a:avLst/>
              <a:gdLst>
                <a:gd name="connsiteX0" fmla="*/ 0 w 1437894"/>
                <a:gd name="connsiteY0" fmla="*/ 529090 h 529089"/>
                <a:gd name="connsiteX1" fmla="*/ 101203 w 1437894"/>
                <a:gd name="connsiteY1" fmla="*/ 264747 h 529089"/>
                <a:gd name="connsiteX2" fmla="*/ 0 w 1437894"/>
                <a:gd name="connsiteY2" fmla="*/ 0 h 529089"/>
                <a:gd name="connsiteX3" fmla="*/ 1336691 w 1437894"/>
                <a:gd name="connsiteY3" fmla="*/ 0 h 529089"/>
                <a:gd name="connsiteX4" fmla="*/ 1437894 w 1437894"/>
                <a:gd name="connsiteY4" fmla="*/ 264747 h 529089"/>
                <a:gd name="connsiteX5" fmla="*/ 1336691 w 143789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37894" h="529089">
                  <a:moveTo>
                    <a:pt x="0" y="529090"/>
                  </a:moveTo>
                  <a:lnTo>
                    <a:pt x="101203" y="264747"/>
                  </a:lnTo>
                  <a:lnTo>
                    <a:pt x="0" y="0"/>
                  </a:lnTo>
                  <a:lnTo>
                    <a:pt x="1336691" y="0"/>
                  </a:lnTo>
                  <a:lnTo>
                    <a:pt x="1437894" y="264747"/>
                  </a:lnTo>
                  <a:lnTo>
                    <a:pt x="1336691" y="529090"/>
                  </a:lnTo>
                  <a:close/>
                </a:path>
              </a:pathLst>
            </a:custGeom>
            <a:solidFill>
              <a:srgbClr val="BFBFBF"/>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جودة </a:t>
              </a:r>
              <a:r>
                <a:rPr lang="ar-SA" sz="1100">
                  <a:solidFill>
                    <a:schemeClr val="bg1"/>
                  </a:solidFill>
                  <a:latin typeface="HRSD Gov" pitchFamily="50" charset="-78"/>
                  <a:ea typeface="HRSD Gov" pitchFamily="50" charset="-78"/>
                  <a:cs typeface="HRSD Gov" pitchFamily="50" charset="-78"/>
                </a:rPr>
                <a:t>الفروع </a:t>
              </a:r>
              <a:endParaRPr lang="en-SA" sz="1100" dirty="0">
                <a:solidFill>
                  <a:schemeClr val="bg1"/>
                </a:solidFill>
                <a:latin typeface="HRSD Gov" pitchFamily="50" charset="-78"/>
                <a:ea typeface="HRSD Gov" pitchFamily="50" charset="-78"/>
                <a:cs typeface="HRSD Gov" pitchFamily="50" charset="-78"/>
              </a:endParaRPr>
            </a:p>
          </p:txBody>
        </p:sp>
      </p:grpSp>
    </p:spTree>
    <p:extLst>
      <p:ext uri="{BB962C8B-B14F-4D97-AF65-F5344CB8AC3E}">
        <p14:creationId xmlns:p14="http://schemas.microsoft.com/office/powerpoint/2010/main" val="1706232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D88BE-5AFE-E0F8-11DD-68F17DDA3E9D}"/>
            </a:ext>
          </a:extLst>
        </p:cNvPr>
        <p:cNvGrpSpPr/>
        <p:nvPr/>
      </p:nvGrpSpPr>
      <p:grpSpPr>
        <a:xfrm>
          <a:off x="0" y="0"/>
          <a:ext cx="0" cy="0"/>
          <a:chOff x="0" y="0"/>
          <a:chExt cx="0" cy="0"/>
        </a:xfrm>
      </p:grpSpPr>
      <p:sp>
        <p:nvSpPr>
          <p:cNvPr id="21" name="مربع نص 20">
            <a:extLst>
              <a:ext uri="{FF2B5EF4-FFF2-40B4-BE49-F238E27FC236}">
                <a16:creationId xmlns:a16="http://schemas.microsoft.com/office/drawing/2014/main" id="{408A9988-4327-A56E-0299-DD5B53DBF6C7}"/>
              </a:ext>
            </a:extLst>
          </p:cNvPr>
          <p:cNvSpPr txBox="1"/>
          <p:nvPr/>
        </p:nvSpPr>
        <p:spPr>
          <a:xfrm>
            <a:off x="989162" y="3863156"/>
            <a:ext cx="10846400" cy="2154436"/>
          </a:xfrm>
          <a:prstGeom prst="rect">
            <a:avLst/>
          </a:prstGeom>
          <a:noFill/>
        </p:spPr>
        <p:txBody>
          <a:bodyPr wrap="square">
            <a:spAutoFit/>
          </a:bodyPr>
          <a:lstStyle/>
          <a:p>
            <a:r>
              <a:rPr lang="ar-SA" dirty="0">
                <a:solidFill>
                  <a:srgbClr val="269798"/>
                </a:solidFill>
                <a:latin typeface="HRSD Gov Medium" pitchFamily="2" charset="-78"/>
                <a:ea typeface="HRSD Gov Medium" pitchFamily="2" charset="-78"/>
                <a:cs typeface="HRSD Gov Medium" pitchFamily="2" charset="-78"/>
              </a:rPr>
              <a:t>الهدف:</a:t>
            </a:r>
          </a:p>
          <a:p>
            <a:pPr>
              <a:buNone/>
            </a:pPr>
            <a:r>
              <a:rPr lang="ar-SA" sz="1400" b="1" dirty="0">
                <a:solidFill>
                  <a:srgbClr val="0F3144"/>
                </a:solidFill>
                <a:latin typeface="HRSD Gov Medium" pitchFamily="2" charset="-78"/>
                <a:ea typeface="HRSD Gov Medium" pitchFamily="2" charset="-78"/>
                <a:cs typeface="HRSD Gov Medium" pitchFamily="2" charset="-78"/>
              </a:rPr>
              <a:t>الوصول إلى نسبة لا تقل عن 90% لتحقيق تصنيف "متقدم" ضمن المستويات المعتمدة في مؤشرات تجربة المستفيد</a:t>
            </a:r>
          </a:p>
          <a:p>
            <a:pPr>
              <a:buNone/>
            </a:pPr>
            <a:endParaRPr lang="ar-SA" sz="1400" b="1"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التحليل:</a:t>
            </a:r>
          </a:p>
          <a:p>
            <a:pPr marL="285750" indent="-285750">
              <a:buFont typeface="Arial" panose="020B0604020202020204" pitchFamily="34" charset="0"/>
              <a:buChar char="•"/>
            </a:pPr>
            <a:r>
              <a:rPr lang="ar-SA" sz="1400" b="1" dirty="0">
                <a:solidFill>
                  <a:srgbClr val="0F3144"/>
                </a:solidFill>
                <a:latin typeface="HRSD Gov Medium" pitchFamily="2" charset="-78"/>
                <a:ea typeface="HRSD Gov Medium" pitchFamily="2" charset="-78"/>
                <a:cs typeface="HRSD Gov Medium" pitchFamily="2" charset="-78"/>
              </a:rPr>
              <a:t>المؤشر العام أقل من المستهدف بنسبة 24.07%.</a:t>
            </a:r>
          </a:p>
          <a:p>
            <a:pPr marL="285750" indent="-285750">
              <a:buFont typeface="Arial" panose="020B0604020202020204" pitchFamily="34" charset="0"/>
              <a:buChar char="•"/>
            </a:pPr>
            <a:r>
              <a:rPr lang="ar-SA" sz="1400" b="1" dirty="0">
                <a:solidFill>
                  <a:srgbClr val="0F3144"/>
                </a:solidFill>
                <a:latin typeface="HRSD Gov Medium" pitchFamily="2" charset="-78"/>
                <a:ea typeface="HRSD Gov Medium" pitchFamily="2" charset="-78"/>
                <a:cs typeface="HRSD Gov Medium" pitchFamily="2" charset="-78"/>
              </a:rPr>
              <a:t>ارتفاع نسبة التقييمات المتوسطة والمنخفضة في محور "رضا المستفيد".</a:t>
            </a:r>
          </a:p>
          <a:p>
            <a:pPr marL="285750" indent="-285750">
              <a:buFont typeface="Arial" panose="020B0604020202020204" pitchFamily="34" charset="0"/>
              <a:buChar char="•"/>
            </a:pPr>
            <a:r>
              <a:rPr lang="ar-SA" sz="1400" b="1" dirty="0">
                <a:solidFill>
                  <a:srgbClr val="0F3144"/>
                </a:solidFill>
                <a:latin typeface="HRSD Gov Medium" pitchFamily="2" charset="-78"/>
                <a:ea typeface="HRSD Gov Medium" pitchFamily="2" charset="-78"/>
                <a:cs typeface="HRSD Gov Medium" pitchFamily="2" charset="-78"/>
              </a:rPr>
              <a:t>ضعف في مؤشرات التفاعل الرقمي ووضوح الخدمات في تجربة المستخدم.</a:t>
            </a:r>
          </a:p>
          <a:p>
            <a:pPr marL="285750" indent="-285750">
              <a:buFont typeface="Arial" panose="020B0604020202020204" pitchFamily="34" charset="0"/>
              <a:buChar char="•"/>
            </a:pPr>
            <a:r>
              <a:rPr lang="ar-SA" sz="1400" b="1" dirty="0">
                <a:solidFill>
                  <a:srgbClr val="0F3144"/>
                </a:solidFill>
                <a:latin typeface="HRSD Gov Medium" pitchFamily="2" charset="-78"/>
                <a:ea typeface="HRSD Gov Medium" pitchFamily="2" charset="-78"/>
                <a:cs typeface="HRSD Gov Medium" pitchFamily="2" charset="-78"/>
              </a:rPr>
              <a:t>عدم وجود نظام موحد وفعّال لإغلاق الشكاوى وإشعار المستفيدين.</a:t>
            </a:r>
          </a:p>
          <a:p>
            <a:pPr>
              <a:buNone/>
            </a:pPr>
            <a:endParaRPr lang="ar-SA" sz="1400" dirty="0"/>
          </a:p>
        </p:txBody>
      </p:sp>
      <p:sp>
        <p:nvSpPr>
          <p:cNvPr id="11" name="Slide Number Placeholder 5">
            <a:extLst>
              <a:ext uri="{FF2B5EF4-FFF2-40B4-BE49-F238E27FC236}">
                <a16:creationId xmlns:a16="http://schemas.microsoft.com/office/drawing/2014/main" id="{74F12C63-9733-F19B-9D3A-C710E0A56D09}"/>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F63A3633-523E-982F-3DF8-2DE48D5E5DF6}"/>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8E195E0D-3AA3-544D-65E7-5B165E78A6C4}"/>
              </a:ext>
            </a:extLst>
          </p:cNvPr>
          <p:cNvGrpSpPr/>
          <p:nvPr/>
        </p:nvGrpSpPr>
        <p:grpSpPr>
          <a:xfrm>
            <a:off x="3900197" y="490532"/>
            <a:ext cx="7935366" cy="530157"/>
            <a:chOff x="3900197" y="693732"/>
            <a:chExt cx="7935366" cy="530157"/>
          </a:xfrm>
        </p:grpSpPr>
        <p:sp>
          <p:nvSpPr>
            <p:cNvPr id="14" name="Title 1">
              <a:extLst>
                <a:ext uri="{FF2B5EF4-FFF2-40B4-BE49-F238E27FC236}">
                  <a16:creationId xmlns:a16="http://schemas.microsoft.com/office/drawing/2014/main" id="{2B1F9598-93DA-E71A-A9DF-0EDA0ADD82D5}"/>
                </a:ext>
              </a:extLst>
            </p:cNvPr>
            <p:cNvSpPr txBox="1">
              <a:spLocks/>
            </p:cNvSpPr>
            <p:nvPr/>
          </p:nvSpPr>
          <p:spPr>
            <a:xfrm>
              <a:off x="3900197" y="693732"/>
              <a:ext cx="7935366" cy="501183"/>
            </a:xfrm>
            <a:prstGeom prst="rect">
              <a:avLst/>
            </a:prstGeom>
          </p:spPr>
          <p:txBody>
            <a:bodyPr>
              <a:normAutofit/>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2800" b="0" i="0" u="none" strike="noStrike" kern="1200" cap="none" spc="0" normalizeH="0" baseline="0" noProof="0" dirty="0">
                  <a:ln>
                    <a:noFill/>
                  </a:ln>
                  <a:solidFill>
                    <a:srgbClr val="0F3144"/>
                  </a:solidFill>
                  <a:effectLst/>
                  <a:uLnTx/>
                  <a:uFillTx/>
                  <a:cs typeface="HRSD Gov Title Bold" pitchFamily="2" charset="-78"/>
                </a:rPr>
                <a:t>تقرير المؤشر العام لرضا المستفيد في الفروع الافتراضية</a:t>
              </a:r>
              <a:endParaRPr kumimoji="0" lang="en-SA" sz="2800" b="0" i="0" u="none" strike="noStrike" kern="1200" cap="none" spc="0" normalizeH="0" baseline="0" noProof="0" dirty="0">
                <a:ln>
                  <a:noFill/>
                </a:ln>
                <a:solidFill>
                  <a:srgbClr val="0F3144"/>
                </a:solidFill>
                <a:effectLst/>
                <a:uLnTx/>
                <a:uFillTx/>
                <a:cs typeface="HRSD Gov Title Bold" pitchFamily="2" charset="-78"/>
              </a:endParaRPr>
            </a:p>
          </p:txBody>
        </p:sp>
        <p:grpSp>
          <p:nvGrpSpPr>
            <p:cNvPr id="13" name="مجموعة 12">
              <a:extLst>
                <a:ext uri="{FF2B5EF4-FFF2-40B4-BE49-F238E27FC236}">
                  <a16:creationId xmlns:a16="http://schemas.microsoft.com/office/drawing/2014/main" id="{F694EF3B-2C8F-4A40-A5F2-F6F6B231DACF}"/>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12F78188-8B8E-D9BB-BB30-AAAC14D5B46F}"/>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3C06662F-D98D-B866-9C5B-5F1447C3C96E}"/>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2" name="مجموعة 1">
            <a:extLst>
              <a:ext uri="{FF2B5EF4-FFF2-40B4-BE49-F238E27FC236}">
                <a16:creationId xmlns:a16="http://schemas.microsoft.com/office/drawing/2014/main" id="{047D2A1C-20FE-8CA0-83B4-6CE25C2EB21E}"/>
              </a:ext>
            </a:extLst>
          </p:cNvPr>
          <p:cNvGrpSpPr/>
          <p:nvPr/>
        </p:nvGrpSpPr>
        <p:grpSpPr>
          <a:xfrm>
            <a:off x="1299412" y="1239227"/>
            <a:ext cx="10536150" cy="424900"/>
            <a:chOff x="5057737" y="4648773"/>
            <a:chExt cx="5408047" cy="380024"/>
          </a:xfrm>
        </p:grpSpPr>
        <p:sp>
          <p:nvSpPr>
            <p:cNvPr id="3" name="AutoShape 59">
              <a:extLst>
                <a:ext uri="{FF2B5EF4-FFF2-40B4-BE49-F238E27FC236}">
                  <a16:creationId xmlns:a16="http://schemas.microsoft.com/office/drawing/2014/main" id="{818C8703-9BD5-B803-B958-227B5A16319B}"/>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4" name="AutoShape 59">
              <a:extLst>
                <a:ext uri="{FF2B5EF4-FFF2-40B4-BE49-F238E27FC236}">
                  <a16:creationId xmlns:a16="http://schemas.microsoft.com/office/drawing/2014/main" id="{A4F4F176-7025-3500-49B1-7128F9BE8BA6}"/>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 اسم المؤشر:</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المؤشر العام لرضا المستفيد عن الخدمات المقدمة في الفروع الافتراضية</a:t>
              </a:r>
            </a:p>
          </p:txBody>
        </p:sp>
      </p:grpSp>
      <p:sp>
        <p:nvSpPr>
          <p:cNvPr id="5" name="مربع نص 4">
            <a:extLst>
              <a:ext uri="{FF2B5EF4-FFF2-40B4-BE49-F238E27FC236}">
                <a16:creationId xmlns:a16="http://schemas.microsoft.com/office/drawing/2014/main" id="{FA279066-3F97-2271-DA94-08B636E9C8CF}"/>
              </a:ext>
            </a:extLst>
          </p:cNvPr>
          <p:cNvSpPr txBox="1"/>
          <p:nvPr/>
        </p:nvSpPr>
        <p:spPr>
          <a:xfrm>
            <a:off x="989162" y="1911639"/>
            <a:ext cx="10846400" cy="923330"/>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النتائج:</a:t>
            </a:r>
          </a:p>
          <a:p>
            <a:endParaRPr lang="ar-SA" dirty="0">
              <a:solidFill>
                <a:srgbClr val="0F3144"/>
              </a:solidFill>
              <a:latin typeface="HRSD Gov Medium" pitchFamily="2" charset="-78"/>
              <a:ea typeface="HRSD Gov Medium" pitchFamily="2" charset="-78"/>
              <a:cs typeface="HRSD Gov Medium" pitchFamily="2" charset="-78"/>
            </a:endParaRPr>
          </a:p>
          <a:p>
            <a:pPr>
              <a:buNone/>
            </a:pPr>
            <a:endParaRPr lang="ar-SA" dirty="0">
              <a:solidFill>
                <a:srgbClr val="0F3144"/>
              </a:solidFill>
              <a:latin typeface="HRSD Gov Medium" pitchFamily="2" charset="-78"/>
              <a:ea typeface="HRSD Gov Medium" pitchFamily="2" charset="-78"/>
              <a:cs typeface="HRSD Gov Medium" pitchFamily="2" charset="-78"/>
            </a:endParaRPr>
          </a:p>
        </p:txBody>
      </p:sp>
      <p:graphicFrame>
        <p:nvGraphicFramePr>
          <p:cNvPr id="10" name="جدول 9">
            <a:extLst>
              <a:ext uri="{FF2B5EF4-FFF2-40B4-BE49-F238E27FC236}">
                <a16:creationId xmlns:a16="http://schemas.microsoft.com/office/drawing/2014/main" id="{8AB546E5-2E67-3D67-8A19-5C967BB211F4}"/>
              </a:ext>
            </a:extLst>
          </p:cNvPr>
          <p:cNvGraphicFramePr>
            <a:graphicFrameLocks noGrp="1"/>
          </p:cNvGraphicFramePr>
          <p:nvPr/>
        </p:nvGraphicFramePr>
        <p:xfrm>
          <a:off x="1299411" y="2194132"/>
          <a:ext cx="9787196" cy="1554190"/>
        </p:xfrm>
        <a:graphic>
          <a:graphicData uri="http://schemas.openxmlformats.org/drawingml/2006/table">
            <a:tbl>
              <a:tblPr rtl="1" firstRow="1" bandRow="1">
                <a:tableStyleId>{5C22544A-7EE6-4342-B048-85BDC9FD1C3A}</a:tableStyleId>
              </a:tblPr>
              <a:tblGrid>
                <a:gridCol w="2446799">
                  <a:extLst>
                    <a:ext uri="{9D8B030D-6E8A-4147-A177-3AD203B41FA5}">
                      <a16:colId xmlns:a16="http://schemas.microsoft.com/office/drawing/2014/main" val="83603431"/>
                    </a:ext>
                  </a:extLst>
                </a:gridCol>
                <a:gridCol w="2446799">
                  <a:extLst>
                    <a:ext uri="{9D8B030D-6E8A-4147-A177-3AD203B41FA5}">
                      <a16:colId xmlns:a16="http://schemas.microsoft.com/office/drawing/2014/main" val="1472114024"/>
                    </a:ext>
                  </a:extLst>
                </a:gridCol>
                <a:gridCol w="2446799">
                  <a:extLst>
                    <a:ext uri="{9D8B030D-6E8A-4147-A177-3AD203B41FA5}">
                      <a16:colId xmlns:a16="http://schemas.microsoft.com/office/drawing/2014/main" val="1168793147"/>
                    </a:ext>
                  </a:extLst>
                </a:gridCol>
                <a:gridCol w="2446799">
                  <a:extLst>
                    <a:ext uri="{9D8B030D-6E8A-4147-A177-3AD203B41FA5}">
                      <a16:colId xmlns:a16="http://schemas.microsoft.com/office/drawing/2014/main" val="3943315473"/>
                    </a:ext>
                  </a:extLst>
                </a:gridCol>
              </a:tblGrid>
              <a:tr h="310838">
                <a:tc>
                  <a:txBody>
                    <a:bodyPr/>
                    <a:lstStyle/>
                    <a:p>
                      <a:pPr marL="0" algn="ctr" defTabSz="914400" rtl="1" eaLnBrk="1" latinLnBrk="0" hangingPunct="1">
                        <a:buNone/>
                      </a:pPr>
                      <a:r>
                        <a:rPr lang="ar-SA" sz="1400" kern="1200" dirty="0">
                          <a:solidFill>
                            <a:srgbClr val="269798"/>
                          </a:solidFill>
                          <a:latin typeface="HRSD Gov Medium" pitchFamily="2" charset="-78"/>
                          <a:ea typeface="HRSD Gov Medium" pitchFamily="2" charset="-78"/>
                          <a:cs typeface="HRSD Gov Medium" pitchFamily="2" charset="-78"/>
                        </a:rPr>
                        <a:t>المحور</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marL="0" algn="ctr" defTabSz="914400" rtl="1" eaLnBrk="1" latinLnBrk="0" hangingPunct="1">
                        <a:buNone/>
                      </a:pPr>
                      <a:r>
                        <a:rPr lang="ar-SA" sz="1400" kern="1200" dirty="0">
                          <a:solidFill>
                            <a:srgbClr val="269798"/>
                          </a:solidFill>
                          <a:latin typeface="HRSD Gov Medium" pitchFamily="2" charset="-78"/>
                          <a:ea typeface="HRSD Gov Medium" pitchFamily="2" charset="-78"/>
                          <a:cs typeface="HRSD Gov Medium" pitchFamily="2" charset="-78"/>
                        </a:rPr>
                        <a:t>الوزن (%)</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marL="0" algn="ctr" defTabSz="914400" rtl="1" eaLnBrk="1" latinLnBrk="0" hangingPunct="1">
                        <a:buNone/>
                      </a:pPr>
                      <a:r>
                        <a:rPr lang="ar-SA" sz="1400" kern="1200" dirty="0">
                          <a:solidFill>
                            <a:srgbClr val="269798"/>
                          </a:solidFill>
                          <a:latin typeface="HRSD Gov Medium" pitchFamily="2" charset="-78"/>
                          <a:ea typeface="HRSD Gov Medium" pitchFamily="2" charset="-78"/>
                          <a:cs typeface="HRSD Gov Medium" pitchFamily="2" charset="-78"/>
                        </a:rPr>
                        <a:t>النتيجة الفعلية (%)</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marL="0" algn="ctr" defTabSz="914400" rtl="1" eaLnBrk="1" latinLnBrk="0" hangingPunct="1">
                        <a:buNone/>
                      </a:pPr>
                      <a:r>
                        <a:rPr lang="ar-SA" sz="1400" kern="1200" dirty="0">
                          <a:solidFill>
                            <a:srgbClr val="269798"/>
                          </a:solidFill>
                          <a:latin typeface="HRSD Gov Medium" pitchFamily="2" charset="-78"/>
                          <a:ea typeface="HRSD Gov Medium" pitchFamily="2" charset="-78"/>
                          <a:cs typeface="HRSD Gov Medium" pitchFamily="2" charset="-78"/>
                        </a:rPr>
                        <a:t>النتيجة الموزونة (%)</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1498358963"/>
                  </a:ext>
                </a:extLst>
              </a:tr>
              <a:tr h="310838">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رضا المستفيد</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25</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  71.9</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17.98</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2575383853"/>
                  </a:ext>
                </a:extLst>
              </a:tr>
              <a:tr h="310838">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تجربة المستخدم</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50</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  68.4</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34.20</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1407249112"/>
                  </a:ext>
                </a:extLst>
              </a:tr>
              <a:tr h="310838">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التعامل مع الشكاوى</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25</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 55.0</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13.75</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385905454"/>
                  </a:ext>
                </a:extLst>
              </a:tr>
              <a:tr h="310838">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الإجمالي</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100</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buNone/>
                      </a:pPr>
                      <a:r>
                        <a:rPr lang="ar-SA" sz="1400" b="1" kern="1200" dirty="0">
                          <a:solidFill>
                            <a:srgbClr val="0F3144"/>
                          </a:solidFill>
                          <a:latin typeface="HRSD Gov Medium" pitchFamily="2" charset="-78"/>
                          <a:ea typeface="HRSD Gov Medium" pitchFamily="2" charset="-78"/>
                          <a:cs typeface="HRSD Gov Medium" pitchFamily="2" charset="-78"/>
                        </a:rPr>
                        <a:t>65.93</a:t>
                      </a:r>
                    </a:p>
                  </a:txBody>
                  <a:tcPr anchor="ct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4134750448"/>
                  </a:ext>
                </a:extLst>
              </a:tr>
            </a:tbl>
          </a:graphicData>
        </a:graphic>
      </p:graphicFrame>
      <p:sp>
        <p:nvSpPr>
          <p:cNvPr id="19" name="Rectangle 1">
            <a:extLst>
              <a:ext uri="{FF2B5EF4-FFF2-40B4-BE49-F238E27FC236}">
                <a16:creationId xmlns:a16="http://schemas.microsoft.com/office/drawing/2014/main" id="{EC4FD8E5-40A9-3C8F-5EB5-C238C3FA8889}"/>
              </a:ext>
            </a:extLst>
          </p:cNvPr>
          <p:cNvSpPr>
            <a:spLocks noChangeArrowheads="1"/>
          </p:cNvSpPr>
          <p:nvPr/>
        </p:nvSpPr>
        <p:spPr bwMode="auto">
          <a:xfrm>
            <a:off x="270159" y="5618773"/>
            <a:ext cx="225948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eaLnBrk="0" fontAlgn="base" latinLnBrk="0" hangingPunct="0">
              <a:lnSpc>
                <a:spcPct val="100000"/>
              </a:lnSpc>
              <a:spcBef>
                <a:spcPct val="0"/>
              </a:spcBef>
              <a:spcAft>
                <a:spcPct val="0"/>
              </a:spcAft>
              <a:buClrTx/>
              <a:buSzTx/>
              <a:tabLst/>
            </a:pPr>
            <a:r>
              <a:rPr lang="ar-SA" altLang="ar-SA" sz="1200" dirty="0">
                <a:solidFill>
                  <a:srgbClr val="269798"/>
                </a:solidFill>
                <a:latin typeface="HRSD" panose="02000906030000020004" pitchFamily="2" charset="-78"/>
                <a:cs typeface="HRSD" panose="02000906030000020004" pitchFamily="2" charset="-78"/>
              </a:rPr>
              <a:t>🟩 أخضر: أداء جيد (91% فأكثر)</a:t>
            </a:r>
          </a:p>
          <a:p>
            <a:pPr marL="0" marR="0" lvl="0" indent="0" algn="r" defTabSz="914400" eaLnBrk="0" fontAlgn="base" latinLnBrk="0" hangingPunct="0">
              <a:lnSpc>
                <a:spcPct val="100000"/>
              </a:lnSpc>
              <a:spcBef>
                <a:spcPct val="0"/>
              </a:spcBef>
              <a:spcAft>
                <a:spcPct val="0"/>
              </a:spcAft>
              <a:buClrTx/>
              <a:buSzTx/>
              <a:tabLst/>
            </a:pPr>
            <a:r>
              <a:rPr lang="ar-SA" altLang="ar-SA" sz="1200" dirty="0">
                <a:solidFill>
                  <a:srgbClr val="269798"/>
                </a:solidFill>
                <a:latin typeface="HRSD" panose="02000906030000020004" pitchFamily="2" charset="-78"/>
                <a:cs typeface="HRSD" panose="02000906030000020004" pitchFamily="2" charset="-78"/>
              </a:rPr>
              <a:t>🟨 أصفر: أداء متوسط (80%-90%)</a:t>
            </a:r>
          </a:p>
          <a:p>
            <a:pPr marL="0" marR="0" lvl="0" indent="0" algn="r" defTabSz="914400" eaLnBrk="0" fontAlgn="base" latinLnBrk="0" hangingPunct="0">
              <a:lnSpc>
                <a:spcPct val="100000"/>
              </a:lnSpc>
              <a:spcBef>
                <a:spcPct val="0"/>
              </a:spcBef>
              <a:spcAft>
                <a:spcPct val="0"/>
              </a:spcAft>
              <a:buClrTx/>
              <a:buSzTx/>
              <a:tabLst/>
            </a:pPr>
            <a:r>
              <a:rPr lang="ar-SA" altLang="ar-SA" sz="1200" dirty="0">
                <a:solidFill>
                  <a:srgbClr val="269798"/>
                </a:solidFill>
                <a:latin typeface="HRSD" panose="02000906030000020004" pitchFamily="2" charset="-78"/>
                <a:cs typeface="HRSD" panose="02000906030000020004" pitchFamily="2" charset="-78"/>
              </a:rPr>
              <a:t>🟥 أحمر: أداء منخفض (أقل من 80%)</a:t>
            </a:r>
          </a:p>
        </p:txBody>
      </p:sp>
      <p:grpSp>
        <p:nvGrpSpPr>
          <p:cNvPr id="6" name="مجموعة 5">
            <a:extLst>
              <a:ext uri="{FF2B5EF4-FFF2-40B4-BE49-F238E27FC236}">
                <a16:creationId xmlns:a16="http://schemas.microsoft.com/office/drawing/2014/main" id="{EE7E432D-AD33-416B-2E73-2A2B0908103F}"/>
              </a:ext>
            </a:extLst>
          </p:cNvPr>
          <p:cNvGrpSpPr/>
          <p:nvPr/>
        </p:nvGrpSpPr>
        <p:grpSpPr>
          <a:xfrm rot="10800000" flipV="1">
            <a:off x="93306" y="145328"/>
            <a:ext cx="2701968" cy="425013"/>
            <a:chOff x="2127715" y="1835688"/>
            <a:chExt cx="5936863" cy="746533"/>
          </a:xfrm>
        </p:grpSpPr>
        <p:sp>
          <p:nvSpPr>
            <p:cNvPr id="7" name="Freeform 7">
              <a:extLst>
                <a:ext uri="{FF2B5EF4-FFF2-40B4-BE49-F238E27FC236}">
                  <a16:creationId xmlns:a16="http://schemas.microsoft.com/office/drawing/2014/main" id="{A931E58F-3534-6196-505D-0AA1BC8E9E52}"/>
                </a:ext>
              </a:extLst>
            </p:cNvPr>
            <p:cNvSpPr/>
            <p:nvPr/>
          </p:nvSpPr>
          <p:spPr>
            <a:xfrm>
              <a:off x="5867814" y="1835688"/>
              <a:ext cx="2196764" cy="746533"/>
            </a:xfrm>
            <a:custGeom>
              <a:avLst/>
              <a:gdLst>
                <a:gd name="connsiteX0" fmla="*/ 0 w 1556908"/>
                <a:gd name="connsiteY0" fmla="*/ 529090 h 529089"/>
                <a:gd name="connsiteX1" fmla="*/ 101203 w 1556908"/>
                <a:gd name="connsiteY1" fmla="*/ 264747 h 529089"/>
                <a:gd name="connsiteX2" fmla="*/ 0 w 1556908"/>
                <a:gd name="connsiteY2" fmla="*/ 0 h 529089"/>
                <a:gd name="connsiteX3" fmla="*/ 1455706 w 1556908"/>
                <a:gd name="connsiteY3" fmla="*/ 0 h 529089"/>
                <a:gd name="connsiteX4" fmla="*/ 1556909 w 1556908"/>
                <a:gd name="connsiteY4" fmla="*/ 264747 h 529089"/>
                <a:gd name="connsiteX5" fmla="*/ 1455706 w 1556908"/>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6908" h="529089">
                  <a:moveTo>
                    <a:pt x="0" y="529090"/>
                  </a:moveTo>
                  <a:lnTo>
                    <a:pt x="101203" y="264747"/>
                  </a:lnTo>
                  <a:lnTo>
                    <a:pt x="0" y="0"/>
                  </a:lnTo>
                  <a:lnTo>
                    <a:pt x="1455706" y="0"/>
                  </a:lnTo>
                  <a:lnTo>
                    <a:pt x="1556909" y="264747"/>
                  </a:lnTo>
                  <a:lnTo>
                    <a:pt x="1455706" y="529090"/>
                  </a:lnTo>
                  <a:close/>
                </a:path>
              </a:pathLst>
            </a:custGeom>
            <a:solidFill>
              <a:srgbClr val="0F3144"/>
            </a:solidFill>
            <a:ln w="4048" cap="flat">
              <a:noFill/>
              <a:prstDash val="solid"/>
              <a:miter/>
            </a:ln>
          </p:spPr>
          <p:txBody>
            <a:bodyPr rtlCol="0" anchor="ctr"/>
            <a:lstStyle/>
            <a:p>
              <a:pPr algn="ctr"/>
              <a:r>
                <a:rPr lang="ar-SA" sz="1100">
                  <a:solidFill>
                    <a:schemeClr val="bg1"/>
                  </a:solidFill>
                  <a:latin typeface="HRSD Gov" pitchFamily="50" charset="-78"/>
                  <a:ea typeface="HRSD Gov" pitchFamily="50" charset="-78"/>
                  <a:cs typeface="HRSD Gov" pitchFamily="50" charset="-78"/>
                </a:rPr>
                <a:t>رضا المستفيد</a:t>
              </a:r>
              <a:endParaRPr lang="en-SA" sz="1100" dirty="0">
                <a:solidFill>
                  <a:schemeClr val="bg1"/>
                </a:solidFill>
                <a:latin typeface="HRSD Gov" pitchFamily="50" charset="-78"/>
                <a:ea typeface="HRSD Gov" pitchFamily="50" charset="-78"/>
                <a:cs typeface="HRSD Gov" pitchFamily="50" charset="-78"/>
              </a:endParaRPr>
            </a:p>
          </p:txBody>
        </p:sp>
        <p:sp>
          <p:nvSpPr>
            <p:cNvPr id="8" name="Freeform 8">
              <a:extLst>
                <a:ext uri="{FF2B5EF4-FFF2-40B4-BE49-F238E27FC236}">
                  <a16:creationId xmlns:a16="http://schemas.microsoft.com/office/drawing/2014/main" id="{8E4399D5-C042-E313-2A23-E66EB5BAED60}"/>
                </a:ext>
              </a:extLst>
            </p:cNvPr>
            <p:cNvSpPr/>
            <p:nvPr/>
          </p:nvSpPr>
          <p:spPr>
            <a:xfrm>
              <a:off x="2127715" y="1835688"/>
              <a:ext cx="1996851" cy="746533"/>
            </a:xfrm>
            <a:custGeom>
              <a:avLst/>
              <a:gdLst>
                <a:gd name="connsiteX0" fmla="*/ 0 w 1415224"/>
                <a:gd name="connsiteY0" fmla="*/ 529090 h 529089"/>
                <a:gd name="connsiteX1" fmla="*/ 101203 w 1415224"/>
                <a:gd name="connsiteY1" fmla="*/ 264747 h 529089"/>
                <a:gd name="connsiteX2" fmla="*/ 0 w 1415224"/>
                <a:gd name="connsiteY2" fmla="*/ 0 h 529089"/>
                <a:gd name="connsiteX3" fmla="*/ 1314021 w 1415224"/>
                <a:gd name="connsiteY3" fmla="*/ 0 h 529089"/>
                <a:gd name="connsiteX4" fmla="*/ 1415224 w 1415224"/>
                <a:gd name="connsiteY4" fmla="*/ 264747 h 529089"/>
                <a:gd name="connsiteX5" fmla="*/ 1314021 w 141522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5224" h="529089">
                  <a:moveTo>
                    <a:pt x="0" y="529090"/>
                  </a:moveTo>
                  <a:lnTo>
                    <a:pt x="101203" y="264747"/>
                  </a:lnTo>
                  <a:lnTo>
                    <a:pt x="0" y="0"/>
                  </a:lnTo>
                  <a:lnTo>
                    <a:pt x="1314021" y="0"/>
                  </a:lnTo>
                  <a:lnTo>
                    <a:pt x="1415224" y="264747"/>
                  </a:lnTo>
                  <a:lnTo>
                    <a:pt x="1314021" y="529090"/>
                  </a:lnTo>
                  <a:close/>
                </a:path>
              </a:pathLst>
            </a:custGeom>
            <a:solidFill>
              <a:schemeClr val="bg1">
                <a:lumMod val="75000"/>
              </a:schemeClr>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الفريق الاشرافي </a:t>
              </a:r>
              <a:endParaRPr lang="en-SA" sz="1100" dirty="0">
                <a:solidFill>
                  <a:schemeClr val="bg1"/>
                </a:solidFill>
                <a:latin typeface="HRSD Gov" pitchFamily="50" charset="-78"/>
                <a:ea typeface="HRSD Gov" pitchFamily="50" charset="-78"/>
                <a:cs typeface="HRSD Gov" pitchFamily="50" charset="-78"/>
              </a:endParaRPr>
            </a:p>
          </p:txBody>
        </p:sp>
        <p:sp>
          <p:nvSpPr>
            <p:cNvPr id="9" name="Freeform 9">
              <a:extLst>
                <a:ext uri="{FF2B5EF4-FFF2-40B4-BE49-F238E27FC236}">
                  <a16:creationId xmlns:a16="http://schemas.microsoft.com/office/drawing/2014/main" id="{4DEB104B-9F36-966A-4793-3DC1855DF153}"/>
                </a:ext>
              </a:extLst>
            </p:cNvPr>
            <p:cNvSpPr/>
            <p:nvPr/>
          </p:nvSpPr>
          <p:spPr>
            <a:xfrm>
              <a:off x="3981771" y="1835688"/>
              <a:ext cx="2028838" cy="746533"/>
            </a:xfrm>
            <a:custGeom>
              <a:avLst/>
              <a:gdLst>
                <a:gd name="connsiteX0" fmla="*/ 0 w 1437894"/>
                <a:gd name="connsiteY0" fmla="*/ 529090 h 529089"/>
                <a:gd name="connsiteX1" fmla="*/ 101203 w 1437894"/>
                <a:gd name="connsiteY1" fmla="*/ 264747 h 529089"/>
                <a:gd name="connsiteX2" fmla="*/ 0 w 1437894"/>
                <a:gd name="connsiteY2" fmla="*/ 0 h 529089"/>
                <a:gd name="connsiteX3" fmla="*/ 1336691 w 1437894"/>
                <a:gd name="connsiteY3" fmla="*/ 0 h 529089"/>
                <a:gd name="connsiteX4" fmla="*/ 1437894 w 1437894"/>
                <a:gd name="connsiteY4" fmla="*/ 264747 h 529089"/>
                <a:gd name="connsiteX5" fmla="*/ 1336691 w 143789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37894" h="529089">
                  <a:moveTo>
                    <a:pt x="0" y="529090"/>
                  </a:moveTo>
                  <a:lnTo>
                    <a:pt x="101203" y="264747"/>
                  </a:lnTo>
                  <a:lnTo>
                    <a:pt x="0" y="0"/>
                  </a:lnTo>
                  <a:lnTo>
                    <a:pt x="1336691" y="0"/>
                  </a:lnTo>
                  <a:lnTo>
                    <a:pt x="1437894" y="264747"/>
                  </a:lnTo>
                  <a:lnTo>
                    <a:pt x="1336691" y="529090"/>
                  </a:lnTo>
                  <a:close/>
                </a:path>
              </a:pathLst>
            </a:custGeom>
            <a:solidFill>
              <a:srgbClr val="BFBFBF"/>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جودة </a:t>
              </a:r>
              <a:r>
                <a:rPr lang="ar-SA" sz="1100">
                  <a:solidFill>
                    <a:schemeClr val="bg1"/>
                  </a:solidFill>
                  <a:latin typeface="HRSD Gov" pitchFamily="50" charset="-78"/>
                  <a:ea typeface="HRSD Gov" pitchFamily="50" charset="-78"/>
                  <a:cs typeface="HRSD Gov" pitchFamily="50" charset="-78"/>
                </a:rPr>
                <a:t>الفروع </a:t>
              </a:r>
              <a:endParaRPr lang="en-SA" sz="1100" dirty="0">
                <a:solidFill>
                  <a:schemeClr val="bg1"/>
                </a:solidFill>
                <a:latin typeface="HRSD Gov" pitchFamily="50" charset="-78"/>
                <a:ea typeface="HRSD Gov" pitchFamily="50" charset="-78"/>
                <a:cs typeface="HRSD Gov" pitchFamily="50" charset="-78"/>
              </a:endParaRPr>
            </a:p>
          </p:txBody>
        </p:sp>
      </p:grpSp>
    </p:spTree>
    <p:extLst>
      <p:ext uri="{BB962C8B-B14F-4D97-AF65-F5344CB8AC3E}">
        <p14:creationId xmlns:p14="http://schemas.microsoft.com/office/powerpoint/2010/main" val="15502120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305D3-FE8C-073D-4488-72030D65F262}"/>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51EB54BB-47FC-CA2B-D218-D82CEA566D14}"/>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778BD5F6-253F-DFFA-474F-BDD15AF8D59D}"/>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E9BB0963-44AB-E28F-9ADE-D8C54D3C6149}"/>
              </a:ext>
            </a:extLst>
          </p:cNvPr>
          <p:cNvGrpSpPr/>
          <p:nvPr/>
        </p:nvGrpSpPr>
        <p:grpSpPr>
          <a:xfrm>
            <a:off x="3539412" y="490532"/>
            <a:ext cx="8296151" cy="530157"/>
            <a:chOff x="3539412" y="693732"/>
            <a:chExt cx="8296151" cy="530157"/>
          </a:xfrm>
        </p:grpSpPr>
        <p:sp>
          <p:nvSpPr>
            <p:cNvPr id="14" name="Title 1">
              <a:extLst>
                <a:ext uri="{FF2B5EF4-FFF2-40B4-BE49-F238E27FC236}">
                  <a16:creationId xmlns:a16="http://schemas.microsoft.com/office/drawing/2014/main" id="{27346B19-7548-2B4D-C6F3-C8E98A6A8CC7}"/>
                </a:ext>
              </a:extLst>
            </p:cNvPr>
            <p:cNvSpPr txBox="1">
              <a:spLocks/>
            </p:cNvSpPr>
            <p:nvPr/>
          </p:nvSpPr>
          <p:spPr>
            <a:xfrm>
              <a:off x="3539412" y="693732"/>
              <a:ext cx="8296151" cy="501183"/>
            </a:xfrm>
            <a:prstGeom prst="rect">
              <a:avLst/>
            </a:prstGeom>
          </p:spPr>
          <p:txBody>
            <a:bodyPr>
              <a:normAutofit/>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2800" b="0" i="0" u="none" strike="noStrike" kern="1200" cap="none" spc="0" normalizeH="0" baseline="0" noProof="0" dirty="0">
                  <a:ln>
                    <a:noFill/>
                  </a:ln>
                  <a:solidFill>
                    <a:srgbClr val="0F3144"/>
                  </a:solidFill>
                  <a:effectLst/>
                  <a:uLnTx/>
                  <a:uFillTx/>
                  <a:cs typeface="HRSD Gov Title Bold" pitchFamily="2" charset="-78"/>
                </a:rPr>
                <a:t>تقرير المؤشر العام لرضا المستفيد في الفروع الافتراضية</a:t>
              </a:r>
              <a:endParaRPr kumimoji="0" lang="en-SA" sz="2800" b="0" i="0" u="none" strike="noStrike" kern="1200" cap="none" spc="0" normalizeH="0" baseline="0" noProof="0" dirty="0">
                <a:ln>
                  <a:noFill/>
                </a:ln>
                <a:solidFill>
                  <a:srgbClr val="0F3144"/>
                </a:solidFill>
                <a:effectLst/>
                <a:uLnTx/>
                <a:uFillTx/>
                <a:cs typeface="HRSD Gov Title Bold" pitchFamily="2" charset="-78"/>
              </a:endParaRPr>
            </a:p>
          </p:txBody>
        </p:sp>
        <p:grpSp>
          <p:nvGrpSpPr>
            <p:cNvPr id="13" name="مجموعة 12">
              <a:extLst>
                <a:ext uri="{FF2B5EF4-FFF2-40B4-BE49-F238E27FC236}">
                  <a16:creationId xmlns:a16="http://schemas.microsoft.com/office/drawing/2014/main" id="{FDE45902-907B-9A7F-1C2C-E9168154AF62}"/>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BDD8B1D1-555D-81F7-0717-353EF3E2D17D}"/>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1474C013-1AA1-16A5-6B3D-7953B6F76EFD}"/>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2" name="مجموعة 1">
            <a:extLst>
              <a:ext uri="{FF2B5EF4-FFF2-40B4-BE49-F238E27FC236}">
                <a16:creationId xmlns:a16="http://schemas.microsoft.com/office/drawing/2014/main" id="{CC9E3908-BBDB-B942-4E83-2566E2514E45}"/>
              </a:ext>
            </a:extLst>
          </p:cNvPr>
          <p:cNvGrpSpPr/>
          <p:nvPr/>
        </p:nvGrpSpPr>
        <p:grpSpPr>
          <a:xfrm>
            <a:off x="1299412" y="1239227"/>
            <a:ext cx="10536150" cy="424900"/>
            <a:chOff x="5057737" y="4648773"/>
            <a:chExt cx="5408047" cy="380024"/>
          </a:xfrm>
        </p:grpSpPr>
        <p:sp>
          <p:nvSpPr>
            <p:cNvPr id="3" name="AutoShape 59">
              <a:extLst>
                <a:ext uri="{FF2B5EF4-FFF2-40B4-BE49-F238E27FC236}">
                  <a16:creationId xmlns:a16="http://schemas.microsoft.com/office/drawing/2014/main" id="{61476182-3A90-D6B0-009C-69E94B0EF923}"/>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4" name="AutoShape 59">
              <a:extLst>
                <a:ext uri="{FF2B5EF4-FFF2-40B4-BE49-F238E27FC236}">
                  <a16:creationId xmlns:a16="http://schemas.microsoft.com/office/drawing/2014/main" id="{4ACE90E4-51FD-52EA-A16F-CE2C96E3D6F6}"/>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 اسم المؤشر:</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المؤشر العام لرضا المستفيد عن الخدمات المقدمة في الفروع الافتراضية</a:t>
              </a:r>
            </a:p>
          </p:txBody>
        </p:sp>
      </p:grpSp>
      <p:sp>
        <p:nvSpPr>
          <p:cNvPr id="5" name="مربع نص 4">
            <a:extLst>
              <a:ext uri="{FF2B5EF4-FFF2-40B4-BE49-F238E27FC236}">
                <a16:creationId xmlns:a16="http://schemas.microsoft.com/office/drawing/2014/main" id="{7305F8D3-79AD-7B9E-44CC-C11BB6B2A8CC}"/>
              </a:ext>
            </a:extLst>
          </p:cNvPr>
          <p:cNvSpPr txBox="1"/>
          <p:nvPr/>
        </p:nvSpPr>
        <p:spPr>
          <a:xfrm>
            <a:off x="989162" y="1911639"/>
            <a:ext cx="10846400" cy="4770537"/>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النجاحات:</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وجود نظام آلي للاستبيانات وجمع البيانات من الفروع.</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التزام الفروع بنسبة إغلاق عالية للتذاكر البسيطة.</a:t>
            </a:r>
          </a:p>
          <a:p>
            <a:endParaRPr lang="ar-SA" sz="1400" b="1"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التحديات:</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انخفاض نسبة التقييمات العالية (أقل من 50%).</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ضعف في إغلاق التذاكر المعقدة في محور الشكاوى.</a:t>
            </a:r>
          </a:p>
          <a:p>
            <a:endParaRPr lang="ar-SA" sz="1400" b="1"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الإجراءات التصحيحية:</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تفعيل حملات توعية للمستفيدين حول الخدمات المتاحة.</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تعزيز آليات الرد التفاعلي وسرعة معالجة الشكاوى.</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تضمين محاور تجربة المستخدم ضمن تدريب منسوبي الفروع.</a:t>
            </a:r>
          </a:p>
          <a:p>
            <a:pPr marL="285750" indent="-285750">
              <a:buFont typeface="HRSD Gov Medium" pitchFamily="50" charset="-78"/>
              <a:buChar char="−"/>
            </a:pPr>
            <a:endParaRPr lang="ar-SA" sz="1400" dirty="0"/>
          </a:p>
          <a:p>
            <a:r>
              <a:rPr lang="ar-SA" dirty="0">
                <a:solidFill>
                  <a:srgbClr val="269798"/>
                </a:solidFill>
                <a:latin typeface="HRSD Gov Medium" pitchFamily="2" charset="-78"/>
                <a:ea typeface="HRSD Gov Medium" pitchFamily="2" charset="-78"/>
                <a:cs typeface="HRSD Gov Medium" pitchFamily="2" charset="-78"/>
              </a:rPr>
              <a:t>التوصيات:</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تحسين جودة التجاوب والاتصال عبر القنوات الرقمية.</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إطلاق تقارير ربع سنوية تفصيلية لكل فرع لتحديد فرص التحسين.</a:t>
            </a:r>
          </a:p>
          <a:p>
            <a:pPr marL="285750" indent="-285750">
              <a:buFont typeface="HRSD Gov Medium" pitchFamily="50" charset="-78"/>
              <a:buChar char="−"/>
            </a:pPr>
            <a:r>
              <a:rPr lang="ar-SA" sz="1400" b="1" dirty="0">
                <a:solidFill>
                  <a:srgbClr val="0F3144"/>
                </a:solidFill>
                <a:latin typeface="HRSD Gov Medium" pitchFamily="2" charset="-78"/>
                <a:ea typeface="HRSD Gov Medium" pitchFamily="2" charset="-78"/>
                <a:cs typeface="HRSD Gov Medium" pitchFamily="2" charset="-78"/>
              </a:rPr>
              <a:t>ربط نتائج التقييم بأداء الفريق والتعويضات</a:t>
            </a:r>
            <a:r>
              <a:rPr lang="ar-SA" sz="1400" dirty="0"/>
              <a:t>.</a:t>
            </a:r>
          </a:p>
          <a:p>
            <a:endParaRPr lang="ar-SA" sz="1400" b="1" dirty="0">
              <a:solidFill>
                <a:srgbClr val="0F3144"/>
              </a:solidFill>
              <a:latin typeface="HRSD Gov Medium" pitchFamily="2" charset="-78"/>
              <a:ea typeface="HRSD Gov Medium" pitchFamily="2" charset="-78"/>
              <a:cs typeface="HRSD Gov Medium" pitchFamily="2" charset="-78"/>
            </a:endParaRPr>
          </a:p>
          <a:p>
            <a:endParaRPr lang="ar-SA" dirty="0">
              <a:solidFill>
                <a:srgbClr val="0F3144"/>
              </a:solidFill>
              <a:latin typeface="HRSD Gov Medium" pitchFamily="2" charset="-78"/>
              <a:ea typeface="HRSD Gov Medium" pitchFamily="2" charset="-78"/>
              <a:cs typeface="HRSD Gov Medium" pitchFamily="2" charset="-78"/>
            </a:endParaRPr>
          </a:p>
          <a:p>
            <a:pPr>
              <a:buNone/>
            </a:pPr>
            <a:endParaRPr lang="ar-SA" dirty="0">
              <a:solidFill>
                <a:srgbClr val="0F3144"/>
              </a:solidFill>
              <a:latin typeface="HRSD Gov Medium" pitchFamily="2" charset="-78"/>
              <a:ea typeface="HRSD Gov Medium" pitchFamily="2" charset="-78"/>
              <a:cs typeface="HRSD Gov Medium" pitchFamily="2" charset="-78"/>
            </a:endParaRPr>
          </a:p>
        </p:txBody>
      </p:sp>
      <p:grpSp>
        <p:nvGrpSpPr>
          <p:cNvPr id="6" name="مجموعة 5">
            <a:extLst>
              <a:ext uri="{FF2B5EF4-FFF2-40B4-BE49-F238E27FC236}">
                <a16:creationId xmlns:a16="http://schemas.microsoft.com/office/drawing/2014/main" id="{6A904E96-DB2B-5C71-193E-F469E6500002}"/>
              </a:ext>
            </a:extLst>
          </p:cNvPr>
          <p:cNvGrpSpPr/>
          <p:nvPr/>
        </p:nvGrpSpPr>
        <p:grpSpPr>
          <a:xfrm rot="10800000" flipV="1">
            <a:off x="93306" y="145328"/>
            <a:ext cx="2701968" cy="425013"/>
            <a:chOff x="2127715" y="1835688"/>
            <a:chExt cx="5936863" cy="746533"/>
          </a:xfrm>
        </p:grpSpPr>
        <p:sp>
          <p:nvSpPr>
            <p:cNvPr id="7" name="Freeform 7">
              <a:extLst>
                <a:ext uri="{FF2B5EF4-FFF2-40B4-BE49-F238E27FC236}">
                  <a16:creationId xmlns:a16="http://schemas.microsoft.com/office/drawing/2014/main" id="{0EE3D7B0-2A3D-040F-4A8A-9824B8492B77}"/>
                </a:ext>
              </a:extLst>
            </p:cNvPr>
            <p:cNvSpPr/>
            <p:nvPr/>
          </p:nvSpPr>
          <p:spPr>
            <a:xfrm>
              <a:off x="5867814" y="1835688"/>
              <a:ext cx="2196764" cy="746533"/>
            </a:xfrm>
            <a:custGeom>
              <a:avLst/>
              <a:gdLst>
                <a:gd name="connsiteX0" fmla="*/ 0 w 1556908"/>
                <a:gd name="connsiteY0" fmla="*/ 529090 h 529089"/>
                <a:gd name="connsiteX1" fmla="*/ 101203 w 1556908"/>
                <a:gd name="connsiteY1" fmla="*/ 264747 h 529089"/>
                <a:gd name="connsiteX2" fmla="*/ 0 w 1556908"/>
                <a:gd name="connsiteY2" fmla="*/ 0 h 529089"/>
                <a:gd name="connsiteX3" fmla="*/ 1455706 w 1556908"/>
                <a:gd name="connsiteY3" fmla="*/ 0 h 529089"/>
                <a:gd name="connsiteX4" fmla="*/ 1556909 w 1556908"/>
                <a:gd name="connsiteY4" fmla="*/ 264747 h 529089"/>
                <a:gd name="connsiteX5" fmla="*/ 1455706 w 1556908"/>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6908" h="529089">
                  <a:moveTo>
                    <a:pt x="0" y="529090"/>
                  </a:moveTo>
                  <a:lnTo>
                    <a:pt x="101203" y="264747"/>
                  </a:lnTo>
                  <a:lnTo>
                    <a:pt x="0" y="0"/>
                  </a:lnTo>
                  <a:lnTo>
                    <a:pt x="1455706" y="0"/>
                  </a:lnTo>
                  <a:lnTo>
                    <a:pt x="1556909" y="264747"/>
                  </a:lnTo>
                  <a:lnTo>
                    <a:pt x="1455706" y="529090"/>
                  </a:lnTo>
                  <a:close/>
                </a:path>
              </a:pathLst>
            </a:custGeom>
            <a:solidFill>
              <a:srgbClr val="0F3144"/>
            </a:solidFill>
            <a:ln w="4048" cap="flat">
              <a:noFill/>
              <a:prstDash val="solid"/>
              <a:miter/>
            </a:ln>
          </p:spPr>
          <p:txBody>
            <a:bodyPr rtlCol="0" anchor="ctr"/>
            <a:lstStyle/>
            <a:p>
              <a:pPr algn="ctr"/>
              <a:r>
                <a:rPr lang="ar-SA" sz="1100">
                  <a:solidFill>
                    <a:schemeClr val="bg1"/>
                  </a:solidFill>
                  <a:latin typeface="HRSD Gov" pitchFamily="50" charset="-78"/>
                  <a:ea typeface="HRSD Gov" pitchFamily="50" charset="-78"/>
                  <a:cs typeface="HRSD Gov" pitchFamily="50" charset="-78"/>
                </a:rPr>
                <a:t>رضا المستفيد</a:t>
              </a:r>
              <a:endParaRPr lang="en-SA" sz="1100" dirty="0">
                <a:solidFill>
                  <a:schemeClr val="bg1"/>
                </a:solidFill>
                <a:latin typeface="HRSD Gov" pitchFamily="50" charset="-78"/>
                <a:ea typeface="HRSD Gov" pitchFamily="50" charset="-78"/>
                <a:cs typeface="HRSD Gov" pitchFamily="50" charset="-78"/>
              </a:endParaRPr>
            </a:p>
          </p:txBody>
        </p:sp>
        <p:sp>
          <p:nvSpPr>
            <p:cNvPr id="8" name="Freeform 8">
              <a:extLst>
                <a:ext uri="{FF2B5EF4-FFF2-40B4-BE49-F238E27FC236}">
                  <a16:creationId xmlns:a16="http://schemas.microsoft.com/office/drawing/2014/main" id="{E06BF471-0F32-1640-28D5-C691DAE48998}"/>
                </a:ext>
              </a:extLst>
            </p:cNvPr>
            <p:cNvSpPr/>
            <p:nvPr/>
          </p:nvSpPr>
          <p:spPr>
            <a:xfrm>
              <a:off x="2127715" y="1835688"/>
              <a:ext cx="1996851" cy="746533"/>
            </a:xfrm>
            <a:custGeom>
              <a:avLst/>
              <a:gdLst>
                <a:gd name="connsiteX0" fmla="*/ 0 w 1415224"/>
                <a:gd name="connsiteY0" fmla="*/ 529090 h 529089"/>
                <a:gd name="connsiteX1" fmla="*/ 101203 w 1415224"/>
                <a:gd name="connsiteY1" fmla="*/ 264747 h 529089"/>
                <a:gd name="connsiteX2" fmla="*/ 0 w 1415224"/>
                <a:gd name="connsiteY2" fmla="*/ 0 h 529089"/>
                <a:gd name="connsiteX3" fmla="*/ 1314021 w 1415224"/>
                <a:gd name="connsiteY3" fmla="*/ 0 h 529089"/>
                <a:gd name="connsiteX4" fmla="*/ 1415224 w 1415224"/>
                <a:gd name="connsiteY4" fmla="*/ 264747 h 529089"/>
                <a:gd name="connsiteX5" fmla="*/ 1314021 w 141522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5224" h="529089">
                  <a:moveTo>
                    <a:pt x="0" y="529090"/>
                  </a:moveTo>
                  <a:lnTo>
                    <a:pt x="101203" y="264747"/>
                  </a:lnTo>
                  <a:lnTo>
                    <a:pt x="0" y="0"/>
                  </a:lnTo>
                  <a:lnTo>
                    <a:pt x="1314021" y="0"/>
                  </a:lnTo>
                  <a:lnTo>
                    <a:pt x="1415224" y="264747"/>
                  </a:lnTo>
                  <a:lnTo>
                    <a:pt x="1314021" y="529090"/>
                  </a:lnTo>
                  <a:close/>
                </a:path>
              </a:pathLst>
            </a:custGeom>
            <a:solidFill>
              <a:schemeClr val="bg1">
                <a:lumMod val="75000"/>
              </a:schemeClr>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الفريق الاشرافي </a:t>
              </a:r>
              <a:endParaRPr lang="en-SA" sz="1100" dirty="0">
                <a:solidFill>
                  <a:schemeClr val="bg1"/>
                </a:solidFill>
                <a:latin typeface="HRSD Gov" pitchFamily="50" charset="-78"/>
                <a:ea typeface="HRSD Gov" pitchFamily="50" charset="-78"/>
                <a:cs typeface="HRSD Gov" pitchFamily="50" charset="-78"/>
              </a:endParaRPr>
            </a:p>
          </p:txBody>
        </p:sp>
        <p:sp>
          <p:nvSpPr>
            <p:cNvPr id="9" name="Freeform 9">
              <a:extLst>
                <a:ext uri="{FF2B5EF4-FFF2-40B4-BE49-F238E27FC236}">
                  <a16:creationId xmlns:a16="http://schemas.microsoft.com/office/drawing/2014/main" id="{3F1E8023-28D1-1A15-9004-262BCAE382CC}"/>
                </a:ext>
              </a:extLst>
            </p:cNvPr>
            <p:cNvSpPr/>
            <p:nvPr/>
          </p:nvSpPr>
          <p:spPr>
            <a:xfrm>
              <a:off x="3981771" y="1835688"/>
              <a:ext cx="2028838" cy="746533"/>
            </a:xfrm>
            <a:custGeom>
              <a:avLst/>
              <a:gdLst>
                <a:gd name="connsiteX0" fmla="*/ 0 w 1437894"/>
                <a:gd name="connsiteY0" fmla="*/ 529090 h 529089"/>
                <a:gd name="connsiteX1" fmla="*/ 101203 w 1437894"/>
                <a:gd name="connsiteY1" fmla="*/ 264747 h 529089"/>
                <a:gd name="connsiteX2" fmla="*/ 0 w 1437894"/>
                <a:gd name="connsiteY2" fmla="*/ 0 h 529089"/>
                <a:gd name="connsiteX3" fmla="*/ 1336691 w 1437894"/>
                <a:gd name="connsiteY3" fmla="*/ 0 h 529089"/>
                <a:gd name="connsiteX4" fmla="*/ 1437894 w 1437894"/>
                <a:gd name="connsiteY4" fmla="*/ 264747 h 529089"/>
                <a:gd name="connsiteX5" fmla="*/ 1336691 w 1437894"/>
                <a:gd name="connsiteY5" fmla="*/ 529090 h 52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37894" h="529089">
                  <a:moveTo>
                    <a:pt x="0" y="529090"/>
                  </a:moveTo>
                  <a:lnTo>
                    <a:pt x="101203" y="264747"/>
                  </a:lnTo>
                  <a:lnTo>
                    <a:pt x="0" y="0"/>
                  </a:lnTo>
                  <a:lnTo>
                    <a:pt x="1336691" y="0"/>
                  </a:lnTo>
                  <a:lnTo>
                    <a:pt x="1437894" y="264747"/>
                  </a:lnTo>
                  <a:lnTo>
                    <a:pt x="1336691" y="529090"/>
                  </a:lnTo>
                  <a:close/>
                </a:path>
              </a:pathLst>
            </a:custGeom>
            <a:solidFill>
              <a:srgbClr val="BFBFBF"/>
            </a:solidFill>
            <a:ln w="4048" cap="flat">
              <a:noFill/>
              <a:prstDash val="solid"/>
              <a:miter/>
            </a:ln>
          </p:spPr>
          <p:txBody>
            <a:bodyPr rtlCol="0" anchor="ctr"/>
            <a:lstStyle/>
            <a:p>
              <a:pPr algn="ctr"/>
              <a:r>
                <a:rPr lang="ar-SA" sz="1100" dirty="0">
                  <a:solidFill>
                    <a:schemeClr val="bg1"/>
                  </a:solidFill>
                  <a:latin typeface="HRSD Gov" pitchFamily="50" charset="-78"/>
                  <a:ea typeface="HRSD Gov" pitchFamily="50" charset="-78"/>
                  <a:cs typeface="HRSD Gov" pitchFamily="50" charset="-78"/>
                </a:rPr>
                <a:t>جودة </a:t>
              </a:r>
              <a:r>
                <a:rPr lang="ar-SA" sz="1100">
                  <a:solidFill>
                    <a:schemeClr val="bg1"/>
                  </a:solidFill>
                  <a:latin typeface="HRSD Gov" pitchFamily="50" charset="-78"/>
                  <a:ea typeface="HRSD Gov" pitchFamily="50" charset="-78"/>
                  <a:cs typeface="HRSD Gov" pitchFamily="50" charset="-78"/>
                </a:rPr>
                <a:t>الفروع </a:t>
              </a:r>
              <a:endParaRPr lang="en-SA" sz="1100" dirty="0">
                <a:solidFill>
                  <a:schemeClr val="bg1"/>
                </a:solidFill>
                <a:latin typeface="HRSD Gov" pitchFamily="50" charset="-78"/>
                <a:ea typeface="HRSD Gov" pitchFamily="50" charset="-78"/>
                <a:cs typeface="HRSD Gov" pitchFamily="50" charset="-78"/>
              </a:endParaRPr>
            </a:p>
          </p:txBody>
        </p:sp>
      </p:grpSp>
    </p:spTree>
    <p:extLst>
      <p:ext uri="{BB962C8B-B14F-4D97-AF65-F5344CB8AC3E}">
        <p14:creationId xmlns:p14="http://schemas.microsoft.com/office/powerpoint/2010/main" val="19322991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3B23205-6996-C5DE-C7D2-3D84913F545A}"/>
              </a:ext>
            </a:extLst>
          </p:cNvPr>
          <p:cNvSpPr>
            <a:spLocks noGrp="1"/>
          </p:cNvSpPr>
          <p:nvPr>
            <p:ph type="ctrTitle"/>
          </p:nvPr>
        </p:nvSpPr>
        <p:spPr>
          <a:xfrm>
            <a:off x="3077016" y="1850507"/>
            <a:ext cx="7118233" cy="861209"/>
          </a:xfrm>
        </p:spPr>
        <p:txBody>
          <a:bodyPr>
            <a:noAutofit/>
          </a:bodyPr>
          <a:lstStyle/>
          <a:p>
            <a:pPr algn="r" defTabSz="914400" rtl="0" eaLnBrk="1" latinLnBrk="0" hangingPunct="1">
              <a:lnSpc>
                <a:spcPct val="90000"/>
              </a:lnSpc>
              <a:spcBef>
                <a:spcPct val="0"/>
              </a:spcBef>
              <a:buNone/>
            </a:pPr>
            <a:r>
              <a:rPr lang="ar-SA" sz="7200" b="1" dirty="0">
                <a:latin typeface="HRSD Gov Title Title" pitchFamily="2" charset="-78"/>
                <a:ea typeface="HRSD Gov Title Title" pitchFamily="2" charset="-78"/>
                <a:cs typeface="HRSD Gov Title Title" pitchFamily="2" charset="-78"/>
              </a:rPr>
              <a:t>شكراً لكم</a:t>
            </a:r>
            <a:endParaRPr lang="en-SA" sz="7200" b="1" dirty="0">
              <a:latin typeface="HRSD Gov Title Title" pitchFamily="2" charset="-78"/>
              <a:ea typeface="HRSD Gov Title Title" pitchFamily="2" charset="-78"/>
              <a:cs typeface="HRSD Gov Title Title" pitchFamily="2" charset="-78"/>
            </a:endParaRPr>
          </a:p>
        </p:txBody>
      </p:sp>
    </p:spTree>
    <p:extLst>
      <p:ext uri="{BB962C8B-B14F-4D97-AF65-F5344CB8AC3E}">
        <p14:creationId xmlns:p14="http://schemas.microsoft.com/office/powerpoint/2010/main" val="19446887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E7FBE-A30B-AEAB-96CD-3A1550291CC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68012F2-274B-98AC-C117-CF7B2AE28810}"/>
              </a:ext>
            </a:extLst>
          </p:cNvPr>
          <p:cNvSpPr>
            <a:spLocks noGrp="1"/>
          </p:cNvSpPr>
          <p:nvPr>
            <p:ph type="ctrTitle"/>
          </p:nvPr>
        </p:nvSpPr>
        <p:spPr>
          <a:xfrm>
            <a:off x="2102498" y="4707194"/>
            <a:ext cx="9819343" cy="868694"/>
          </a:xfrm>
        </p:spPr>
        <p:txBody>
          <a:bodyPr>
            <a:normAutofit fontScale="90000"/>
          </a:bodyPr>
          <a:lstStyle/>
          <a:p>
            <a:r>
              <a:rPr lang="ar-SA" dirty="0"/>
              <a:t>نتائج مؤشر نضج تجربة المستفيد للفروع الافتراضية </a:t>
            </a:r>
            <a:endParaRPr lang="en-SA" dirty="0"/>
          </a:p>
        </p:txBody>
      </p:sp>
    </p:spTree>
    <p:extLst>
      <p:ext uri="{BB962C8B-B14F-4D97-AF65-F5344CB8AC3E}">
        <p14:creationId xmlns:p14="http://schemas.microsoft.com/office/powerpoint/2010/main" val="33529430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12C29-3E76-3BD4-A127-1427373A480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F7E61A-EFDA-48F2-6EE2-068929C07D92}"/>
              </a:ext>
            </a:extLst>
          </p:cNvPr>
          <p:cNvSpPr>
            <a:spLocks noGrp="1"/>
          </p:cNvSpPr>
          <p:nvPr>
            <p:ph type="sldNum" sz="quarter" idx="4"/>
          </p:nvPr>
        </p:nvSpPr>
        <p:spPr>
          <a:xfrm>
            <a:off x="11436923" y="6214917"/>
            <a:ext cx="415641"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FFFFFF"/>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SA" sz="1200" b="0" i="0" u="none" strike="noStrike" kern="1200" cap="none" spc="0" normalizeH="0" baseline="0" noProof="0" dirty="0">
              <a:ln>
                <a:noFill/>
              </a:ln>
              <a:solidFill>
                <a:srgbClr val="FFFFFF"/>
              </a:solidFill>
              <a:effectLst/>
              <a:uLnTx/>
              <a:uFillTx/>
              <a:latin typeface="HRSD Gov" pitchFamily="2" charset="-78"/>
              <a:ea typeface="HRSD Gov" pitchFamily="2" charset="-78"/>
              <a:cs typeface="HRSD Gov" pitchFamily="2" charset="-78"/>
            </a:endParaRPr>
          </a:p>
        </p:txBody>
      </p:sp>
      <p:sp>
        <p:nvSpPr>
          <p:cNvPr id="5" name="مربع نص 4">
            <a:extLst>
              <a:ext uri="{FF2B5EF4-FFF2-40B4-BE49-F238E27FC236}">
                <a16:creationId xmlns:a16="http://schemas.microsoft.com/office/drawing/2014/main" id="{7D8A2682-E0A3-4CAC-4621-228E14719A3D}"/>
              </a:ext>
            </a:extLst>
          </p:cNvPr>
          <p:cNvSpPr txBox="1"/>
          <p:nvPr/>
        </p:nvSpPr>
        <p:spPr>
          <a:xfrm>
            <a:off x="566055" y="3332975"/>
            <a:ext cx="6885993" cy="1107996"/>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6600" b="1" i="0" u="none" strike="noStrike" kern="1200" cap="none" spc="0" normalizeH="0" baseline="0" noProof="0" dirty="0">
                <a:ln>
                  <a:noFill/>
                </a:ln>
                <a:solidFill>
                  <a:srgbClr val="FFFFFF"/>
                </a:solidFill>
                <a:effectLst/>
                <a:uLnTx/>
                <a:uFillTx/>
                <a:latin typeface="HRSD Gov Title" pitchFamily="50" charset="-78"/>
                <a:ea typeface="HRSD Gov Title" pitchFamily="50" charset="-78"/>
                <a:cs typeface="HRSD Gov Title" pitchFamily="50" charset="-78"/>
              </a:rPr>
              <a:t>تقرير رضا المستفيد</a:t>
            </a:r>
          </a:p>
        </p:txBody>
      </p:sp>
      <p:sp>
        <p:nvSpPr>
          <p:cNvPr id="6" name="مستطيل 5">
            <a:extLst>
              <a:ext uri="{FF2B5EF4-FFF2-40B4-BE49-F238E27FC236}">
                <a16:creationId xmlns:a16="http://schemas.microsoft.com/office/drawing/2014/main" id="{31BA8132-43A0-2B9E-0FF1-0D0F07FE622D}"/>
              </a:ext>
            </a:extLst>
          </p:cNvPr>
          <p:cNvSpPr/>
          <p:nvPr/>
        </p:nvSpPr>
        <p:spPr>
          <a:xfrm>
            <a:off x="9458833" y="665584"/>
            <a:ext cx="1978090" cy="982824"/>
          </a:xfrm>
          <a:prstGeom prst="rect">
            <a:avLst/>
          </a:prstGeom>
          <a:solidFill>
            <a:srgbClr val="2BB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grpSp>
        <p:nvGrpSpPr>
          <p:cNvPr id="8" name="مجموعة 7">
            <a:extLst>
              <a:ext uri="{FF2B5EF4-FFF2-40B4-BE49-F238E27FC236}">
                <a16:creationId xmlns:a16="http://schemas.microsoft.com/office/drawing/2014/main" id="{EE100C63-3029-5ACE-7B3D-F29FFC340DEB}"/>
              </a:ext>
            </a:extLst>
          </p:cNvPr>
          <p:cNvGrpSpPr/>
          <p:nvPr/>
        </p:nvGrpSpPr>
        <p:grpSpPr>
          <a:xfrm>
            <a:off x="8924168" y="1341151"/>
            <a:ext cx="2421856" cy="5072090"/>
            <a:chOff x="8924168" y="1341151"/>
            <a:chExt cx="1886246" cy="5042252"/>
          </a:xfrm>
        </p:grpSpPr>
        <p:pic>
          <p:nvPicPr>
            <p:cNvPr id="3" name="Picture 36">
              <a:extLst>
                <a:ext uri="{FF2B5EF4-FFF2-40B4-BE49-F238E27FC236}">
                  <a16:creationId xmlns:a16="http://schemas.microsoft.com/office/drawing/2014/main" id="{52C2FD60-3BE5-CD73-99AC-D39960BA4C22}"/>
                </a:ext>
              </a:extLst>
            </p:cNvPr>
            <p:cNvPicPr>
              <a:picLocks noChangeAspect="1"/>
            </p:cNvPicPr>
            <p:nvPr/>
          </p:nvPicPr>
          <p:blipFill>
            <a:blip r:embed="rId2"/>
            <a:stretch>
              <a:fillRect/>
            </a:stretch>
          </p:blipFill>
          <p:spPr>
            <a:xfrm>
              <a:off x="8924168" y="1341151"/>
              <a:ext cx="1197298" cy="4879548"/>
            </a:xfrm>
            <a:prstGeom prst="rect">
              <a:avLst/>
            </a:prstGeom>
          </p:spPr>
        </p:pic>
        <p:pic>
          <p:nvPicPr>
            <p:cNvPr id="4" name="Picture 37">
              <a:extLst>
                <a:ext uri="{FF2B5EF4-FFF2-40B4-BE49-F238E27FC236}">
                  <a16:creationId xmlns:a16="http://schemas.microsoft.com/office/drawing/2014/main" id="{B6BC18B1-81B1-5F24-599B-A61AE8A1931B}"/>
                </a:ext>
              </a:extLst>
            </p:cNvPr>
            <p:cNvPicPr>
              <a:picLocks noChangeAspect="1"/>
            </p:cNvPicPr>
            <p:nvPr/>
          </p:nvPicPr>
          <p:blipFill>
            <a:blip r:embed="rId3"/>
            <a:stretch>
              <a:fillRect/>
            </a:stretch>
          </p:blipFill>
          <p:spPr>
            <a:xfrm flipH="1">
              <a:off x="9430794" y="1388471"/>
              <a:ext cx="1379620" cy="4994932"/>
            </a:xfrm>
            <a:prstGeom prst="rect">
              <a:avLst/>
            </a:prstGeom>
          </p:spPr>
        </p:pic>
      </p:grpSp>
    </p:spTree>
    <p:extLst>
      <p:ext uri="{BB962C8B-B14F-4D97-AF65-F5344CB8AC3E}">
        <p14:creationId xmlns:p14="http://schemas.microsoft.com/office/powerpoint/2010/main" val="3377235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EC0FC-81BB-D369-C953-4B019BD80A4F}"/>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3FFC519B-8ED7-9BB8-4C9D-8FC084ABC48B}"/>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8170F3B1-DFA9-C628-41A9-ECB59AF01C9C}"/>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0DA29E25-5139-5A8A-9650-364105A96446}"/>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4B7031B6-F50A-49E8-8F20-4CFEEA8F025F}"/>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3300" b="0" i="0" u="none" strike="noStrike" kern="1200" cap="none" spc="0" normalizeH="0" baseline="0" noProof="0" dirty="0">
                  <a:ln>
                    <a:noFill/>
                  </a:ln>
                  <a:solidFill>
                    <a:srgbClr val="0F3144"/>
                  </a:solidFill>
                  <a:effectLst/>
                  <a:uLnTx/>
                  <a:uFillTx/>
                  <a:cs typeface="HRSD Gov Title Bold" pitchFamily="2" charset="-78"/>
                </a:rPr>
                <a:t>مؤشر رضا العميل</a:t>
              </a:r>
              <a:endParaRPr kumimoji="0" lang="en-SA" sz="3300" b="0" i="0" u="none" strike="noStrike" kern="1200" cap="none" spc="0" normalizeH="0" baseline="0" noProof="0" dirty="0">
                <a:ln>
                  <a:noFill/>
                </a:ln>
                <a:solidFill>
                  <a:srgbClr val="0F3144"/>
                </a:solidFill>
                <a:effectLst/>
                <a:uLnTx/>
                <a:uFillTx/>
                <a:cs typeface="HRSD Gov Title Bold" pitchFamily="2" charset="-78"/>
              </a:endParaRPr>
            </a:p>
          </p:txBody>
        </p:sp>
        <p:grpSp>
          <p:nvGrpSpPr>
            <p:cNvPr id="13" name="مجموعة 12">
              <a:extLst>
                <a:ext uri="{FF2B5EF4-FFF2-40B4-BE49-F238E27FC236}">
                  <a16:creationId xmlns:a16="http://schemas.microsoft.com/office/drawing/2014/main" id="{B5DC625A-0AB1-EF38-4575-AA5C74CFDC66}"/>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8BC311D6-E191-0118-6DC4-12B838329730}"/>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C7A64905-471F-72E3-8908-E407D572BB93}"/>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9D921640-C960-517F-6EB5-545461CDD4C1}"/>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14B94EEB-8FA2-9F95-9317-BA2CA55B0298}"/>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43973756-23BE-E221-476E-CDBD8779F1B7}"/>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 اسم المؤشر:</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نسبة رضا المستفيد العام عن الخدمات المقدمة في الفروع الافتراضية</a:t>
              </a:r>
            </a:p>
          </p:txBody>
        </p:sp>
      </p:grpSp>
      <p:sp>
        <p:nvSpPr>
          <p:cNvPr id="501" name="مربع نص 500">
            <a:extLst>
              <a:ext uri="{FF2B5EF4-FFF2-40B4-BE49-F238E27FC236}">
                <a16:creationId xmlns:a16="http://schemas.microsoft.com/office/drawing/2014/main" id="{2BDA94DB-93A5-B433-232D-54044DFAB3E8}"/>
              </a:ext>
            </a:extLst>
          </p:cNvPr>
          <p:cNvSpPr txBox="1"/>
          <p:nvPr/>
        </p:nvSpPr>
        <p:spPr>
          <a:xfrm>
            <a:off x="989162" y="1911639"/>
            <a:ext cx="10846400" cy="2862322"/>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تعريف المؤشر:</a:t>
            </a:r>
          </a:p>
          <a:p>
            <a:pPr>
              <a:buNone/>
            </a:pPr>
            <a:r>
              <a:rPr lang="ar-SA" dirty="0">
                <a:solidFill>
                  <a:srgbClr val="0F3144"/>
                </a:solidFill>
                <a:latin typeface="HRSD Gov Medium" pitchFamily="2" charset="-78"/>
                <a:ea typeface="HRSD Gov Medium" pitchFamily="2" charset="-78"/>
                <a:cs typeface="HRSD Gov Medium" pitchFamily="2" charset="-78"/>
              </a:rPr>
              <a:t>هذا المؤشر يقيس نسبة مدى رضا المستفيدين من الخدمات المقدمة لهم من خلال الفروع الافتراضية، وذلك باستخدام تقييماتهم عبر الاستبيان، ويُحتسب بناءً على المتوسط التراكمي للتقييمات.</a:t>
            </a:r>
          </a:p>
          <a:p>
            <a:pPr>
              <a:buNone/>
            </a:pPr>
            <a:endParaRPr lang="ar-SA"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الهدف:</a:t>
            </a:r>
          </a:p>
          <a:p>
            <a:r>
              <a:rPr lang="ar-SA" dirty="0">
                <a:solidFill>
                  <a:srgbClr val="0F3144"/>
                </a:solidFill>
                <a:latin typeface="HRSD Gov Medium" pitchFamily="2" charset="-78"/>
                <a:ea typeface="HRSD Gov Medium" pitchFamily="2" charset="-78"/>
                <a:cs typeface="HRSD Gov Medium" pitchFamily="2" charset="-78"/>
              </a:rPr>
              <a:t>الوصول إلى مستوى "متقدم" في رضا عناصر المستفيدين عن الخدمات المقدمة، وذلك من خلال تحقيق نسبة لا تقل عن ٩٠٪ ضمن تصنيف المستويات المعتمد.</a:t>
            </a:r>
          </a:p>
          <a:p>
            <a:pPr>
              <a:buNone/>
            </a:pPr>
            <a:endParaRPr lang="ar-SA"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النتائج:</a:t>
            </a:r>
          </a:p>
          <a:p>
            <a:pPr>
              <a:buNone/>
            </a:pPr>
            <a:endParaRPr lang="ar-SA" dirty="0">
              <a:solidFill>
                <a:srgbClr val="0F3144"/>
              </a:solidFill>
              <a:latin typeface="HRSD Gov Medium" pitchFamily="2" charset="-78"/>
              <a:ea typeface="HRSD Gov Medium" pitchFamily="2" charset="-78"/>
              <a:cs typeface="HRSD Gov Medium" pitchFamily="2" charset="-78"/>
            </a:endParaRPr>
          </a:p>
        </p:txBody>
      </p:sp>
      <p:graphicFrame>
        <p:nvGraphicFramePr>
          <p:cNvPr id="504" name="جدول 503">
            <a:extLst>
              <a:ext uri="{FF2B5EF4-FFF2-40B4-BE49-F238E27FC236}">
                <a16:creationId xmlns:a16="http://schemas.microsoft.com/office/drawing/2014/main" id="{9788BD3A-EDFC-0A72-4118-FA27A0AB996D}"/>
              </a:ext>
            </a:extLst>
          </p:cNvPr>
          <p:cNvGraphicFramePr>
            <a:graphicFrameLocks noGrp="1"/>
          </p:cNvGraphicFramePr>
          <p:nvPr>
            <p:extLst>
              <p:ext uri="{D42A27DB-BD31-4B8C-83A1-F6EECF244321}">
                <p14:modId xmlns:p14="http://schemas.microsoft.com/office/powerpoint/2010/main" val="2183104206"/>
              </p:ext>
            </p:extLst>
          </p:nvPr>
        </p:nvGraphicFramePr>
        <p:xfrm>
          <a:off x="6546978" y="4522285"/>
          <a:ext cx="3526374" cy="998376"/>
        </p:xfrm>
        <a:graphic>
          <a:graphicData uri="http://schemas.openxmlformats.org/drawingml/2006/table">
            <a:tbl>
              <a:tblPr rtl="1" firstRow="1" bandRow="1">
                <a:tableStyleId>{5C22544A-7EE6-4342-B048-85BDC9FD1C3A}</a:tableStyleId>
              </a:tblPr>
              <a:tblGrid>
                <a:gridCol w="1763187">
                  <a:extLst>
                    <a:ext uri="{9D8B030D-6E8A-4147-A177-3AD203B41FA5}">
                      <a16:colId xmlns:a16="http://schemas.microsoft.com/office/drawing/2014/main" val="2463569759"/>
                    </a:ext>
                  </a:extLst>
                </a:gridCol>
                <a:gridCol w="1763187">
                  <a:extLst>
                    <a:ext uri="{9D8B030D-6E8A-4147-A177-3AD203B41FA5}">
                      <a16:colId xmlns:a16="http://schemas.microsoft.com/office/drawing/2014/main" val="1181390082"/>
                    </a:ext>
                  </a:extLst>
                </a:gridCol>
              </a:tblGrid>
              <a:tr h="499188">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النسبة الحالية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النسبة المستهدفة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2138146141"/>
                  </a:ext>
                </a:extLst>
              </a:tr>
              <a:tr h="499188">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(71.9٪)</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(90٪)</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3451703142"/>
                  </a:ext>
                </a:extLst>
              </a:tr>
            </a:tbl>
          </a:graphicData>
        </a:graphic>
      </p:graphicFrame>
    </p:spTree>
    <p:extLst>
      <p:ext uri="{BB962C8B-B14F-4D97-AF65-F5344CB8AC3E}">
        <p14:creationId xmlns:p14="http://schemas.microsoft.com/office/powerpoint/2010/main" val="30174609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D4115-7BB8-A137-1BCE-B76B5C1F2DEA}"/>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7B491036-A428-EAA4-3E1D-C95DCCE57681}"/>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5E0A5FE5-1FFA-03C6-0499-8B4D2A732FE0}"/>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F9540A54-81B3-6A63-C7EB-470B0EA43D64}"/>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CBB024F3-E6B6-6BB7-532A-DB98879C8C93}"/>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dirty="0">
                  <a:solidFill>
                    <a:srgbClr val="0F3144"/>
                  </a:solidFill>
                </a:rPr>
                <a:t>مؤشر</a:t>
              </a:r>
              <a:r>
                <a:rPr kumimoji="0" lang="ar-SA" sz="3300" b="0" i="0" u="none" strike="noStrike" kern="1200" cap="none" spc="0" normalizeH="0" baseline="0" noProof="0" dirty="0">
                  <a:ln>
                    <a:noFill/>
                  </a:ln>
                  <a:solidFill>
                    <a:srgbClr val="0F3144"/>
                  </a:solidFill>
                  <a:effectLst/>
                  <a:uLnTx/>
                  <a:uFillTx/>
                  <a:cs typeface="HRSD Gov Title Bold" pitchFamily="2" charset="-78"/>
                </a:rPr>
                <a:t> رضا العميل</a:t>
              </a:r>
              <a:endParaRPr kumimoji="0" lang="en-SA" sz="3300" b="0" i="0" u="none" strike="noStrike" kern="1200" cap="none" spc="0" normalizeH="0" baseline="0" noProof="0" dirty="0">
                <a:ln>
                  <a:noFill/>
                </a:ln>
                <a:solidFill>
                  <a:srgbClr val="0F3144"/>
                </a:solidFill>
                <a:effectLst/>
                <a:uLnTx/>
                <a:uFillTx/>
                <a:cs typeface="HRSD Gov Title Bold" pitchFamily="2" charset="-78"/>
              </a:endParaRPr>
            </a:p>
          </p:txBody>
        </p:sp>
        <p:grpSp>
          <p:nvGrpSpPr>
            <p:cNvPr id="13" name="مجموعة 12">
              <a:extLst>
                <a:ext uri="{FF2B5EF4-FFF2-40B4-BE49-F238E27FC236}">
                  <a16:creationId xmlns:a16="http://schemas.microsoft.com/office/drawing/2014/main" id="{5F7C8500-8BF6-5009-1907-6DB50DB20CAB}"/>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77E23707-F83E-6326-5198-379E56A8319E}"/>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57CB5FE6-8EEB-78C5-6DF9-A4F4957982AF}"/>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71198B8D-6906-D186-490C-CEB26CE60758}"/>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A3B19BB7-348F-1D6C-5449-01FD6EAADF9D}"/>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A976C810-5B9F-C00B-AC4B-5123C3445C4D}"/>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 اسم المؤشر:</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نسبة رضا المستفيد العام عن الخدمات المقدمة في الفروع الافتراضية</a:t>
              </a:r>
            </a:p>
          </p:txBody>
        </p:sp>
      </p:grpSp>
      <p:sp>
        <p:nvSpPr>
          <p:cNvPr id="501" name="مربع نص 500">
            <a:extLst>
              <a:ext uri="{FF2B5EF4-FFF2-40B4-BE49-F238E27FC236}">
                <a16:creationId xmlns:a16="http://schemas.microsoft.com/office/drawing/2014/main" id="{1A0E2254-8B9D-3766-4607-200C14A65ADB}"/>
              </a:ext>
            </a:extLst>
          </p:cNvPr>
          <p:cNvSpPr txBox="1"/>
          <p:nvPr/>
        </p:nvSpPr>
        <p:spPr>
          <a:xfrm>
            <a:off x="989162" y="1642130"/>
            <a:ext cx="10846400" cy="5139869"/>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التحليل</a:t>
            </a:r>
          </a:p>
          <a:p>
            <a:pPr>
              <a:buNone/>
            </a:pPr>
            <a:r>
              <a:rPr lang="ar-SA" dirty="0">
                <a:solidFill>
                  <a:srgbClr val="269798"/>
                </a:solidFill>
                <a:latin typeface="HRSD Gov Medium" pitchFamily="2" charset="-78"/>
                <a:ea typeface="HRSD Gov Medium" pitchFamily="2" charset="-78"/>
                <a:cs typeface="HRSD Gov Medium" pitchFamily="2" charset="-78"/>
              </a:rPr>
              <a:t>النجاحات:</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تحقيق نسبة رضا تتجاوز ٧2٪ يعكس استقراراً جيداً في الخدمة.</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وجود أدوات تقييم رقمية مفعلة مكنّت من جمع آراء المستفيدين بدقة.</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استخدام منصات فعالة للتقييم مثل استبيانات إلكترونية مبنية على مؤشرات جودة.</a:t>
            </a:r>
          </a:p>
          <a:p>
            <a:pPr marL="285750" indent="-285750">
              <a:buFont typeface="HRSD Gov Medium" pitchFamily="50" charset="-78"/>
              <a:buChar char="–"/>
            </a:pPr>
            <a:endParaRPr lang="ar-SA" sz="1400"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التحديات:</a:t>
            </a:r>
          </a:p>
          <a:p>
            <a:pPr marL="285750" indent="-285750">
              <a:buFontTx/>
              <a:buChar char="-"/>
            </a:pPr>
            <a:r>
              <a:rPr lang="ar-SA" sz="1400" dirty="0">
                <a:solidFill>
                  <a:srgbClr val="0F3144"/>
                </a:solidFill>
                <a:latin typeface="HRSD Gov Medium" pitchFamily="2" charset="-78"/>
                <a:ea typeface="HRSD Gov Medium" pitchFamily="2" charset="-78"/>
                <a:cs typeface="HRSD Gov Medium" pitchFamily="2" charset="-78"/>
              </a:rPr>
              <a:t>ضعف التفاعل مع بعض الفروع الافتراضية من حيث استجابة الموظفين أو سرعة المعالجة.</a:t>
            </a:r>
          </a:p>
          <a:p>
            <a:pPr marL="285750" indent="-285750">
              <a:buFontTx/>
              <a:buChar char="-"/>
            </a:pPr>
            <a:r>
              <a:rPr lang="ar-SA" sz="1400" dirty="0">
                <a:solidFill>
                  <a:srgbClr val="0F3144"/>
                </a:solidFill>
                <a:latin typeface="HRSD Gov Medium" pitchFamily="2" charset="-78"/>
                <a:ea typeface="HRSD Gov Medium" pitchFamily="2" charset="-78"/>
                <a:cs typeface="HRSD Gov Medium" pitchFamily="2" charset="-78"/>
              </a:rPr>
              <a:t>عدم وجود آلية منهجية لإغلاق الملاحظات أو متابعة رضا العميل بعد التفاعل الأول.</a:t>
            </a:r>
          </a:p>
          <a:p>
            <a:pPr marL="285750" indent="-285750">
              <a:buFontTx/>
              <a:buChar char="-"/>
            </a:pPr>
            <a:endParaRPr lang="ar-SA"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الإجراءات التصحيحية:</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إطلاق برامج تأهيلية لموظفي الفروع الافتراضية لرفع كفاءة التعامل مع المستفيد.</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تعزيز نظام إدارة الملاحظات وتغذية راجعة المستفيدين لضمان إغلاقها في وقت محدد.</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إعداد تقارير رضا دورية تربط النتائج مباشرة بالإجراءات التشغيلية.</a:t>
            </a:r>
          </a:p>
          <a:p>
            <a:endParaRPr lang="ar-SA"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التوصيات:</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الاستمرار في قياس الرضا بشكل ربعي وتضمين النتائج في لوحة القيادة التشغيلية.</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تخصيص مسؤول لمتابعة نتائج الرضا لكل فرع افتراضي.</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توسيع نطاق استخدام أدوات الذكاء الاصطناعي لتحليل التعليقات المفتوحة.</a:t>
            </a:r>
          </a:p>
          <a:p>
            <a:endParaRPr lang="ar-SA" dirty="0">
              <a:solidFill>
                <a:srgbClr val="269798"/>
              </a:solidFill>
              <a:latin typeface="HRSD Gov Medium" pitchFamily="2" charset="-78"/>
              <a:ea typeface="HRSD Gov Medium" pitchFamily="2" charset="-78"/>
              <a:cs typeface="HRSD Gov Medium" pitchFamily="2" charset="-78"/>
            </a:endParaRPr>
          </a:p>
          <a:p>
            <a:pPr>
              <a:buNone/>
            </a:pPr>
            <a:endParaRPr lang="ar-SA" dirty="0">
              <a:solidFill>
                <a:srgbClr val="0F3144"/>
              </a:solidFill>
              <a:latin typeface="HRSD Gov Medium" pitchFamily="2" charset="-78"/>
              <a:ea typeface="HRSD Gov Medium" pitchFamily="2" charset="-78"/>
              <a:cs typeface="HRSD Gov Medium" pitchFamily="2" charset="-78"/>
            </a:endParaRPr>
          </a:p>
        </p:txBody>
      </p:sp>
    </p:spTree>
    <p:extLst>
      <p:ext uri="{BB962C8B-B14F-4D97-AF65-F5344CB8AC3E}">
        <p14:creationId xmlns:p14="http://schemas.microsoft.com/office/powerpoint/2010/main" val="21514834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F8312-F1A4-BFDD-E5FB-707CA94BA9DF}"/>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10948A0-B0BB-A4E5-E2BC-8BA1C503E2A5}"/>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051F838F-D9E7-E9BB-AF9F-A4CFFE05BE6C}"/>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D7EEC57D-B922-A377-BE3A-BE5E8DEFA499}"/>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060B2EAF-7369-2898-763A-59E3999E0342}"/>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dirty="0">
                  <a:solidFill>
                    <a:srgbClr val="0F3144"/>
                  </a:solidFill>
                </a:rPr>
                <a:t>مؤشر تجربة المستفيد</a:t>
              </a:r>
              <a:endParaRPr lang="en-SA" dirty="0">
                <a:solidFill>
                  <a:srgbClr val="0F3144"/>
                </a:solidFill>
              </a:endParaRPr>
            </a:p>
          </p:txBody>
        </p:sp>
        <p:grpSp>
          <p:nvGrpSpPr>
            <p:cNvPr id="13" name="مجموعة 12">
              <a:extLst>
                <a:ext uri="{FF2B5EF4-FFF2-40B4-BE49-F238E27FC236}">
                  <a16:creationId xmlns:a16="http://schemas.microsoft.com/office/drawing/2014/main" id="{EB5434CD-F758-5C65-7601-CD21B3890706}"/>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BB7ECCD3-918A-7CB4-F82A-F0A02FF31A3D}"/>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4CB71F9E-868A-9471-7230-6BEC637A25A9}"/>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C0905ECB-8219-9811-8467-17292C7ACB08}"/>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55992A90-CD58-AD91-B2C7-3F14BE18F67A}"/>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DCCD4CFA-D12F-6661-E498-4BCA719B5806}"/>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sz="1600" b="1" dirty="0">
                  <a:solidFill>
                    <a:srgbClr val="269798"/>
                  </a:solidFill>
                  <a:latin typeface="HRSD Gov Medium" pitchFamily="2" charset="-78"/>
                  <a:ea typeface="HRSD Gov Medium" pitchFamily="2" charset="-78"/>
                  <a:cs typeface="HRSD Gov Medium" pitchFamily="2" charset="-78"/>
                </a:rPr>
                <a:t> اسم المؤشر:</a:t>
              </a:r>
              <a:r>
                <a:rPr lang="ar-SA" altLang="ar-SA" sz="1600" b="1" dirty="0">
                  <a:latin typeface="HRSD Gov Medium" pitchFamily="2" charset="-78"/>
                  <a:ea typeface="HRSD Gov Medium" pitchFamily="2" charset="-78"/>
                  <a:cs typeface="HRSD Gov Medium" pitchFamily="2" charset="-78"/>
                </a:rPr>
                <a:t>  </a:t>
              </a:r>
              <a:r>
                <a:rPr lang="ar-SA" altLang="ar-SA" sz="1600" b="1" dirty="0">
                  <a:solidFill>
                    <a:srgbClr val="0F3144"/>
                  </a:solidFill>
                  <a:latin typeface="HRSD Gov Medium" pitchFamily="2" charset="-78"/>
                  <a:ea typeface="HRSD Gov Medium" pitchFamily="2" charset="-78"/>
                  <a:cs typeface="HRSD Gov Medium" pitchFamily="2" charset="-78"/>
                </a:rPr>
                <a:t>نسبة رضا المستخدمين عن جودة استخدام القنوات الرقمية في الفروع الافتراضية</a:t>
              </a:r>
            </a:p>
          </p:txBody>
        </p:sp>
      </p:grpSp>
      <p:sp>
        <p:nvSpPr>
          <p:cNvPr id="501" name="مربع نص 500">
            <a:extLst>
              <a:ext uri="{FF2B5EF4-FFF2-40B4-BE49-F238E27FC236}">
                <a16:creationId xmlns:a16="http://schemas.microsoft.com/office/drawing/2014/main" id="{0DAD2100-B888-5B1B-EF97-5318A94C4C38}"/>
              </a:ext>
            </a:extLst>
          </p:cNvPr>
          <p:cNvSpPr txBox="1"/>
          <p:nvPr/>
        </p:nvSpPr>
        <p:spPr>
          <a:xfrm>
            <a:off x="989162" y="1911639"/>
            <a:ext cx="10846400" cy="2585323"/>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تعريف المؤشر:</a:t>
            </a:r>
          </a:p>
          <a:p>
            <a:pPr>
              <a:buNone/>
            </a:pPr>
            <a:r>
              <a:rPr lang="ar-SA" dirty="0">
                <a:solidFill>
                  <a:srgbClr val="0F3144"/>
                </a:solidFill>
                <a:latin typeface="HRSD Gov Medium" pitchFamily="2" charset="-78"/>
                <a:ea typeface="HRSD Gov Medium" pitchFamily="2" charset="-78"/>
                <a:cs typeface="HRSD Gov Medium" pitchFamily="2" charset="-78"/>
              </a:rPr>
              <a:t>هذا المؤشر يقيس مدى رضا المستخدمين عن سهولة ووضوح الخدمات المقدمة عبر الفروع الافتراضية، من خلال تقييمهم لجودة التفاعل الرقمي عبر واجهة الخدمة الإلكترونية، ويُحتسب بناءً على المتوسط التراكمي لتقييماتهم.</a:t>
            </a:r>
          </a:p>
          <a:p>
            <a:pPr>
              <a:buNone/>
            </a:pPr>
            <a:endParaRPr lang="ar-SA"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الهدف:</a:t>
            </a:r>
          </a:p>
          <a:p>
            <a:r>
              <a:rPr lang="ar-SA" dirty="0">
                <a:solidFill>
                  <a:srgbClr val="0F3144"/>
                </a:solidFill>
                <a:latin typeface="HRSD Gov Medium" pitchFamily="2" charset="-78"/>
                <a:ea typeface="HRSD Gov Medium" pitchFamily="2" charset="-78"/>
                <a:cs typeface="HRSD Gov Medium" pitchFamily="2" charset="-78"/>
              </a:rPr>
              <a:t>الوصول إلى مستوى "ناضج" في تجربة المستخدم، من خلال تحقيق نسبة لا تقل عن 85٪ ضمن تصنيف المستويات المعتمد.</a:t>
            </a:r>
          </a:p>
          <a:p>
            <a:endParaRPr lang="ar-SA"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النتائج:</a:t>
            </a:r>
          </a:p>
          <a:p>
            <a:pPr>
              <a:buNone/>
            </a:pPr>
            <a:endParaRPr lang="ar-SA" dirty="0">
              <a:solidFill>
                <a:srgbClr val="0F3144"/>
              </a:solidFill>
              <a:latin typeface="HRSD Gov Medium" pitchFamily="2" charset="-78"/>
              <a:ea typeface="HRSD Gov Medium" pitchFamily="2" charset="-78"/>
              <a:cs typeface="HRSD Gov Medium" pitchFamily="2" charset="-78"/>
            </a:endParaRPr>
          </a:p>
        </p:txBody>
      </p:sp>
      <p:graphicFrame>
        <p:nvGraphicFramePr>
          <p:cNvPr id="504" name="جدول 503">
            <a:extLst>
              <a:ext uri="{FF2B5EF4-FFF2-40B4-BE49-F238E27FC236}">
                <a16:creationId xmlns:a16="http://schemas.microsoft.com/office/drawing/2014/main" id="{D9CEB749-F7F1-8F49-C8D8-75CCD47D3608}"/>
              </a:ext>
            </a:extLst>
          </p:cNvPr>
          <p:cNvGraphicFramePr>
            <a:graphicFrameLocks noGrp="1"/>
          </p:cNvGraphicFramePr>
          <p:nvPr>
            <p:extLst>
              <p:ext uri="{D42A27DB-BD31-4B8C-83A1-F6EECF244321}">
                <p14:modId xmlns:p14="http://schemas.microsoft.com/office/powerpoint/2010/main" val="3673835"/>
              </p:ext>
            </p:extLst>
          </p:nvPr>
        </p:nvGraphicFramePr>
        <p:xfrm>
          <a:off x="6546978" y="4522285"/>
          <a:ext cx="3526374" cy="998376"/>
        </p:xfrm>
        <a:graphic>
          <a:graphicData uri="http://schemas.openxmlformats.org/drawingml/2006/table">
            <a:tbl>
              <a:tblPr rtl="1" firstRow="1" bandRow="1">
                <a:tableStyleId>{5C22544A-7EE6-4342-B048-85BDC9FD1C3A}</a:tableStyleId>
              </a:tblPr>
              <a:tblGrid>
                <a:gridCol w="1763187">
                  <a:extLst>
                    <a:ext uri="{9D8B030D-6E8A-4147-A177-3AD203B41FA5}">
                      <a16:colId xmlns:a16="http://schemas.microsoft.com/office/drawing/2014/main" val="2463569759"/>
                    </a:ext>
                  </a:extLst>
                </a:gridCol>
                <a:gridCol w="1763187">
                  <a:extLst>
                    <a:ext uri="{9D8B030D-6E8A-4147-A177-3AD203B41FA5}">
                      <a16:colId xmlns:a16="http://schemas.microsoft.com/office/drawing/2014/main" val="1181390082"/>
                    </a:ext>
                  </a:extLst>
                </a:gridCol>
              </a:tblGrid>
              <a:tr h="499188">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النسبة الحالية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النسبة المستهدفة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2138146141"/>
                  </a:ext>
                </a:extLst>
              </a:tr>
              <a:tr h="499188">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81.3٪</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85٪</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3451703142"/>
                  </a:ext>
                </a:extLst>
              </a:tr>
            </a:tbl>
          </a:graphicData>
        </a:graphic>
      </p:graphicFrame>
    </p:spTree>
    <p:extLst>
      <p:ext uri="{BB962C8B-B14F-4D97-AF65-F5344CB8AC3E}">
        <p14:creationId xmlns:p14="http://schemas.microsoft.com/office/powerpoint/2010/main" val="27560206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6BC3B-10DD-1AEE-9EBB-E9BA51A292D9}"/>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D7534D0D-1D49-0FE5-882F-EBEE6F61229E}"/>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944C720C-6271-9C3D-15BA-8948EB64D8F5}"/>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EEE9DB3D-D245-63FE-ECA1-49980B30A22B}"/>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E3E8864E-359E-F957-13CE-9D4698B8B5FC}"/>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dirty="0">
                  <a:solidFill>
                    <a:srgbClr val="0F3144"/>
                  </a:solidFill>
                </a:rPr>
                <a:t>مؤشر تجربة المستفيد</a:t>
              </a:r>
              <a:endParaRPr lang="en-SA" dirty="0">
                <a:solidFill>
                  <a:srgbClr val="0F3144"/>
                </a:solidFill>
              </a:endParaRPr>
            </a:p>
          </p:txBody>
        </p:sp>
        <p:grpSp>
          <p:nvGrpSpPr>
            <p:cNvPr id="13" name="مجموعة 12">
              <a:extLst>
                <a:ext uri="{FF2B5EF4-FFF2-40B4-BE49-F238E27FC236}">
                  <a16:creationId xmlns:a16="http://schemas.microsoft.com/office/drawing/2014/main" id="{9330950F-CB05-32BB-8C76-A6764B3550FB}"/>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F4B1E278-57FD-34B8-951B-6B1903E7CDED}"/>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6544A499-90AF-08BD-217F-A4E4B70EDA17}"/>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EFCEE100-64D0-7263-3CDF-623CA53A22D9}"/>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FC985ED9-92A1-6ECC-39BD-C529C368F6C1}"/>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8F9DDEB7-D058-0EEF-7254-C86722338C13}"/>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sz="1600" b="1" dirty="0">
                  <a:solidFill>
                    <a:srgbClr val="269798"/>
                  </a:solidFill>
                  <a:latin typeface="HRSD Gov Medium" pitchFamily="2" charset="-78"/>
                  <a:ea typeface="HRSD Gov Medium" pitchFamily="2" charset="-78"/>
                  <a:cs typeface="HRSD Gov Medium" pitchFamily="2" charset="-78"/>
                </a:rPr>
                <a:t> اسم المؤشر:</a:t>
              </a:r>
              <a:r>
                <a:rPr lang="ar-SA" altLang="ar-SA" sz="1600" b="1" dirty="0">
                  <a:latin typeface="HRSD Gov Medium" pitchFamily="2" charset="-78"/>
                  <a:ea typeface="HRSD Gov Medium" pitchFamily="2" charset="-78"/>
                  <a:cs typeface="HRSD Gov Medium" pitchFamily="2" charset="-78"/>
                </a:rPr>
                <a:t>  </a:t>
              </a:r>
              <a:r>
                <a:rPr lang="ar-SA" altLang="ar-SA" sz="1600" b="1" dirty="0">
                  <a:solidFill>
                    <a:srgbClr val="0F3144"/>
                  </a:solidFill>
                  <a:latin typeface="HRSD Gov Medium" pitchFamily="2" charset="-78"/>
                  <a:ea typeface="HRSD Gov Medium" pitchFamily="2" charset="-78"/>
                  <a:cs typeface="HRSD Gov Medium" pitchFamily="2" charset="-78"/>
                </a:rPr>
                <a:t>نسبة رضا المستخدمين عن جودة استخدام القنوات الرقمية في الفروع الافتراضية</a:t>
              </a:r>
            </a:p>
          </p:txBody>
        </p:sp>
      </p:grpSp>
      <p:sp>
        <p:nvSpPr>
          <p:cNvPr id="501" name="مربع نص 500">
            <a:extLst>
              <a:ext uri="{FF2B5EF4-FFF2-40B4-BE49-F238E27FC236}">
                <a16:creationId xmlns:a16="http://schemas.microsoft.com/office/drawing/2014/main" id="{71D51314-B389-A9BE-CE5C-546F03DE8C54}"/>
              </a:ext>
            </a:extLst>
          </p:cNvPr>
          <p:cNvSpPr txBox="1"/>
          <p:nvPr/>
        </p:nvSpPr>
        <p:spPr>
          <a:xfrm>
            <a:off x="989162" y="1642130"/>
            <a:ext cx="10846400" cy="4678204"/>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التحليل</a:t>
            </a:r>
          </a:p>
          <a:p>
            <a:pPr>
              <a:buNone/>
            </a:pPr>
            <a:r>
              <a:rPr lang="ar-SA" dirty="0">
                <a:solidFill>
                  <a:srgbClr val="269798"/>
                </a:solidFill>
                <a:latin typeface="HRSD Gov Medium" pitchFamily="2" charset="-78"/>
                <a:ea typeface="HRSD Gov Medium" pitchFamily="2" charset="-78"/>
                <a:cs typeface="HRSD Gov Medium" pitchFamily="2" charset="-78"/>
              </a:rPr>
              <a:t>النجاحات:</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النسبة الحالية (81.3٪) أقل من النسبة المستهدفة (85٪).</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الفجوة البسيطة تعكس وجود فرص تطوير في تصميم أو محتوى بعض الخدمات الرقمية.</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تفاعل المستخدمين مع عدد من الخدمات الرقمية بشكل إيجابي وملحوظ.</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تطور في وضوح بعض النماذج والإجراءات الإلكترونية مقارنة بالفترات السابقة.</a:t>
            </a:r>
          </a:p>
          <a:p>
            <a:endParaRPr lang="ar-SA" sz="1400"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التحديات:</a:t>
            </a:r>
          </a:p>
          <a:p>
            <a:pPr marL="285750" indent="-285750">
              <a:buFontTx/>
              <a:buChar char="-"/>
            </a:pPr>
            <a:r>
              <a:rPr lang="ar-SA" sz="1400" dirty="0">
                <a:solidFill>
                  <a:srgbClr val="0F3144"/>
                </a:solidFill>
                <a:latin typeface="HRSD Gov Medium" pitchFamily="2" charset="-78"/>
                <a:ea typeface="HRSD Gov Medium" pitchFamily="2" charset="-78"/>
                <a:cs typeface="HRSD Gov Medium" pitchFamily="2" charset="-78"/>
              </a:rPr>
              <a:t>وجود صعوبات تقنية في بعض الواجهات الرقمية.</a:t>
            </a:r>
          </a:p>
          <a:p>
            <a:pPr marL="285750" indent="-285750">
              <a:buFontTx/>
              <a:buChar char="-"/>
            </a:pPr>
            <a:r>
              <a:rPr lang="ar-SA" sz="1400" dirty="0">
                <a:solidFill>
                  <a:srgbClr val="0F3144"/>
                </a:solidFill>
                <a:latin typeface="HRSD Gov Medium" pitchFamily="2" charset="-78"/>
                <a:ea typeface="HRSD Gov Medium" pitchFamily="2" charset="-78"/>
                <a:cs typeface="HRSD Gov Medium" pitchFamily="2" charset="-78"/>
              </a:rPr>
              <a:t>تفاوت مستوى التجربة بين الفروع الافتراضية المختلفة.</a:t>
            </a:r>
          </a:p>
          <a:p>
            <a:pPr marL="285750" indent="-285750">
              <a:buFontTx/>
              <a:buChar char="-"/>
            </a:pPr>
            <a:endParaRPr lang="ar-SA"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الإجراءات التصحيحية:</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العمل على اختبار تجربة المستخدم بشكل دوري وتحديث النماذج الرقمية بناءً على ملاحظاتهم.</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التنسيق مع فرق التحول الرقمي لضمان تجربة موحدة وسلسة.</a:t>
            </a:r>
          </a:p>
          <a:p>
            <a:endParaRPr lang="ar-SA"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التوصيات:</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تكثيف ورش تحسين تجربة المستخدم باستخدام أدوات التفكير التصميمي.</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إطلاق حملة توعية رقمية لتوجيه المستخدمين حول كيفية الاستفادة القصوى من الخدمات الرقمية.</a:t>
            </a:r>
            <a:endParaRPr lang="ar-SA" dirty="0">
              <a:solidFill>
                <a:srgbClr val="269798"/>
              </a:solidFill>
              <a:latin typeface="HRSD Gov Medium" pitchFamily="2" charset="-78"/>
              <a:ea typeface="HRSD Gov Medium" pitchFamily="2" charset="-78"/>
              <a:cs typeface="HRSD Gov Medium" pitchFamily="2" charset="-78"/>
            </a:endParaRPr>
          </a:p>
          <a:p>
            <a:pPr>
              <a:buNone/>
            </a:pPr>
            <a:endParaRPr lang="ar-SA" dirty="0">
              <a:solidFill>
                <a:srgbClr val="0F3144"/>
              </a:solidFill>
              <a:latin typeface="HRSD Gov Medium" pitchFamily="2" charset="-78"/>
              <a:ea typeface="HRSD Gov Medium" pitchFamily="2" charset="-78"/>
              <a:cs typeface="HRSD Gov Medium" pitchFamily="2" charset="-78"/>
            </a:endParaRPr>
          </a:p>
        </p:txBody>
      </p:sp>
    </p:spTree>
    <p:extLst>
      <p:ext uri="{BB962C8B-B14F-4D97-AF65-F5344CB8AC3E}">
        <p14:creationId xmlns:p14="http://schemas.microsoft.com/office/powerpoint/2010/main" val="30229930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9E794-AE1D-5649-C671-44D97AB6E37E}"/>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B24FAEDB-ED4A-E96B-E4A6-DBAB5C5576EE}"/>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E05DBEA6-DCE2-B5E0-A4B4-4E105330B83A}"/>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943CAC3A-DC5F-55C0-C0E6-35AB0DE70D0A}"/>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B652C4F5-04C7-9FA6-F1C0-0F934312B09F}"/>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dirty="0">
                  <a:solidFill>
                    <a:srgbClr val="0F3144"/>
                  </a:solidFill>
                </a:rPr>
                <a:t>مؤشر التعامل مع الشكاوى</a:t>
              </a:r>
            </a:p>
          </p:txBody>
        </p:sp>
        <p:grpSp>
          <p:nvGrpSpPr>
            <p:cNvPr id="13" name="مجموعة 12">
              <a:extLst>
                <a:ext uri="{FF2B5EF4-FFF2-40B4-BE49-F238E27FC236}">
                  <a16:creationId xmlns:a16="http://schemas.microsoft.com/office/drawing/2014/main" id="{6520895A-7990-F94E-8198-DC2B08C8CBB4}"/>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0A54A456-9E6F-3890-4E89-A62BD0D1779B}"/>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C48296E5-C508-7766-AAE5-E8D46EFE3800}"/>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1C22A43C-67A2-C1C6-C34A-8C32F0DB1A36}"/>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87A400E9-1A4E-0455-3867-0C066AA67C61}"/>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98154A23-45BA-985E-A936-0BB2D9CA6E75}"/>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sz="1600" b="1" dirty="0">
                  <a:solidFill>
                    <a:srgbClr val="269798"/>
                  </a:solidFill>
                  <a:latin typeface="HRSD Gov Medium" pitchFamily="2" charset="-78"/>
                  <a:ea typeface="HRSD Gov Medium" pitchFamily="2" charset="-78"/>
                  <a:cs typeface="HRSD Gov Medium" pitchFamily="2" charset="-78"/>
                </a:rPr>
                <a:t> اسم المؤشر:</a:t>
              </a:r>
              <a:r>
                <a:rPr lang="ar-SA" altLang="ar-SA" sz="1600" b="1" dirty="0">
                  <a:latin typeface="HRSD Gov Medium" pitchFamily="2" charset="-78"/>
                  <a:ea typeface="HRSD Gov Medium" pitchFamily="2" charset="-78"/>
                  <a:cs typeface="HRSD Gov Medium" pitchFamily="2" charset="-78"/>
                </a:rPr>
                <a:t>  </a:t>
              </a:r>
              <a:r>
                <a:rPr lang="ar-SA" altLang="ar-SA" sz="1600" b="1" dirty="0">
                  <a:solidFill>
                    <a:srgbClr val="0F3144"/>
                  </a:solidFill>
                  <a:latin typeface="HRSD Gov Medium" pitchFamily="2" charset="-78"/>
                  <a:ea typeface="HRSD Gov Medium" pitchFamily="2" charset="-78"/>
                  <a:cs typeface="HRSD Gov Medium" pitchFamily="2" charset="-78"/>
                </a:rPr>
                <a:t>نسبة معالجة شكاوى المستفيدين في الفروع الافتراضية</a:t>
              </a:r>
            </a:p>
          </p:txBody>
        </p:sp>
      </p:grpSp>
      <p:sp>
        <p:nvSpPr>
          <p:cNvPr id="501" name="مربع نص 500">
            <a:extLst>
              <a:ext uri="{FF2B5EF4-FFF2-40B4-BE49-F238E27FC236}">
                <a16:creationId xmlns:a16="http://schemas.microsoft.com/office/drawing/2014/main" id="{34FD5A10-F6DC-AA35-42B6-FA0A20D76905}"/>
              </a:ext>
            </a:extLst>
          </p:cNvPr>
          <p:cNvSpPr txBox="1"/>
          <p:nvPr/>
        </p:nvSpPr>
        <p:spPr>
          <a:xfrm>
            <a:off x="989162" y="1911639"/>
            <a:ext cx="10846400" cy="2585323"/>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تعريف المؤشر:</a:t>
            </a:r>
          </a:p>
          <a:p>
            <a:pPr>
              <a:buNone/>
            </a:pPr>
            <a:r>
              <a:rPr lang="ar-SA" dirty="0">
                <a:solidFill>
                  <a:srgbClr val="0F3144"/>
                </a:solidFill>
                <a:latin typeface="HRSD Gov Medium" pitchFamily="2" charset="-78"/>
                <a:ea typeface="HRSD Gov Medium" pitchFamily="2" charset="-78"/>
                <a:cs typeface="HRSD Gov Medium" pitchFamily="2" charset="-78"/>
              </a:rPr>
              <a:t>هذا المؤشر يقيس مدى فاعلية الجهات المعنية في التعامل مع الشكاوى الواردة من المستفيدين من خلال الفروع الافتراضية، ويُحتسب من خلال عدد الشكاوى التي تم معالجتها فعليًا مقارنة بإجمالي الشكاوى المستلمة خلال نفس الفترة الزمنية.</a:t>
            </a:r>
          </a:p>
          <a:p>
            <a:pPr>
              <a:buNone/>
            </a:pPr>
            <a:endParaRPr lang="ar-SA"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الهدف:</a:t>
            </a:r>
          </a:p>
          <a:p>
            <a:r>
              <a:rPr lang="ar-SA" dirty="0">
                <a:solidFill>
                  <a:srgbClr val="0F3144"/>
                </a:solidFill>
                <a:latin typeface="HRSD Gov Medium" pitchFamily="2" charset="-78"/>
                <a:ea typeface="HRSD Gov Medium" pitchFamily="2" charset="-78"/>
                <a:cs typeface="HRSD Gov Medium" pitchFamily="2" charset="-78"/>
              </a:rPr>
              <a:t>الوصول إلى مستوى "ناضج جدًا" في معالجة الشكاوى، وذلك بتحقيق نسبة معالجة لا تقل عن 95٪ من الشكاوى ضمن المستويات المعتمدة.</a:t>
            </a:r>
          </a:p>
          <a:p>
            <a:endParaRPr lang="ar-SA"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النتائج:</a:t>
            </a:r>
          </a:p>
          <a:p>
            <a:pPr>
              <a:buNone/>
            </a:pPr>
            <a:endParaRPr lang="ar-SA" dirty="0">
              <a:solidFill>
                <a:srgbClr val="0F3144"/>
              </a:solidFill>
              <a:latin typeface="HRSD Gov Medium" pitchFamily="2" charset="-78"/>
              <a:ea typeface="HRSD Gov Medium" pitchFamily="2" charset="-78"/>
              <a:cs typeface="HRSD Gov Medium" pitchFamily="2" charset="-78"/>
            </a:endParaRPr>
          </a:p>
        </p:txBody>
      </p:sp>
      <p:graphicFrame>
        <p:nvGraphicFramePr>
          <p:cNvPr id="504" name="جدول 503">
            <a:extLst>
              <a:ext uri="{FF2B5EF4-FFF2-40B4-BE49-F238E27FC236}">
                <a16:creationId xmlns:a16="http://schemas.microsoft.com/office/drawing/2014/main" id="{138FCC46-97AC-ED1D-9823-AFB67E1D4A90}"/>
              </a:ext>
            </a:extLst>
          </p:cNvPr>
          <p:cNvGraphicFramePr>
            <a:graphicFrameLocks noGrp="1"/>
          </p:cNvGraphicFramePr>
          <p:nvPr>
            <p:extLst>
              <p:ext uri="{D42A27DB-BD31-4B8C-83A1-F6EECF244321}">
                <p14:modId xmlns:p14="http://schemas.microsoft.com/office/powerpoint/2010/main" val="3286962663"/>
              </p:ext>
            </p:extLst>
          </p:nvPr>
        </p:nvGraphicFramePr>
        <p:xfrm>
          <a:off x="6546978" y="4522285"/>
          <a:ext cx="3526374" cy="998376"/>
        </p:xfrm>
        <a:graphic>
          <a:graphicData uri="http://schemas.openxmlformats.org/drawingml/2006/table">
            <a:tbl>
              <a:tblPr rtl="1" firstRow="1" bandRow="1">
                <a:tableStyleId>{5C22544A-7EE6-4342-B048-85BDC9FD1C3A}</a:tableStyleId>
              </a:tblPr>
              <a:tblGrid>
                <a:gridCol w="1763187">
                  <a:extLst>
                    <a:ext uri="{9D8B030D-6E8A-4147-A177-3AD203B41FA5}">
                      <a16:colId xmlns:a16="http://schemas.microsoft.com/office/drawing/2014/main" val="2463569759"/>
                    </a:ext>
                  </a:extLst>
                </a:gridCol>
                <a:gridCol w="1763187">
                  <a:extLst>
                    <a:ext uri="{9D8B030D-6E8A-4147-A177-3AD203B41FA5}">
                      <a16:colId xmlns:a16="http://schemas.microsoft.com/office/drawing/2014/main" val="1181390082"/>
                    </a:ext>
                  </a:extLst>
                </a:gridCol>
              </a:tblGrid>
              <a:tr h="499188">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النسبة الحالية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النسبة المستهدفة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2138146141"/>
                  </a:ext>
                </a:extLst>
              </a:tr>
              <a:tr h="499188">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92.4٪</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95٪</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3451703142"/>
                  </a:ext>
                </a:extLst>
              </a:tr>
            </a:tbl>
          </a:graphicData>
        </a:graphic>
      </p:graphicFrame>
    </p:spTree>
    <p:extLst>
      <p:ext uri="{BB962C8B-B14F-4D97-AF65-F5344CB8AC3E}">
        <p14:creationId xmlns:p14="http://schemas.microsoft.com/office/powerpoint/2010/main" val="11889048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05285-BB70-949C-C303-2E4137CE7536}"/>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DAA85D2D-D274-4084-05C6-22E393428C57}"/>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4CDF88AD-BFA6-F576-8150-47250FF59BF9}"/>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35F53BB9-5B88-93B3-BD84-EC51CCD41D82}"/>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38FCBA17-7452-BDCD-362B-C77DA24B5D0B}"/>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dirty="0">
                  <a:solidFill>
                    <a:srgbClr val="0F3144"/>
                  </a:solidFill>
                </a:rPr>
                <a:t>مؤشر التعامل مع الشكاوى</a:t>
              </a:r>
            </a:p>
          </p:txBody>
        </p:sp>
        <p:grpSp>
          <p:nvGrpSpPr>
            <p:cNvPr id="13" name="مجموعة 12">
              <a:extLst>
                <a:ext uri="{FF2B5EF4-FFF2-40B4-BE49-F238E27FC236}">
                  <a16:creationId xmlns:a16="http://schemas.microsoft.com/office/drawing/2014/main" id="{11E823D5-FEC0-59DA-7519-26EEEB6899C4}"/>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A1A7776B-91BA-A6A5-04A1-209051522B8F}"/>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DDF5AF3F-F83F-56CB-7394-F6E2D4519097}"/>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BE8760D1-9E04-2B64-A3B4-2C4C39384614}"/>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31AA73CC-7557-1095-0D95-F09D5F941AFB}"/>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55AF634C-32A1-7C9D-0E87-E0B9F7F44107}"/>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sz="1600" b="1" dirty="0">
                  <a:solidFill>
                    <a:srgbClr val="269798"/>
                  </a:solidFill>
                  <a:latin typeface="HRSD Gov Medium" pitchFamily="2" charset="-78"/>
                  <a:ea typeface="HRSD Gov Medium" pitchFamily="2" charset="-78"/>
                  <a:cs typeface="HRSD Gov Medium" pitchFamily="2" charset="-78"/>
                </a:rPr>
                <a:t> اسم المؤشر:</a:t>
              </a:r>
              <a:r>
                <a:rPr lang="ar-SA" altLang="ar-SA" sz="1600" b="1" dirty="0">
                  <a:latin typeface="HRSD Gov Medium" pitchFamily="2" charset="-78"/>
                  <a:ea typeface="HRSD Gov Medium" pitchFamily="2" charset="-78"/>
                  <a:cs typeface="HRSD Gov Medium" pitchFamily="2" charset="-78"/>
                </a:rPr>
                <a:t>  </a:t>
              </a:r>
              <a:r>
                <a:rPr lang="ar-SA" altLang="ar-SA" sz="1600" b="1" dirty="0">
                  <a:solidFill>
                    <a:srgbClr val="0F3144"/>
                  </a:solidFill>
                  <a:latin typeface="HRSD Gov Medium" pitchFamily="2" charset="-78"/>
                  <a:ea typeface="HRSD Gov Medium" pitchFamily="2" charset="-78"/>
                  <a:cs typeface="HRSD Gov Medium" pitchFamily="2" charset="-78"/>
                </a:rPr>
                <a:t>نسبة معالجة شكاوى المستفيدين في الفروع الافتراضية</a:t>
              </a:r>
            </a:p>
          </p:txBody>
        </p:sp>
      </p:grpSp>
      <p:sp>
        <p:nvSpPr>
          <p:cNvPr id="501" name="مربع نص 500">
            <a:extLst>
              <a:ext uri="{FF2B5EF4-FFF2-40B4-BE49-F238E27FC236}">
                <a16:creationId xmlns:a16="http://schemas.microsoft.com/office/drawing/2014/main" id="{CA053835-5CEC-348F-6B72-3330B2FB67B1}"/>
              </a:ext>
            </a:extLst>
          </p:cNvPr>
          <p:cNvSpPr txBox="1"/>
          <p:nvPr/>
        </p:nvSpPr>
        <p:spPr>
          <a:xfrm>
            <a:off x="989162" y="1642130"/>
            <a:ext cx="10846400" cy="4185761"/>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التحليل</a:t>
            </a:r>
          </a:p>
          <a:p>
            <a:pPr>
              <a:buNone/>
            </a:pPr>
            <a:r>
              <a:rPr lang="ar-SA" dirty="0">
                <a:solidFill>
                  <a:srgbClr val="269798"/>
                </a:solidFill>
                <a:latin typeface="HRSD Gov Medium" pitchFamily="2" charset="-78"/>
                <a:ea typeface="HRSD Gov Medium" pitchFamily="2" charset="-78"/>
                <a:cs typeface="HRSD Gov Medium" pitchFamily="2" charset="-78"/>
              </a:rPr>
              <a:t>النجاحات:</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النسبة الحالية (92.4٪) قريبة من النسبة المستهدفة (95٪)، مما يشير إلى أداء جيد، مع وجود مجال للتحسين في سرعة الإغلاق والاستجابة الأولية.</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وجود آلية واضحة لتسجيل ومتابعة الشكاوى عبر النظام الرقمي.</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استجابة فعالة من فرق الدعم في معالجة الجزء الأكبر من البلاغات.</a:t>
            </a:r>
          </a:p>
          <a:p>
            <a:pPr marL="285750" indent="-285750">
              <a:buFont typeface="HRSD Gov Medium" pitchFamily="50" charset="-78"/>
              <a:buChar char="–"/>
            </a:pPr>
            <a:endParaRPr lang="ar-SA" sz="1400"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التحديات:</a:t>
            </a:r>
          </a:p>
          <a:p>
            <a:pPr marL="285750" indent="-285750">
              <a:buFontTx/>
              <a:buChar char="-"/>
            </a:pPr>
            <a:r>
              <a:rPr lang="ar-SA" sz="1400" dirty="0">
                <a:solidFill>
                  <a:srgbClr val="0F3144"/>
                </a:solidFill>
                <a:latin typeface="HRSD Gov Medium" pitchFamily="2" charset="-78"/>
                <a:ea typeface="HRSD Gov Medium" pitchFamily="2" charset="-78"/>
                <a:cs typeface="HRSD Gov Medium" pitchFamily="2" charset="-78"/>
              </a:rPr>
              <a:t>تأخر معالجة بعض الشكاوى ذات الطابع الفني.</a:t>
            </a:r>
          </a:p>
          <a:p>
            <a:pPr marL="285750" indent="-285750">
              <a:buFontTx/>
              <a:buChar char="-"/>
            </a:pPr>
            <a:r>
              <a:rPr lang="ar-SA" sz="1400" dirty="0">
                <a:solidFill>
                  <a:srgbClr val="0F3144"/>
                </a:solidFill>
                <a:latin typeface="HRSD Gov Medium" pitchFamily="2" charset="-78"/>
                <a:ea typeface="HRSD Gov Medium" pitchFamily="2" charset="-78"/>
                <a:cs typeface="HRSD Gov Medium" pitchFamily="2" charset="-78"/>
              </a:rPr>
              <a:t>تكرار الشكاوى في بعض المواضيع مما يدل على ضعف في المعالجة الجذرية للأسباب.</a:t>
            </a:r>
          </a:p>
          <a:p>
            <a:pPr marL="285750" indent="-285750">
              <a:buFontTx/>
              <a:buChar char="-"/>
            </a:pPr>
            <a:endParaRPr lang="ar-SA"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الإجراءات التصحيحية:</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تطبيق تصنيف دقيق لأنواع الشكاوى لتسهيل التحليل والمعالجة السريعة.</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تخصيص فريق مركزي لتقييم الشكاوى المتكررة ورفع التوصيات التنفيذية لمعالجتها.</a:t>
            </a:r>
          </a:p>
          <a:p>
            <a:pPr marL="285750" indent="-285750">
              <a:buFont typeface="HRSD Gov Medium" pitchFamily="50" charset="-78"/>
              <a:buChar char="–"/>
            </a:pPr>
            <a:endParaRPr lang="ar-SA"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التوصيات:</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تطوير لوحة مؤشرات لحظية لمتابعة أداء معالجة الشكاوى.</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تنظيم ورش تدريبية للفريق المعني بالشكاوى حول إدارة الانطباع الأخير وتحويل الشكوى إلى تجربة إيجابية.</a:t>
            </a:r>
            <a:endParaRPr lang="ar-SA" dirty="0">
              <a:solidFill>
                <a:srgbClr val="0F3144"/>
              </a:solidFill>
              <a:latin typeface="HRSD Gov Medium" pitchFamily="2" charset="-78"/>
              <a:ea typeface="HRSD Gov Medium" pitchFamily="2" charset="-78"/>
              <a:cs typeface="HRSD Gov Medium" pitchFamily="2" charset="-78"/>
            </a:endParaRPr>
          </a:p>
        </p:txBody>
      </p:sp>
    </p:spTree>
    <p:extLst>
      <p:ext uri="{BB962C8B-B14F-4D97-AF65-F5344CB8AC3E}">
        <p14:creationId xmlns:p14="http://schemas.microsoft.com/office/powerpoint/2010/main" val="21164190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9AB3E-909D-1D8B-74B4-0454FCE52803}"/>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7D835C1A-A355-68B6-7567-AC0E9F77A5D0}"/>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9414E30D-6907-F4B9-22BC-D43D4795BA6A}"/>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25CC8B42-667F-F64A-96D8-7B207456E82B}"/>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FA12E4B9-227C-6EC3-CFDC-33E8A8C750B2}"/>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dirty="0">
                  <a:solidFill>
                    <a:srgbClr val="0F3144"/>
                  </a:solidFill>
                </a:rPr>
                <a:t>مؤشر الجهد المبذول من العميل</a:t>
              </a:r>
            </a:p>
          </p:txBody>
        </p:sp>
        <p:grpSp>
          <p:nvGrpSpPr>
            <p:cNvPr id="13" name="مجموعة 12">
              <a:extLst>
                <a:ext uri="{FF2B5EF4-FFF2-40B4-BE49-F238E27FC236}">
                  <a16:creationId xmlns:a16="http://schemas.microsoft.com/office/drawing/2014/main" id="{7125CDB7-59B9-5FEB-940F-C3B9C72B4A13}"/>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D1B05335-C61E-7722-309C-901F7CCC6541}"/>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282430D3-589D-4F32-10A8-D319CFFBEFAD}"/>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D041C0F0-175A-AFC3-00FA-2E7142873510}"/>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05EA1894-7AC3-8333-2A54-9342DE3F4284}"/>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182B785A-B125-611C-0022-9E61E5F039D4}"/>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sz="1600" b="1" dirty="0">
                  <a:solidFill>
                    <a:srgbClr val="269798"/>
                  </a:solidFill>
                  <a:latin typeface="HRSD Gov Medium" pitchFamily="2" charset="-78"/>
                  <a:ea typeface="HRSD Gov Medium" pitchFamily="2" charset="-78"/>
                  <a:cs typeface="HRSD Gov Medium" pitchFamily="2" charset="-78"/>
                </a:rPr>
                <a:t> اسم المؤشر:</a:t>
              </a:r>
              <a:r>
                <a:rPr lang="ar-SA" altLang="ar-SA" sz="1600" b="1" dirty="0">
                  <a:latin typeface="HRSD Gov Medium" pitchFamily="2" charset="-78"/>
                  <a:ea typeface="HRSD Gov Medium" pitchFamily="2" charset="-78"/>
                  <a:cs typeface="HRSD Gov Medium" pitchFamily="2" charset="-78"/>
                </a:rPr>
                <a:t>  </a:t>
              </a:r>
              <a:r>
                <a:rPr lang="ar-SA" altLang="ar-SA" sz="1600" b="1" dirty="0">
                  <a:solidFill>
                    <a:srgbClr val="0F3144"/>
                  </a:solidFill>
                  <a:latin typeface="HRSD Gov Medium" pitchFamily="2" charset="-78"/>
                  <a:ea typeface="HRSD Gov Medium" pitchFamily="2" charset="-78"/>
                  <a:cs typeface="HRSD Gov Medium" pitchFamily="2" charset="-78"/>
                </a:rPr>
                <a:t>معدل الجهد المطلوب من المستفيد في الجلسة الافتراضية</a:t>
              </a:r>
            </a:p>
          </p:txBody>
        </p:sp>
      </p:grpSp>
      <p:sp>
        <p:nvSpPr>
          <p:cNvPr id="501" name="مربع نص 500">
            <a:extLst>
              <a:ext uri="{FF2B5EF4-FFF2-40B4-BE49-F238E27FC236}">
                <a16:creationId xmlns:a16="http://schemas.microsoft.com/office/drawing/2014/main" id="{9D569E06-4554-AD8B-AAFF-53BD60DAA680}"/>
              </a:ext>
            </a:extLst>
          </p:cNvPr>
          <p:cNvSpPr txBox="1"/>
          <p:nvPr/>
        </p:nvSpPr>
        <p:spPr>
          <a:xfrm>
            <a:off x="989162" y="1911639"/>
            <a:ext cx="10846400" cy="2862322"/>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تعريف المؤشر:</a:t>
            </a:r>
          </a:p>
          <a:p>
            <a:pPr>
              <a:buNone/>
            </a:pPr>
            <a:r>
              <a:rPr lang="ar-SA" dirty="0">
                <a:solidFill>
                  <a:srgbClr val="0F3144"/>
                </a:solidFill>
                <a:latin typeface="HRSD Gov Medium" pitchFamily="2" charset="-78"/>
                <a:ea typeface="HRSD Gov Medium" pitchFamily="2" charset="-78"/>
                <a:cs typeface="HRSD Gov Medium" pitchFamily="2" charset="-78"/>
              </a:rPr>
              <a:t>يقيس هذا المؤشر مقدار الجهد الذي يبذله المستفيد لإتمام جلسته أو الحصول على الخدمة، وذلك من خلال تتبع عدد التفاعلات (مثل الإيميلات) اللازمة لإغلاق الجلسة بنجاح، وهو عنصر جوهري ضمن منهجيات تحسين تجربة المستفيد وفقًا لمعيار </a:t>
            </a:r>
            <a:r>
              <a:rPr lang="en-US" dirty="0">
                <a:solidFill>
                  <a:srgbClr val="0F3144"/>
                </a:solidFill>
                <a:latin typeface="HRSD Gov Medium" pitchFamily="2" charset="-78"/>
                <a:ea typeface="HRSD Gov Medium" pitchFamily="2" charset="-78"/>
                <a:cs typeface="HRSD Gov Medium" pitchFamily="2" charset="-78"/>
              </a:rPr>
              <a:t>COPC CX.</a:t>
            </a:r>
            <a:endParaRPr lang="ar-SA" dirty="0">
              <a:solidFill>
                <a:srgbClr val="0F3144"/>
              </a:solidFill>
              <a:latin typeface="HRSD Gov Medium" pitchFamily="2" charset="-78"/>
              <a:ea typeface="HRSD Gov Medium" pitchFamily="2" charset="-78"/>
              <a:cs typeface="HRSD Gov Medium" pitchFamily="2" charset="-78"/>
            </a:endParaRPr>
          </a:p>
          <a:p>
            <a:pPr>
              <a:buNone/>
            </a:pPr>
            <a:endParaRPr lang="ar-SA"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الهدف:</a:t>
            </a:r>
          </a:p>
          <a:p>
            <a:r>
              <a:rPr lang="ar-SA" dirty="0">
                <a:solidFill>
                  <a:srgbClr val="0F3144"/>
                </a:solidFill>
                <a:latin typeface="HRSD Gov Medium" pitchFamily="2" charset="-78"/>
                <a:ea typeface="HRSD Gov Medium" pitchFamily="2" charset="-78"/>
                <a:cs typeface="HRSD Gov Medium" pitchFamily="2" charset="-78"/>
              </a:rPr>
              <a:t>الوصول إلى مستوى “سهولة عالية” في إغلاق الجلسات بأقل عدد ممكن من التبادلات، عبر تحسين وضوح الردود وجودة الحلول من أول مرة، وذلك بتحقيق النتائج التالية</a:t>
            </a:r>
          </a:p>
          <a:p>
            <a:endParaRPr lang="ar-SA"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النتائج(الربع الثالث 2025) :</a:t>
            </a:r>
          </a:p>
          <a:p>
            <a:pPr>
              <a:buNone/>
            </a:pPr>
            <a:endParaRPr lang="ar-SA" dirty="0">
              <a:solidFill>
                <a:srgbClr val="0F3144"/>
              </a:solidFill>
              <a:latin typeface="HRSD Gov Medium" pitchFamily="2" charset="-78"/>
              <a:ea typeface="HRSD Gov Medium" pitchFamily="2" charset="-78"/>
              <a:cs typeface="HRSD Gov Medium" pitchFamily="2" charset="-78"/>
            </a:endParaRPr>
          </a:p>
        </p:txBody>
      </p:sp>
      <p:graphicFrame>
        <p:nvGraphicFramePr>
          <p:cNvPr id="504" name="جدول 503">
            <a:extLst>
              <a:ext uri="{FF2B5EF4-FFF2-40B4-BE49-F238E27FC236}">
                <a16:creationId xmlns:a16="http://schemas.microsoft.com/office/drawing/2014/main" id="{C15E8348-600D-991E-28CD-72B16729C852}"/>
              </a:ext>
            </a:extLst>
          </p:cNvPr>
          <p:cNvGraphicFramePr>
            <a:graphicFrameLocks noGrp="1"/>
          </p:cNvGraphicFramePr>
          <p:nvPr>
            <p:extLst>
              <p:ext uri="{D42A27DB-BD31-4B8C-83A1-F6EECF244321}">
                <p14:modId xmlns:p14="http://schemas.microsoft.com/office/powerpoint/2010/main" val="327915117"/>
              </p:ext>
            </p:extLst>
          </p:nvPr>
        </p:nvGraphicFramePr>
        <p:xfrm>
          <a:off x="2232261" y="4545434"/>
          <a:ext cx="8084160" cy="1530837"/>
        </p:xfrm>
        <a:graphic>
          <a:graphicData uri="http://schemas.openxmlformats.org/drawingml/2006/table">
            <a:tbl>
              <a:tblPr rtl="1" firstRow="1" bandRow="1">
                <a:tableStyleId>{5C22544A-7EE6-4342-B048-85BDC9FD1C3A}</a:tableStyleId>
              </a:tblPr>
              <a:tblGrid>
                <a:gridCol w="2675535">
                  <a:extLst>
                    <a:ext uri="{9D8B030D-6E8A-4147-A177-3AD203B41FA5}">
                      <a16:colId xmlns:a16="http://schemas.microsoft.com/office/drawing/2014/main" val="2463569759"/>
                    </a:ext>
                  </a:extLst>
                </a:gridCol>
                <a:gridCol w="1732279">
                  <a:extLst>
                    <a:ext uri="{9D8B030D-6E8A-4147-A177-3AD203B41FA5}">
                      <a16:colId xmlns:a16="http://schemas.microsoft.com/office/drawing/2014/main" val="3020150146"/>
                    </a:ext>
                  </a:extLst>
                </a:gridCol>
                <a:gridCol w="1655306">
                  <a:extLst>
                    <a:ext uri="{9D8B030D-6E8A-4147-A177-3AD203B41FA5}">
                      <a16:colId xmlns:a16="http://schemas.microsoft.com/office/drawing/2014/main" val="1619044992"/>
                    </a:ext>
                  </a:extLst>
                </a:gridCol>
                <a:gridCol w="2021040">
                  <a:extLst>
                    <a:ext uri="{9D8B030D-6E8A-4147-A177-3AD203B41FA5}">
                      <a16:colId xmlns:a16="http://schemas.microsoft.com/office/drawing/2014/main" val="1181390082"/>
                    </a:ext>
                  </a:extLst>
                </a:gridCol>
              </a:tblGrid>
              <a:tr h="412330">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البند</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النتيجة المحققة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المستهدف</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الملاحظة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2138146141"/>
                  </a:ext>
                </a:extLst>
              </a:tr>
              <a:tr h="355017">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متوسط عدد الإيميلات لكل جلسة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2.21</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أقل من 2</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لم يتم تحقيق المستهدف</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3451703142"/>
                  </a:ext>
                </a:extLst>
              </a:tr>
              <a:tr h="381745">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نسبة الجلسات بإيميل واحد فقط</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29.3%</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أكثر من 40%</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600" kern="1200" dirty="0">
                          <a:solidFill>
                            <a:srgbClr val="0F3144"/>
                          </a:solidFill>
                          <a:latin typeface="HRSD Gov Medium" pitchFamily="2" charset="-78"/>
                          <a:ea typeface="HRSD Gov Medium" pitchFamily="2" charset="-78"/>
                          <a:cs typeface="HRSD Gov Medium" pitchFamily="2" charset="-78"/>
                        </a:rPr>
                        <a:t>لم يتم تحقيق المستهدف</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3569117156"/>
                  </a:ext>
                </a:extLst>
              </a:tr>
              <a:tr h="381745">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نسبة الجلسات بـ 3 إيميلات أو أكثر</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37.7%</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أقل من 30%</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تم رصد ارتفاع غير مرغوب به</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2060435871"/>
                  </a:ext>
                </a:extLst>
              </a:tr>
            </a:tbl>
          </a:graphicData>
        </a:graphic>
      </p:graphicFrame>
    </p:spTree>
    <p:extLst>
      <p:ext uri="{BB962C8B-B14F-4D97-AF65-F5344CB8AC3E}">
        <p14:creationId xmlns:p14="http://schemas.microsoft.com/office/powerpoint/2010/main" val="19728895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32BFC-8DCC-BB1B-8462-63B12F08462A}"/>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046A920D-2122-07EF-D77C-0F9135FCBEC5}"/>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6CE40611-1DC6-612B-07DD-CCCBAAC755CC}"/>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6338E294-8F41-9CFE-AB88-29779DE6B7DB}"/>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D91460F6-92CC-153A-B70B-8355D4ECB6C8}"/>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dirty="0">
                  <a:solidFill>
                    <a:srgbClr val="0F3144"/>
                  </a:solidFill>
                </a:rPr>
                <a:t>مؤشر الجهد المبذول من العميل</a:t>
              </a:r>
            </a:p>
          </p:txBody>
        </p:sp>
        <p:grpSp>
          <p:nvGrpSpPr>
            <p:cNvPr id="13" name="مجموعة 12">
              <a:extLst>
                <a:ext uri="{FF2B5EF4-FFF2-40B4-BE49-F238E27FC236}">
                  <a16:creationId xmlns:a16="http://schemas.microsoft.com/office/drawing/2014/main" id="{DE2CB448-5014-97B5-5CD9-9E352C5D6EE5}"/>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DF4DA6F4-67D2-F426-D4FE-3A87DCC143CE}"/>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6C027196-B8FC-E34C-25A2-B4F438D1C58E}"/>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0BAF1058-3C3C-2257-13C6-C12C1DF1CE0F}"/>
              </a:ext>
            </a:extLst>
          </p:cNvPr>
          <p:cNvGrpSpPr/>
          <p:nvPr/>
        </p:nvGrpSpPr>
        <p:grpSpPr>
          <a:xfrm>
            <a:off x="1299412" y="1146627"/>
            <a:ext cx="10536150" cy="424900"/>
            <a:chOff x="5057737" y="4648773"/>
            <a:chExt cx="5408047" cy="380024"/>
          </a:xfrm>
        </p:grpSpPr>
        <p:sp>
          <p:nvSpPr>
            <p:cNvPr id="9" name="AutoShape 59">
              <a:extLst>
                <a:ext uri="{FF2B5EF4-FFF2-40B4-BE49-F238E27FC236}">
                  <a16:creationId xmlns:a16="http://schemas.microsoft.com/office/drawing/2014/main" id="{D2BCBD2E-EE76-734D-C84F-BE257AE35135}"/>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3EB41E9E-FF1A-B6E9-33C9-36AA52DF5B5F}"/>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sz="1600" b="1" dirty="0">
                  <a:solidFill>
                    <a:srgbClr val="269798"/>
                  </a:solidFill>
                  <a:latin typeface="HRSD Gov Medium" pitchFamily="2" charset="-78"/>
                  <a:ea typeface="HRSD Gov Medium" pitchFamily="2" charset="-78"/>
                  <a:cs typeface="HRSD Gov Medium" pitchFamily="2" charset="-78"/>
                </a:rPr>
                <a:t> اسم المؤشر:</a:t>
              </a:r>
              <a:r>
                <a:rPr lang="ar-SA" altLang="ar-SA" sz="1600" b="1" dirty="0">
                  <a:latin typeface="HRSD Gov Medium" pitchFamily="2" charset="-78"/>
                  <a:ea typeface="HRSD Gov Medium" pitchFamily="2" charset="-78"/>
                  <a:cs typeface="HRSD Gov Medium" pitchFamily="2" charset="-78"/>
                </a:rPr>
                <a:t>  </a:t>
              </a:r>
              <a:r>
                <a:rPr lang="ar-SA" altLang="ar-SA" sz="1600" b="1" dirty="0">
                  <a:solidFill>
                    <a:srgbClr val="0F3144"/>
                  </a:solidFill>
                  <a:latin typeface="HRSD Gov Medium" pitchFamily="2" charset="-78"/>
                  <a:ea typeface="HRSD Gov Medium" pitchFamily="2" charset="-78"/>
                  <a:cs typeface="HRSD Gov Medium" pitchFamily="2" charset="-78"/>
                </a:rPr>
                <a:t>معدل الجهد المطلوب من المستفيد في الجلسة الافتراضية</a:t>
              </a:r>
            </a:p>
          </p:txBody>
        </p:sp>
      </p:grpSp>
      <p:sp>
        <p:nvSpPr>
          <p:cNvPr id="501" name="مربع نص 500">
            <a:extLst>
              <a:ext uri="{FF2B5EF4-FFF2-40B4-BE49-F238E27FC236}">
                <a16:creationId xmlns:a16="http://schemas.microsoft.com/office/drawing/2014/main" id="{C2CDD509-DE52-C97E-3DBF-71C679FDB19A}"/>
              </a:ext>
            </a:extLst>
          </p:cNvPr>
          <p:cNvSpPr txBox="1"/>
          <p:nvPr/>
        </p:nvSpPr>
        <p:spPr>
          <a:xfrm>
            <a:off x="989162" y="1595830"/>
            <a:ext cx="10423476" cy="4985980"/>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النجاحات:</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وجود آلية واضحة لإغلاق الجلسات عبر البريد الإلكتروني.</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تطبيق جزئي لتحسينات تقليل التفاعلات.</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توفر نظام تذاكر رقمي يعزز تتبع التفاعلات.</a:t>
            </a:r>
          </a:p>
          <a:p>
            <a:pPr marL="285750" indent="-285750">
              <a:buFont typeface="HRSD Gov Medium" pitchFamily="50" charset="-78"/>
              <a:buChar char="–"/>
            </a:pPr>
            <a:endParaRPr lang="ar-SA" sz="1400"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التحديات:</a:t>
            </a:r>
          </a:p>
          <a:p>
            <a:pPr marL="285750" indent="-285750">
              <a:buFontTx/>
              <a:buChar char="-"/>
            </a:pPr>
            <a:r>
              <a:rPr lang="ar-SA" sz="1400" dirty="0">
                <a:solidFill>
                  <a:srgbClr val="0F3144"/>
                </a:solidFill>
                <a:latin typeface="HRSD Gov Medium" pitchFamily="2" charset="-78"/>
                <a:ea typeface="HRSD Gov Medium" pitchFamily="2" charset="-78"/>
                <a:cs typeface="HRSD Gov Medium" pitchFamily="2" charset="-78"/>
              </a:rPr>
              <a:t>عدم كفاءة الإغلاق من أول تفاعل في نسبة كبيرة من الجلسات.</a:t>
            </a:r>
          </a:p>
          <a:p>
            <a:pPr marL="285750" indent="-285750">
              <a:buFontTx/>
              <a:buChar char="-"/>
            </a:pPr>
            <a:r>
              <a:rPr lang="ar-SA" sz="1400" dirty="0">
                <a:solidFill>
                  <a:srgbClr val="0F3144"/>
                </a:solidFill>
                <a:latin typeface="HRSD Gov Medium" pitchFamily="2" charset="-78"/>
                <a:ea typeface="HRSD Gov Medium" pitchFamily="2" charset="-78"/>
                <a:cs typeface="HRSD Gov Medium" pitchFamily="2" charset="-78"/>
              </a:rPr>
              <a:t>ارتفاع عدد الجلسات ذات 3+ إيميلات مما يدل على ضعف في الحل من أول مرة</a:t>
            </a:r>
          </a:p>
          <a:p>
            <a:pPr marL="285750" indent="-285750">
              <a:buFontTx/>
              <a:buChar char="-"/>
            </a:pPr>
            <a:r>
              <a:rPr lang="ar-SA" sz="1400" dirty="0">
                <a:solidFill>
                  <a:srgbClr val="0F3144"/>
                </a:solidFill>
                <a:latin typeface="HRSD Gov Medium" pitchFamily="2" charset="-78"/>
                <a:ea typeface="HRSD Gov Medium" pitchFamily="2" charset="-78"/>
                <a:cs typeface="HRSD Gov Medium" pitchFamily="2" charset="-78"/>
              </a:rPr>
              <a:t>ضعف تكامل الأنظمة لدعم تحليل الجهد المبذول بشكل لحظي..</a:t>
            </a:r>
          </a:p>
          <a:p>
            <a:pPr marL="285750" indent="-285750">
              <a:buFontTx/>
              <a:buChar char="-"/>
            </a:pPr>
            <a:endParaRPr lang="ar-SA"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الإجراءات التصحيحية:</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مراجعة وتحسين إجراءات الإغلاق من أول تفاعل </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تحليل تفصيلي للجلسات متعددة التفاعلات لتحديد أسباب تكرار الإرسال.</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تفعيل التنبيهات اللحظية في النظام عند تجاوز عدد التفاعلات المسموح به.</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تدريب الفرق على كتابة ردود شاملة ومغلقة من أول مرة.</a:t>
            </a:r>
          </a:p>
          <a:p>
            <a:endParaRPr lang="ar-SA" dirty="0">
              <a:solidFill>
                <a:srgbClr val="269798"/>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التوصيات:</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إدراج هذا المؤشر ضمن لوحة القيادة اليومية للفروع الافتراضية.</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إطلاق حملة داخلية توعوية حول “الجهد المبذول” ضمن تجربة العميل.</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ربط الأداء الفردي للمستشارين بهذا المؤشر في تقييم الأداء الربع سنوي.</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إدماج هذا المؤشر ضمن معايير تقييم جودة المكالمات.</a:t>
            </a:r>
            <a:endParaRPr lang="ar-SA" dirty="0">
              <a:solidFill>
                <a:srgbClr val="0F3144"/>
              </a:solidFill>
              <a:latin typeface="HRSD Gov Medium" pitchFamily="2" charset="-78"/>
              <a:ea typeface="HRSD Gov Medium" pitchFamily="2" charset="-78"/>
              <a:cs typeface="HRSD Gov Medium" pitchFamily="2" charset="-78"/>
            </a:endParaRPr>
          </a:p>
        </p:txBody>
      </p:sp>
    </p:spTree>
    <p:extLst>
      <p:ext uri="{BB962C8B-B14F-4D97-AF65-F5344CB8AC3E}">
        <p14:creationId xmlns:p14="http://schemas.microsoft.com/office/powerpoint/2010/main" val="15910372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EDFA3-1D52-971A-AB56-BB82D539F91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B897E3-1D60-D537-DFB8-A13E1E0D10BF}"/>
              </a:ext>
            </a:extLst>
          </p:cNvPr>
          <p:cNvSpPr>
            <a:spLocks noGrp="1"/>
          </p:cNvSpPr>
          <p:nvPr>
            <p:ph type="sldNum" sz="quarter" idx="4"/>
          </p:nvPr>
        </p:nvSpPr>
        <p:spPr>
          <a:xfrm>
            <a:off x="11436923" y="6214917"/>
            <a:ext cx="415641"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FFFFFF"/>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SA" sz="1200" b="0" i="0" u="none" strike="noStrike" kern="1200" cap="none" spc="0" normalizeH="0" baseline="0" noProof="0" dirty="0">
              <a:ln>
                <a:noFill/>
              </a:ln>
              <a:solidFill>
                <a:srgbClr val="FFFFFF"/>
              </a:solidFill>
              <a:effectLst/>
              <a:uLnTx/>
              <a:uFillTx/>
              <a:latin typeface="HRSD Gov" pitchFamily="2" charset="-78"/>
              <a:ea typeface="HRSD Gov" pitchFamily="2" charset="-78"/>
              <a:cs typeface="HRSD Gov" pitchFamily="2" charset="-78"/>
            </a:endParaRPr>
          </a:p>
        </p:txBody>
      </p:sp>
      <p:sp>
        <p:nvSpPr>
          <p:cNvPr id="5" name="مربع نص 4">
            <a:extLst>
              <a:ext uri="{FF2B5EF4-FFF2-40B4-BE49-F238E27FC236}">
                <a16:creationId xmlns:a16="http://schemas.microsoft.com/office/drawing/2014/main" id="{E8C7DAAA-440F-7974-A5D6-ED95A63F2B44}"/>
              </a:ext>
            </a:extLst>
          </p:cNvPr>
          <p:cNvSpPr txBox="1"/>
          <p:nvPr/>
        </p:nvSpPr>
        <p:spPr>
          <a:xfrm>
            <a:off x="74645" y="3332975"/>
            <a:ext cx="7874045" cy="193899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6000" b="1" i="0" u="none" strike="noStrike" kern="1200" cap="none" spc="0" normalizeH="0" baseline="0" noProof="0" dirty="0">
                <a:ln>
                  <a:noFill/>
                </a:ln>
                <a:solidFill>
                  <a:srgbClr val="FFFFFF"/>
                </a:solidFill>
                <a:effectLst/>
                <a:uLnTx/>
                <a:uFillTx/>
                <a:latin typeface="HRSD Gov Title" pitchFamily="50" charset="-78"/>
                <a:ea typeface="HRSD Gov Title" pitchFamily="50" charset="-78"/>
                <a:cs typeface="HRSD Gov Title" pitchFamily="50" charset="-78"/>
              </a:rPr>
              <a:t>نتائج تقرير جودة الفروع الافتراضية</a:t>
            </a:r>
          </a:p>
        </p:txBody>
      </p:sp>
      <p:sp>
        <p:nvSpPr>
          <p:cNvPr id="6" name="مستطيل 5">
            <a:extLst>
              <a:ext uri="{FF2B5EF4-FFF2-40B4-BE49-F238E27FC236}">
                <a16:creationId xmlns:a16="http://schemas.microsoft.com/office/drawing/2014/main" id="{F0F2ECF9-B1D2-5446-4053-038746A78906}"/>
              </a:ext>
            </a:extLst>
          </p:cNvPr>
          <p:cNvSpPr/>
          <p:nvPr/>
        </p:nvSpPr>
        <p:spPr>
          <a:xfrm>
            <a:off x="9458833" y="665584"/>
            <a:ext cx="1978090" cy="982824"/>
          </a:xfrm>
          <a:prstGeom prst="rect">
            <a:avLst/>
          </a:prstGeom>
          <a:solidFill>
            <a:srgbClr val="2BB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grpSp>
        <p:nvGrpSpPr>
          <p:cNvPr id="8" name="مجموعة 7">
            <a:extLst>
              <a:ext uri="{FF2B5EF4-FFF2-40B4-BE49-F238E27FC236}">
                <a16:creationId xmlns:a16="http://schemas.microsoft.com/office/drawing/2014/main" id="{5AF98294-601D-8B10-1E02-FF45620BF2AA}"/>
              </a:ext>
            </a:extLst>
          </p:cNvPr>
          <p:cNvGrpSpPr/>
          <p:nvPr/>
        </p:nvGrpSpPr>
        <p:grpSpPr>
          <a:xfrm>
            <a:off x="8924168" y="1341151"/>
            <a:ext cx="2421856" cy="5072090"/>
            <a:chOff x="8924168" y="1341151"/>
            <a:chExt cx="1886246" cy="5042252"/>
          </a:xfrm>
        </p:grpSpPr>
        <p:pic>
          <p:nvPicPr>
            <p:cNvPr id="3" name="Picture 36">
              <a:extLst>
                <a:ext uri="{FF2B5EF4-FFF2-40B4-BE49-F238E27FC236}">
                  <a16:creationId xmlns:a16="http://schemas.microsoft.com/office/drawing/2014/main" id="{3B680AEF-DED5-311D-E72F-C41A67F9C7C6}"/>
                </a:ext>
              </a:extLst>
            </p:cNvPr>
            <p:cNvPicPr>
              <a:picLocks noChangeAspect="1"/>
            </p:cNvPicPr>
            <p:nvPr/>
          </p:nvPicPr>
          <p:blipFill>
            <a:blip r:embed="rId2"/>
            <a:stretch>
              <a:fillRect/>
            </a:stretch>
          </p:blipFill>
          <p:spPr>
            <a:xfrm>
              <a:off x="8924168" y="1341151"/>
              <a:ext cx="1197298" cy="4879548"/>
            </a:xfrm>
            <a:prstGeom prst="rect">
              <a:avLst/>
            </a:prstGeom>
          </p:spPr>
        </p:pic>
        <p:pic>
          <p:nvPicPr>
            <p:cNvPr id="4" name="Picture 37">
              <a:extLst>
                <a:ext uri="{FF2B5EF4-FFF2-40B4-BE49-F238E27FC236}">
                  <a16:creationId xmlns:a16="http://schemas.microsoft.com/office/drawing/2014/main" id="{76CDF810-420C-21B8-54B4-C7917F31327C}"/>
                </a:ext>
              </a:extLst>
            </p:cNvPr>
            <p:cNvPicPr>
              <a:picLocks noChangeAspect="1"/>
            </p:cNvPicPr>
            <p:nvPr/>
          </p:nvPicPr>
          <p:blipFill>
            <a:blip r:embed="rId3"/>
            <a:stretch>
              <a:fillRect/>
            </a:stretch>
          </p:blipFill>
          <p:spPr>
            <a:xfrm flipH="1">
              <a:off x="9430794" y="1388471"/>
              <a:ext cx="1379620" cy="4994932"/>
            </a:xfrm>
            <a:prstGeom prst="rect">
              <a:avLst/>
            </a:prstGeom>
          </p:spPr>
        </p:pic>
      </p:grpSp>
    </p:spTree>
    <p:extLst>
      <p:ext uri="{BB962C8B-B14F-4D97-AF65-F5344CB8AC3E}">
        <p14:creationId xmlns:p14="http://schemas.microsoft.com/office/powerpoint/2010/main" val="32782260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2C302-BF2D-5FBE-76CE-F67CD7F86301}"/>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DB20E831-6474-9579-1DC1-86A00BCB4DC9}"/>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2004D41F-F4F8-B623-C7AE-DDC0F4A2C8C7}"/>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51732241-31DB-877A-E5D2-B5B4091A8235}"/>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0F9AFE86-CC95-BBA4-400A-166B2877D60D}"/>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dirty="0">
                  <a:solidFill>
                    <a:srgbClr val="0F3144"/>
                  </a:solidFill>
                </a:rPr>
                <a:t>مؤشر أداء مؤشر تشغيلي</a:t>
              </a:r>
            </a:p>
          </p:txBody>
        </p:sp>
        <p:grpSp>
          <p:nvGrpSpPr>
            <p:cNvPr id="13" name="مجموعة 12">
              <a:extLst>
                <a:ext uri="{FF2B5EF4-FFF2-40B4-BE49-F238E27FC236}">
                  <a16:creationId xmlns:a16="http://schemas.microsoft.com/office/drawing/2014/main" id="{B30C9B8D-A80E-6AE9-8B45-85E8E6D41CC9}"/>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0C528561-936C-848E-4475-45D1EFC95B58}"/>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0531608F-CBDA-6A18-8BF2-6EF229219FC4}"/>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DBE1F803-1A7B-2A95-C5E4-C4E8A8CD62F6}"/>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F1F3F3F4-DD5A-61E0-CE52-C49C16075C83}"/>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dirty="0">
                  <a:solidFill>
                    <a:srgbClr val="269798"/>
                  </a:solidFill>
                  <a:latin typeface="HRSD Gov Medium" pitchFamily="2" charset="-78"/>
                  <a:ea typeface="HRSD Gov Medium" pitchFamily="2" charset="-78"/>
                  <a:cs typeface="HRSD Gov Medium" pitchFamily="2" charset="-78"/>
                </a:rPr>
                <a:t>الفترة:</a:t>
              </a:r>
              <a:r>
                <a:rPr lang="ar-SA" altLang="ar-SA" dirty="0">
                  <a:solidFill>
                    <a:srgbClr val="0F3144"/>
                  </a:solidFill>
                  <a:latin typeface="HRSD Gov Medium" pitchFamily="2" charset="-78"/>
                  <a:ea typeface="HRSD Gov Medium" pitchFamily="2" charset="-78"/>
                  <a:cs typeface="HRSD Gov Medium" pitchFamily="2" charset="-78"/>
                </a:rPr>
                <a:t> الربع الثالث لعام 2025</a:t>
              </a:r>
            </a:p>
          </p:txBody>
        </p:sp>
        <p:sp>
          <p:nvSpPr>
            <p:cNvPr id="7" name="AutoShape 59">
              <a:extLst>
                <a:ext uri="{FF2B5EF4-FFF2-40B4-BE49-F238E27FC236}">
                  <a16:creationId xmlns:a16="http://schemas.microsoft.com/office/drawing/2014/main" id="{2D2242B8-37E0-CAF5-A107-D4A9695E6A27}"/>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dirty="0">
                  <a:solidFill>
                    <a:srgbClr val="269798"/>
                  </a:solidFill>
                  <a:latin typeface="HRSD Gov Medium" pitchFamily="2" charset="-78"/>
                  <a:ea typeface="HRSD Gov Medium" pitchFamily="2" charset="-78"/>
                  <a:cs typeface="HRSD Gov Medium" pitchFamily="2" charset="-78"/>
                </a:rPr>
                <a:t> اسم المؤشر:</a:t>
              </a:r>
              <a:r>
                <a:rPr lang="ar-SA" altLang="ar-SA" sz="1600" b="1" dirty="0">
                  <a:solidFill>
                    <a:srgbClr val="FF0000"/>
                  </a:solidFill>
                  <a:latin typeface="HRSD Gov Medium" pitchFamily="2" charset="-78"/>
                  <a:ea typeface="HRSD Gov Medium" pitchFamily="2" charset="-78"/>
                  <a:cs typeface="HRSD Gov Medium" pitchFamily="2" charset="-78"/>
                </a:rPr>
                <a:t> </a:t>
              </a:r>
              <a:r>
                <a:rPr lang="ar-SA" altLang="ar-SA" dirty="0">
                  <a:solidFill>
                    <a:srgbClr val="0F3144"/>
                  </a:solidFill>
                  <a:latin typeface="HRSD Gov Medium" pitchFamily="2" charset="-78"/>
                  <a:ea typeface="HRSD Gov Medium" pitchFamily="2" charset="-78"/>
                  <a:cs typeface="HRSD Gov Medium" pitchFamily="2" charset="-78"/>
                </a:rPr>
                <a:t>جودة تقديم الخدمة</a:t>
              </a:r>
            </a:p>
          </p:txBody>
        </p:sp>
      </p:grpSp>
      <p:sp>
        <p:nvSpPr>
          <p:cNvPr id="501" name="مربع نص 500">
            <a:extLst>
              <a:ext uri="{FF2B5EF4-FFF2-40B4-BE49-F238E27FC236}">
                <a16:creationId xmlns:a16="http://schemas.microsoft.com/office/drawing/2014/main" id="{B06C44D0-CB49-526E-FD2F-D7C432DF2E4E}"/>
              </a:ext>
            </a:extLst>
          </p:cNvPr>
          <p:cNvSpPr txBox="1"/>
          <p:nvPr/>
        </p:nvSpPr>
        <p:spPr>
          <a:xfrm>
            <a:off x="989162" y="1911639"/>
            <a:ext cx="10846400" cy="2585323"/>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تعريف المؤشر:</a:t>
            </a:r>
          </a:p>
          <a:p>
            <a:pPr>
              <a:buNone/>
            </a:pPr>
            <a:r>
              <a:rPr lang="ar-SA" dirty="0">
                <a:solidFill>
                  <a:srgbClr val="0F3144"/>
                </a:solidFill>
                <a:latin typeface="HRSD Gov Medium" pitchFamily="2" charset="-78"/>
                <a:ea typeface="HRSD Gov Medium" pitchFamily="2" charset="-78"/>
                <a:cs typeface="HRSD Gov Medium" pitchFamily="2" charset="-78"/>
              </a:rPr>
              <a:t>يقيس هذا المؤشر متوسط تقييم جودة الجلسات الافتراضية من قِبل المستفيدين بناءً على استبيان مكون من 10 درجات يتم تعبئته بعد انتهاء الجلسة. ويُعد هذا المؤشر أحد مؤشرات جودة الأداء </a:t>
            </a:r>
          </a:p>
          <a:p>
            <a:pPr>
              <a:buNone/>
            </a:pPr>
            <a:endParaRPr lang="ar-SA"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الهدف:</a:t>
            </a:r>
          </a:p>
          <a:p>
            <a:r>
              <a:rPr lang="ar-SA" dirty="0">
                <a:solidFill>
                  <a:srgbClr val="0F3144"/>
                </a:solidFill>
                <a:latin typeface="HRSD Gov Medium" pitchFamily="2" charset="-78"/>
                <a:ea typeface="HRSD Gov Medium" pitchFamily="2" charset="-78"/>
                <a:cs typeface="HRSD Gov Medium" pitchFamily="2" charset="-78"/>
              </a:rPr>
              <a:t>الوصول إلى مستوى "جيد جدًا" في تقييم جودة تقديم الخدمة، وذلك بتحقيق تقييم متوسط لا يقل عن 70٪  وفقًا للمعايير المعتمدة.</a:t>
            </a:r>
          </a:p>
          <a:p>
            <a:endParaRPr lang="ar-SA"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النتائج:</a:t>
            </a:r>
          </a:p>
          <a:p>
            <a:pPr>
              <a:buNone/>
            </a:pPr>
            <a:endParaRPr lang="ar-SA" dirty="0">
              <a:solidFill>
                <a:srgbClr val="0F3144"/>
              </a:solidFill>
              <a:latin typeface="HRSD Gov Medium" pitchFamily="2" charset="-78"/>
              <a:ea typeface="HRSD Gov Medium" pitchFamily="2" charset="-78"/>
              <a:cs typeface="HRSD Gov Medium" pitchFamily="2" charset="-78"/>
            </a:endParaRPr>
          </a:p>
        </p:txBody>
      </p:sp>
      <p:graphicFrame>
        <p:nvGraphicFramePr>
          <p:cNvPr id="504" name="جدول 503">
            <a:extLst>
              <a:ext uri="{FF2B5EF4-FFF2-40B4-BE49-F238E27FC236}">
                <a16:creationId xmlns:a16="http://schemas.microsoft.com/office/drawing/2014/main" id="{3146C933-B537-CA8E-AE03-A00EDE95F8C1}"/>
              </a:ext>
            </a:extLst>
          </p:cNvPr>
          <p:cNvGraphicFramePr>
            <a:graphicFrameLocks noGrp="1"/>
          </p:cNvGraphicFramePr>
          <p:nvPr>
            <p:extLst>
              <p:ext uri="{D42A27DB-BD31-4B8C-83A1-F6EECF244321}">
                <p14:modId xmlns:p14="http://schemas.microsoft.com/office/powerpoint/2010/main" val="1521783583"/>
              </p:ext>
            </p:extLst>
          </p:nvPr>
        </p:nvGraphicFramePr>
        <p:xfrm>
          <a:off x="6546978" y="4522285"/>
          <a:ext cx="3526374" cy="998376"/>
        </p:xfrm>
        <a:graphic>
          <a:graphicData uri="http://schemas.openxmlformats.org/drawingml/2006/table">
            <a:tbl>
              <a:tblPr rtl="1" firstRow="1" bandRow="1">
                <a:tableStyleId>{5C22544A-7EE6-4342-B048-85BDC9FD1C3A}</a:tableStyleId>
              </a:tblPr>
              <a:tblGrid>
                <a:gridCol w="1763187">
                  <a:extLst>
                    <a:ext uri="{9D8B030D-6E8A-4147-A177-3AD203B41FA5}">
                      <a16:colId xmlns:a16="http://schemas.microsoft.com/office/drawing/2014/main" val="2463569759"/>
                    </a:ext>
                  </a:extLst>
                </a:gridCol>
                <a:gridCol w="1763187">
                  <a:extLst>
                    <a:ext uri="{9D8B030D-6E8A-4147-A177-3AD203B41FA5}">
                      <a16:colId xmlns:a16="http://schemas.microsoft.com/office/drawing/2014/main" val="1181390082"/>
                    </a:ext>
                  </a:extLst>
                </a:gridCol>
              </a:tblGrid>
              <a:tr h="499188">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النسبة الحالية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النسبة المستهدفة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2138146141"/>
                  </a:ext>
                </a:extLst>
              </a:tr>
              <a:tr h="499188">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71.9%</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70.0%</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3451703142"/>
                  </a:ext>
                </a:extLst>
              </a:tr>
            </a:tbl>
          </a:graphicData>
        </a:graphic>
      </p:graphicFrame>
    </p:spTree>
    <p:extLst>
      <p:ext uri="{BB962C8B-B14F-4D97-AF65-F5344CB8AC3E}">
        <p14:creationId xmlns:p14="http://schemas.microsoft.com/office/powerpoint/2010/main" val="38894661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2A5E5-CC68-CB9B-C213-E47B085C1D8F}"/>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7F3387E8-7382-8A43-500A-D8D71EC2977C}"/>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BB465E36-01FB-777D-594F-691ADADC4EB0}"/>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9E5B6BC6-6D57-5EE2-64E2-04D49C12A02F}"/>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9E75507F-B2B7-ED15-5F90-D33F871AE989}"/>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dirty="0">
                  <a:solidFill>
                    <a:srgbClr val="0F3144"/>
                  </a:solidFill>
                </a:rPr>
                <a:t>مؤشر أداء مؤشر تشغيلي</a:t>
              </a:r>
            </a:p>
          </p:txBody>
        </p:sp>
        <p:grpSp>
          <p:nvGrpSpPr>
            <p:cNvPr id="13" name="مجموعة 12">
              <a:extLst>
                <a:ext uri="{FF2B5EF4-FFF2-40B4-BE49-F238E27FC236}">
                  <a16:creationId xmlns:a16="http://schemas.microsoft.com/office/drawing/2014/main" id="{8A392DF2-E658-ADEF-9568-2593B93F7EBD}"/>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5F66DE09-DC16-A43C-EE5B-9808825A8835}"/>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DAFE27F1-21B3-540C-2D01-51CD2BE50A6A}"/>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C72C8FA5-DCE4-1B01-815E-576C05F32DEA}"/>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A5869BD2-C893-19FB-23BE-8E9F7506F3A8}"/>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F04BA182-F187-DAC2-07FC-C70C13E2EC38}"/>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sz="1400" b="1" dirty="0">
                  <a:solidFill>
                    <a:srgbClr val="269798"/>
                  </a:solidFill>
                  <a:latin typeface="HRSD Gov Medium" pitchFamily="2" charset="-78"/>
                  <a:ea typeface="HRSD Gov Medium" pitchFamily="2" charset="-78"/>
                  <a:cs typeface="HRSD Gov Medium" pitchFamily="2" charset="-78"/>
                </a:rPr>
                <a:t> اسم المؤشر: </a:t>
              </a:r>
              <a:r>
                <a:rPr lang="ar-SA" altLang="ar-SA" sz="1600" b="1" dirty="0">
                  <a:solidFill>
                    <a:srgbClr val="0F3144"/>
                  </a:solidFill>
                  <a:latin typeface="HRSD Gov Medium" pitchFamily="2" charset="-78"/>
                  <a:ea typeface="HRSD Gov Medium" pitchFamily="2" charset="-78"/>
                  <a:cs typeface="HRSD Gov Medium" pitchFamily="2" charset="-78"/>
                </a:rPr>
                <a:t>جودة تقديم الخدمة</a:t>
              </a:r>
            </a:p>
          </p:txBody>
        </p:sp>
      </p:grpSp>
      <p:sp>
        <p:nvSpPr>
          <p:cNvPr id="501" name="مربع نص 500">
            <a:extLst>
              <a:ext uri="{FF2B5EF4-FFF2-40B4-BE49-F238E27FC236}">
                <a16:creationId xmlns:a16="http://schemas.microsoft.com/office/drawing/2014/main" id="{6FB18178-3CB6-67EA-0B4E-B10F7051149F}"/>
              </a:ext>
            </a:extLst>
          </p:cNvPr>
          <p:cNvSpPr txBox="1"/>
          <p:nvPr/>
        </p:nvSpPr>
        <p:spPr>
          <a:xfrm>
            <a:off x="989162" y="1642130"/>
            <a:ext cx="10846400" cy="4339650"/>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التحليل</a:t>
            </a:r>
          </a:p>
          <a:p>
            <a:pPr>
              <a:buNone/>
            </a:pPr>
            <a:r>
              <a:rPr lang="ar-SA" dirty="0">
                <a:solidFill>
                  <a:srgbClr val="269798"/>
                </a:solidFill>
                <a:latin typeface="HRSD Gov Medium" pitchFamily="2" charset="-78"/>
                <a:ea typeface="HRSD Gov Medium" pitchFamily="2" charset="-78"/>
                <a:cs typeface="HRSD Gov Medium" pitchFamily="2" charset="-78"/>
              </a:rPr>
              <a:t>النجاحات:</a:t>
            </a:r>
            <a:endParaRPr lang="ar-SA" sz="1400" dirty="0">
              <a:solidFill>
                <a:srgbClr val="0F3144"/>
              </a:solidFill>
              <a:latin typeface="HRSD Gov Medium" pitchFamily="2" charset="-78"/>
              <a:ea typeface="HRSD Gov Medium" pitchFamily="2" charset="-78"/>
              <a:cs typeface="HRSD Gov Medium" pitchFamily="2" charset="-78"/>
            </a:endParaRP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النسبة الحالية (71.9%) تجاوزت النسبة المستهدفة (70%)، مما يدل على جودة مقبولة في تقديم الخدمة وانعكاس إيجابي على تجربة المستفيدين في الجلسات الافتراضية.</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استخدام نموذج موحد لتقييم الجلسات أدى إلى تحسين موثوقية البيانات.</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التزام الموظفين بالمحتوى وتفاعلهم ساهم في تحسين الانطباع العام..</a:t>
            </a:r>
          </a:p>
          <a:p>
            <a:pPr marL="285750" indent="-285750">
              <a:buFont typeface="HRSD Gov Medium" pitchFamily="50" charset="-78"/>
              <a:buChar char="–"/>
            </a:pPr>
            <a:endParaRPr lang="ar-SA" sz="1400"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التحديات:</a:t>
            </a:r>
          </a:p>
          <a:p>
            <a:pPr marL="285750" indent="-285750">
              <a:buFontTx/>
              <a:buChar char="-"/>
            </a:pPr>
            <a:r>
              <a:rPr lang="ar-SA" sz="1400" dirty="0">
                <a:solidFill>
                  <a:srgbClr val="0F3144"/>
                </a:solidFill>
                <a:latin typeface="HRSD Gov Medium" pitchFamily="2" charset="-78"/>
                <a:ea typeface="HRSD Gov Medium" pitchFamily="2" charset="-78"/>
                <a:cs typeface="HRSD Gov Medium" pitchFamily="2" charset="-78"/>
              </a:rPr>
              <a:t>تفاوت أداء بعض مقدمي الخدمة في مهارات العرض أو إدارة الوقت.</a:t>
            </a:r>
          </a:p>
          <a:p>
            <a:pPr marL="285750" indent="-285750">
              <a:buFontTx/>
              <a:buChar char="-"/>
            </a:pPr>
            <a:r>
              <a:rPr lang="ar-SA" sz="1400" dirty="0">
                <a:solidFill>
                  <a:srgbClr val="0F3144"/>
                </a:solidFill>
                <a:latin typeface="HRSD Gov Medium" pitchFamily="2" charset="-78"/>
                <a:ea typeface="HRSD Gov Medium" pitchFamily="2" charset="-78"/>
                <a:cs typeface="HRSD Gov Medium" pitchFamily="2" charset="-78"/>
              </a:rPr>
              <a:t>محدودية الوقت المتاح لكل جلسة قد تؤثر على الرضا الكامل للمستفيد.</a:t>
            </a:r>
          </a:p>
          <a:p>
            <a:pPr marL="285750" indent="-285750">
              <a:buFontTx/>
              <a:buChar char="-"/>
            </a:pPr>
            <a:endParaRPr lang="ar-SA"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الإجراءات التصحيحية:</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تنفيذ دورات تدريبية تركز على مهارات تقديم الجلسات الافتراضية بفعالية.</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إضافة عنصر "تحسين مهني" ضمن تقييم الأداء للموظفين بناءً على ملاحظات المستفيدين.</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توحيد وتحديث الأدلة الإجرائية للمحتوى والوقت لكل نوع جلسة.</a:t>
            </a:r>
            <a:endParaRPr lang="ar-SA"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التوصيات:</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تعزيز ثقافة الجودة لدى مقدمي الخدمة من خلال برامج تحسين داخلية.</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تحليل التقييمات المنخفضة لتحديد الأسباب الجذرية ووضع خطط تحسين فردية.</a:t>
            </a:r>
          </a:p>
          <a:p>
            <a:pPr marL="285750" indent="-285750">
              <a:buFont typeface="HRSD Gov Medium" pitchFamily="50" charset="-78"/>
              <a:buChar char="–"/>
            </a:pPr>
            <a:r>
              <a:rPr lang="ar-SA" sz="1400" dirty="0">
                <a:solidFill>
                  <a:srgbClr val="0F3144"/>
                </a:solidFill>
                <a:latin typeface="HRSD Gov Medium" pitchFamily="2" charset="-78"/>
                <a:ea typeface="HRSD Gov Medium" pitchFamily="2" charset="-78"/>
                <a:cs typeface="HRSD Gov Medium" pitchFamily="2" charset="-78"/>
              </a:rPr>
              <a:t>إدراج التقييم ضمن لوحة أداء أسبوعية </a:t>
            </a:r>
            <a:r>
              <a:rPr lang="en-US" sz="1400" dirty="0">
                <a:solidFill>
                  <a:srgbClr val="0F3144"/>
                </a:solidFill>
                <a:latin typeface="HRSD Gov Medium" pitchFamily="2" charset="-78"/>
                <a:ea typeface="HRSD Gov Medium" pitchFamily="2" charset="-78"/>
                <a:cs typeface="HRSD Gov Medium" pitchFamily="2" charset="-78"/>
              </a:rPr>
              <a:t>Dashboard </a:t>
            </a:r>
            <a:r>
              <a:rPr lang="ar-SA" sz="1400" dirty="0">
                <a:solidFill>
                  <a:srgbClr val="0F3144"/>
                </a:solidFill>
                <a:latin typeface="HRSD Gov Medium" pitchFamily="2" charset="-78"/>
                <a:ea typeface="HRSD Gov Medium" pitchFamily="2" charset="-78"/>
                <a:cs typeface="HRSD Gov Medium" pitchFamily="2" charset="-78"/>
              </a:rPr>
              <a:t>لعرض الأداء حسب الفريق أو المنطقة.</a:t>
            </a:r>
            <a:endParaRPr lang="ar-SA" dirty="0">
              <a:solidFill>
                <a:srgbClr val="0F3144"/>
              </a:solidFill>
              <a:latin typeface="HRSD Gov Medium" pitchFamily="2" charset="-78"/>
              <a:ea typeface="HRSD Gov Medium" pitchFamily="2" charset="-78"/>
              <a:cs typeface="HRSD Gov Medium" pitchFamily="2" charset="-78"/>
            </a:endParaRPr>
          </a:p>
        </p:txBody>
      </p:sp>
    </p:spTree>
    <p:extLst>
      <p:ext uri="{BB962C8B-B14F-4D97-AF65-F5344CB8AC3E}">
        <p14:creationId xmlns:p14="http://schemas.microsoft.com/office/powerpoint/2010/main" val="30094755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EC023-8365-DFB6-210A-F36B95D56D3A}"/>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B1D3A152-7975-F56B-071E-9A68E7EB7000}"/>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CAA6277E-E237-3704-14F5-884512204CC5}"/>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7F63C373-E7D0-1A29-29DE-460AF018A986}"/>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DEC4C7D5-D51C-1047-9B32-A36FC095187D}"/>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dirty="0">
                  <a:solidFill>
                    <a:srgbClr val="0F3144"/>
                  </a:solidFill>
                </a:rPr>
                <a:t>مؤشر أداء مؤشر تشغيلي</a:t>
              </a:r>
            </a:p>
          </p:txBody>
        </p:sp>
        <p:grpSp>
          <p:nvGrpSpPr>
            <p:cNvPr id="13" name="مجموعة 12">
              <a:extLst>
                <a:ext uri="{FF2B5EF4-FFF2-40B4-BE49-F238E27FC236}">
                  <a16:creationId xmlns:a16="http://schemas.microsoft.com/office/drawing/2014/main" id="{1C0CCE0F-37A1-9A37-05DF-996D54AF5AD1}"/>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249B4212-8719-4A24-88C2-1E1FE43C47A4}"/>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72CDE8A5-32E4-52A1-4FA1-AACF6C474599}"/>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7CAA65E8-E8DA-5065-1DA5-340D807767F7}"/>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9C7AD217-A1A8-D3BC-D639-92BD37F136C3}"/>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9BC03CF8-CB41-FFC7-01E5-85571A1D2869}"/>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sz="1600" b="1" dirty="0">
                  <a:solidFill>
                    <a:srgbClr val="269798"/>
                  </a:solidFill>
                  <a:latin typeface="HRSD Gov Medium" pitchFamily="2" charset="-78"/>
                  <a:ea typeface="HRSD Gov Medium" pitchFamily="2" charset="-78"/>
                  <a:cs typeface="HRSD Gov Medium" pitchFamily="2" charset="-78"/>
                </a:rPr>
                <a:t> اسم المؤشر: </a:t>
              </a:r>
              <a:r>
                <a:rPr lang="ar-SA" altLang="ar-SA" b="1" dirty="0">
                  <a:solidFill>
                    <a:srgbClr val="0F3144"/>
                  </a:solidFill>
                  <a:latin typeface="HRSD Gov Medium" pitchFamily="2" charset="-78"/>
                  <a:ea typeface="HRSD Gov Medium" pitchFamily="2" charset="-78"/>
                  <a:cs typeface="HRSD Gov Medium" pitchFamily="2" charset="-78"/>
                </a:rPr>
                <a:t>: معدل حل المشكلات من أول جلسة</a:t>
              </a:r>
            </a:p>
          </p:txBody>
        </p:sp>
      </p:grpSp>
      <p:sp>
        <p:nvSpPr>
          <p:cNvPr id="501" name="مربع نص 500">
            <a:extLst>
              <a:ext uri="{FF2B5EF4-FFF2-40B4-BE49-F238E27FC236}">
                <a16:creationId xmlns:a16="http://schemas.microsoft.com/office/drawing/2014/main" id="{863D45FE-D550-88E8-EE8A-27108CF1970D}"/>
              </a:ext>
            </a:extLst>
          </p:cNvPr>
          <p:cNvSpPr txBox="1"/>
          <p:nvPr/>
        </p:nvSpPr>
        <p:spPr>
          <a:xfrm>
            <a:off x="989162" y="1911639"/>
            <a:ext cx="10846400" cy="2585323"/>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تعريف المؤشر:</a:t>
            </a:r>
          </a:p>
          <a:p>
            <a:pPr>
              <a:buNone/>
            </a:pPr>
            <a:r>
              <a:rPr lang="ar-SA" dirty="0">
                <a:solidFill>
                  <a:srgbClr val="0F3144"/>
                </a:solidFill>
                <a:latin typeface="HRSD Gov Medium" pitchFamily="2" charset="-78"/>
                <a:ea typeface="HRSD Gov Medium" pitchFamily="2" charset="-78"/>
                <a:cs typeface="HRSD Gov Medium" pitchFamily="2" charset="-78"/>
              </a:rPr>
              <a:t>يقيس هذا المؤشر نسبة الجلسات الافتراضية التي تم فيها حل المشكلة من أول محاولة بدون الحاجة إلى متابعة لاحقة، ويُعد من مؤشرات الكفاءة التشغيلية</a:t>
            </a:r>
          </a:p>
          <a:p>
            <a:pPr>
              <a:buNone/>
            </a:pPr>
            <a:endParaRPr lang="ar-SA"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الهدف:</a:t>
            </a:r>
          </a:p>
          <a:p>
            <a:r>
              <a:rPr lang="ar-SA" dirty="0">
                <a:solidFill>
                  <a:srgbClr val="0F3144"/>
                </a:solidFill>
                <a:latin typeface="HRSD Gov Medium" pitchFamily="2" charset="-78"/>
                <a:ea typeface="HRSD Gov Medium" pitchFamily="2" charset="-78"/>
                <a:cs typeface="HRSD Gov Medium" pitchFamily="2" charset="-78"/>
              </a:rPr>
              <a:t>تحقيق معدل حل لا يقل عن 85٪ من إجمالي الجلسات، بما يعكس قدرة الفريق على الاستجابة الفعّالة وإنهاء الطلبات من الجلسة الأولى.</a:t>
            </a:r>
          </a:p>
          <a:p>
            <a:endParaRPr lang="ar-SA"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النتائج:</a:t>
            </a:r>
          </a:p>
          <a:p>
            <a:pPr>
              <a:buNone/>
            </a:pPr>
            <a:endParaRPr lang="ar-SA" dirty="0">
              <a:solidFill>
                <a:srgbClr val="0F3144"/>
              </a:solidFill>
              <a:latin typeface="HRSD Gov Medium" pitchFamily="2" charset="-78"/>
              <a:ea typeface="HRSD Gov Medium" pitchFamily="2" charset="-78"/>
              <a:cs typeface="HRSD Gov Medium" pitchFamily="2" charset="-78"/>
            </a:endParaRPr>
          </a:p>
        </p:txBody>
      </p:sp>
      <p:graphicFrame>
        <p:nvGraphicFramePr>
          <p:cNvPr id="504" name="جدول 503">
            <a:extLst>
              <a:ext uri="{FF2B5EF4-FFF2-40B4-BE49-F238E27FC236}">
                <a16:creationId xmlns:a16="http://schemas.microsoft.com/office/drawing/2014/main" id="{C67053C7-C266-3C10-61B2-B8193DA057CD}"/>
              </a:ext>
            </a:extLst>
          </p:cNvPr>
          <p:cNvGraphicFramePr>
            <a:graphicFrameLocks noGrp="1"/>
          </p:cNvGraphicFramePr>
          <p:nvPr>
            <p:extLst>
              <p:ext uri="{D42A27DB-BD31-4B8C-83A1-F6EECF244321}">
                <p14:modId xmlns:p14="http://schemas.microsoft.com/office/powerpoint/2010/main" val="1218854794"/>
              </p:ext>
            </p:extLst>
          </p:nvPr>
        </p:nvGraphicFramePr>
        <p:xfrm>
          <a:off x="6546978" y="4522285"/>
          <a:ext cx="3526374" cy="998376"/>
        </p:xfrm>
        <a:graphic>
          <a:graphicData uri="http://schemas.openxmlformats.org/drawingml/2006/table">
            <a:tbl>
              <a:tblPr rtl="1" firstRow="1" bandRow="1">
                <a:tableStyleId>{5C22544A-7EE6-4342-B048-85BDC9FD1C3A}</a:tableStyleId>
              </a:tblPr>
              <a:tblGrid>
                <a:gridCol w="1763187">
                  <a:extLst>
                    <a:ext uri="{9D8B030D-6E8A-4147-A177-3AD203B41FA5}">
                      <a16:colId xmlns:a16="http://schemas.microsoft.com/office/drawing/2014/main" val="2463569759"/>
                    </a:ext>
                  </a:extLst>
                </a:gridCol>
                <a:gridCol w="1763187">
                  <a:extLst>
                    <a:ext uri="{9D8B030D-6E8A-4147-A177-3AD203B41FA5}">
                      <a16:colId xmlns:a16="http://schemas.microsoft.com/office/drawing/2014/main" val="1181390082"/>
                    </a:ext>
                  </a:extLst>
                </a:gridCol>
              </a:tblGrid>
              <a:tr h="499188">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النسبة الحالية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النسبة المستهدفة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2138146141"/>
                  </a:ext>
                </a:extLst>
              </a:tr>
              <a:tr h="499188">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77.4٪</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85٪</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3451703142"/>
                  </a:ext>
                </a:extLst>
              </a:tr>
            </a:tbl>
          </a:graphicData>
        </a:graphic>
      </p:graphicFrame>
    </p:spTree>
    <p:extLst>
      <p:ext uri="{BB962C8B-B14F-4D97-AF65-F5344CB8AC3E}">
        <p14:creationId xmlns:p14="http://schemas.microsoft.com/office/powerpoint/2010/main" val="34730699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290F5-3E0B-9A21-0805-BA35EE48AD60}"/>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8E337740-C517-CCCD-3A08-A8B9F4D61CAD}"/>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AA6ADCC8-72FA-B0BC-89AB-79065DDDD90D}"/>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04018220-D5D3-EAD6-7008-41CD5EAEB8B2}"/>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242D5ECF-8F40-3EE2-87C6-EEB52C7A22C0}"/>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dirty="0">
                  <a:solidFill>
                    <a:srgbClr val="0F3144"/>
                  </a:solidFill>
                </a:rPr>
                <a:t>مؤشر أداء مؤشر تشغيلي</a:t>
              </a:r>
            </a:p>
          </p:txBody>
        </p:sp>
        <p:grpSp>
          <p:nvGrpSpPr>
            <p:cNvPr id="13" name="مجموعة 12">
              <a:extLst>
                <a:ext uri="{FF2B5EF4-FFF2-40B4-BE49-F238E27FC236}">
                  <a16:creationId xmlns:a16="http://schemas.microsoft.com/office/drawing/2014/main" id="{CFBFF3E3-0A1E-5770-D231-08523EE4FDFE}"/>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99EFB1A0-5A8B-DC89-577C-738F84458AD0}"/>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9446ACAB-2137-6E23-7C31-EA0360DE2872}"/>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A112D4D0-82B9-7105-2F78-75A323344DB7}"/>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ABDB5AD7-A2A9-7FF3-1D28-8E0CA40DC5B2}"/>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75D59BC4-BD0B-674C-51E7-C87B9A2750B4}"/>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sz="1200" b="1" dirty="0">
                  <a:solidFill>
                    <a:srgbClr val="269798"/>
                  </a:solidFill>
                  <a:latin typeface="HRSD Gov Medium" pitchFamily="2" charset="-78"/>
                  <a:ea typeface="HRSD Gov Medium" pitchFamily="2" charset="-78"/>
                  <a:cs typeface="HRSD Gov Medium" pitchFamily="2" charset="-78"/>
                </a:rPr>
                <a:t> اسم المؤشر: </a:t>
              </a:r>
              <a:r>
                <a:rPr lang="ar-SA" altLang="ar-SA" sz="1400" b="1" dirty="0">
                  <a:solidFill>
                    <a:srgbClr val="0F3144"/>
                  </a:solidFill>
                  <a:latin typeface="HRSD Gov Medium" pitchFamily="2" charset="-78"/>
                  <a:ea typeface="HRSD Gov Medium" pitchFamily="2" charset="-78"/>
                  <a:cs typeface="HRSD Gov Medium" pitchFamily="2" charset="-78"/>
                </a:rPr>
                <a:t>: معدل حل المشكلات من أول جلسة</a:t>
              </a:r>
            </a:p>
          </p:txBody>
        </p:sp>
      </p:grpSp>
      <p:sp>
        <p:nvSpPr>
          <p:cNvPr id="501" name="مربع نص 500">
            <a:extLst>
              <a:ext uri="{FF2B5EF4-FFF2-40B4-BE49-F238E27FC236}">
                <a16:creationId xmlns:a16="http://schemas.microsoft.com/office/drawing/2014/main" id="{19941408-EE94-92BA-F4DC-11843B8D4CBF}"/>
              </a:ext>
            </a:extLst>
          </p:cNvPr>
          <p:cNvSpPr txBox="1"/>
          <p:nvPr/>
        </p:nvSpPr>
        <p:spPr>
          <a:xfrm>
            <a:off x="989162" y="1642130"/>
            <a:ext cx="10449305" cy="4985980"/>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التحليل</a:t>
            </a:r>
          </a:p>
          <a:p>
            <a:pPr>
              <a:buNone/>
            </a:pPr>
            <a:r>
              <a:rPr lang="ar-SA" dirty="0">
                <a:solidFill>
                  <a:srgbClr val="269798"/>
                </a:solidFill>
                <a:latin typeface="HRSD Gov Medium" pitchFamily="2" charset="-78"/>
                <a:ea typeface="HRSD Gov Medium" pitchFamily="2" charset="-78"/>
                <a:cs typeface="HRSD Gov Medium" pitchFamily="2" charset="-78"/>
              </a:rPr>
              <a:t>النجاحات:</a:t>
            </a:r>
            <a:endParaRPr lang="ar-SA" sz="1400" dirty="0">
              <a:solidFill>
                <a:srgbClr val="0F3144"/>
              </a:solidFill>
              <a:latin typeface="HRSD Gov Medium" pitchFamily="2" charset="-78"/>
              <a:ea typeface="HRSD Gov Medium" pitchFamily="2" charset="-78"/>
              <a:cs typeface="HRSD Gov Medium" pitchFamily="2" charset="-78"/>
            </a:endParaRP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بلغت النسبة الحالية لمتوسط جودة الجلسات الافتراضية %71.9، وهي أقل من النسبة المستهدفة %90، مما يشير إلى وجود فرص كبيرة لتحسين فعالية تقديم الخدمة.</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استخدام نموذج موحّد لتقييم الجلسات أسهم في توحيد آلية القياس وتحسين موثوقية البيانات.</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التزام عدد من الموظفين بمحتوى الجلسات وتفاعلهم الإيجابي ساهم في تحسين الانطباع العام لبعض الفروع.</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وجود لوحة متابعة دورية وتحليل مستمر للنتائج أسهم في دعم فرق التحسين.</a:t>
            </a:r>
          </a:p>
          <a:p>
            <a:pPr marL="285750" indent="-285750">
              <a:buFont typeface="HRSD Gov Medium" pitchFamily="50" charset="-78"/>
              <a:buChar char="–"/>
            </a:pPr>
            <a:endParaRPr lang="ar-SA" sz="1400"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التحديات:</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تفاوت في مهارات العرض وإدارة الجلسة بين مقدمي الخدمة.</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محدودية الوقت المتاح لكل جلسة يؤثر سلبًا على اكتمال المعلومات المقدمة.</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غياب تخصيص دقيق لنوع الجلسة أو تصنيف المشكلات قبل الجلسة.</a:t>
            </a:r>
          </a:p>
          <a:p>
            <a:pPr marL="285750" indent="-285750">
              <a:buFontTx/>
              <a:buChar char="-"/>
            </a:pPr>
            <a:endParaRPr lang="ar-SA"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الإجراءات التصحيحية:</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تنفيذ  دورات تدريبية تركز على مهارات إدارة الجلسات الافتراضية وتحسين التفاعل مع المستفيدين.</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إضافة عنصر “تحسين مهني” ضمن التقييم لربط الأداء الفردي بملاحظات المستفيدين.</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توحيد الأدلة الإجرائية الخاصة بكل نوع جلسة وربطها بالمدة الزمنية المقترحة حسب نوع الاستفسار أو الخدمة.</a:t>
            </a:r>
          </a:p>
          <a:p>
            <a:pPr marL="285750" indent="-285750">
              <a:buFont typeface="HRSD Gov Medium" pitchFamily="50" charset="-78"/>
              <a:buChar char="–"/>
            </a:pPr>
            <a:endParaRPr lang="ar-SA" sz="1400"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التوصيات:</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رفع مستوى الجودة من خلال برامج تحسين داخلية تستهدف أداء الأفراد.</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تحليل أداء الفروع ذات التقييم المنخفض لتحديد الأسباب الجذرية ووضع خطط فردية للتحسين.</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إدراج نتائج المؤشر في لوحة </a:t>
            </a:r>
            <a:r>
              <a:rPr lang="en-US" sz="1300" dirty="0">
                <a:solidFill>
                  <a:srgbClr val="0F3144"/>
                </a:solidFill>
                <a:latin typeface="HRSD Gov Medium" pitchFamily="2" charset="-78"/>
                <a:ea typeface="HRSD Gov Medium" pitchFamily="2" charset="-78"/>
                <a:cs typeface="HRSD Gov Medium" pitchFamily="2" charset="-78"/>
              </a:rPr>
              <a:t>Dashboard </a:t>
            </a:r>
            <a:r>
              <a:rPr lang="ar-SA" sz="1300" dirty="0">
                <a:solidFill>
                  <a:srgbClr val="0F3144"/>
                </a:solidFill>
                <a:latin typeface="HRSD Gov Medium" pitchFamily="2" charset="-78"/>
                <a:ea typeface="HRSD Gov Medium" pitchFamily="2" charset="-78"/>
                <a:cs typeface="HRSD Gov Medium" pitchFamily="2" charset="-78"/>
              </a:rPr>
              <a:t>أسبوعية تُعرض للإدارة والفرق التشغيلية حسب الفروع والمناطق.</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إعادة تقييم المستهدفات الفصلية وفق نتائج الأداء السابقة، لضمان واقعية المؤشرات وملاءمتها للسياق التشغيلي.</a:t>
            </a:r>
          </a:p>
        </p:txBody>
      </p:sp>
    </p:spTree>
    <p:extLst>
      <p:ext uri="{BB962C8B-B14F-4D97-AF65-F5344CB8AC3E}">
        <p14:creationId xmlns:p14="http://schemas.microsoft.com/office/powerpoint/2010/main" val="15181507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85670-9A21-1E04-5638-9DC13D1140CF}"/>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85644FEE-D038-4506-C7F5-4928FEE582CC}"/>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3417C1C1-89BF-4064-06CA-85F73BB48B09}"/>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C1834AE3-FAF1-F1FD-6973-EF69AA44EB07}"/>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FD2DF124-20DB-DDF9-10B9-6D0787D379F2}"/>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dirty="0">
                  <a:solidFill>
                    <a:srgbClr val="0F3144"/>
                  </a:solidFill>
                </a:rPr>
                <a:t>مؤشر أداء مؤشر تشغيلي</a:t>
              </a:r>
            </a:p>
          </p:txBody>
        </p:sp>
        <p:grpSp>
          <p:nvGrpSpPr>
            <p:cNvPr id="13" name="مجموعة 12">
              <a:extLst>
                <a:ext uri="{FF2B5EF4-FFF2-40B4-BE49-F238E27FC236}">
                  <a16:creationId xmlns:a16="http://schemas.microsoft.com/office/drawing/2014/main" id="{B136F2F7-AB92-6969-D1C0-9AABAE8B1323}"/>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3B96CDB7-B9C2-D719-74D3-6574933A8748}"/>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C6202F06-6960-96F9-7F64-38901F952938}"/>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D8C6AC0B-F81A-5707-1303-EF1AE9ECA358}"/>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F8457FDA-21EE-918F-C5B7-6B8A51599F56}"/>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63834A11-A4FF-B5C9-3DEB-BF71AFB688E0}"/>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sz="1600" b="1" dirty="0">
                  <a:solidFill>
                    <a:srgbClr val="269798"/>
                  </a:solidFill>
                  <a:latin typeface="HRSD Gov Medium" pitchFamily="2" charset="-78"/>
                  <a:ea typeface="HRSD Gov Medium" pitchFamily="2" charset="-78"/>
                  <a:cs typeface="HRSD Gov Medium" pitchFamily="2" charset="-78"/>
                </a:rPr>
                <a:t> اسم المؤشر: </a:t>
              </a:r>
              <a:r>
                <a:rPr lang="ar-SA" altLang="ar-SA" b="1" dirty="0">
                  <a:solidFill>
                    <a:srgbClr val="0F3144"/>
                  </a:solidFill>
                  <a:latin typeface="HRSD Gov Medium" pitchFamily="2" charset="-78"/>
                  <a:ea typeface="HRSD Gov Medium" pitchFamily="2" charset="-78"/>
                  <a:cs typeface="HRSD Gov Medium" pitchFamily="2" charset="-78"/>
                </a:rPr>
                <a:t>: الكفاءة التقنية</a:t>
              </a:r>
            </a:p>
          </p:txBody>
        </p:sp>
      </p:grpSp>
      <p:sp>
        <p:nvSpPr>
          <p:cNvPr id="501" name="مربع نص 500">
            <a:extLst>
              <a:ext uri="{FF2B5EF4-FFF2-40B4-BE49-F238E27FC236}">
                <a16:creationId xmlns:a16="http://schemas.microsoft.com/office/drawing/2014/main" id="{0F00A8AE-A116-B8B4-D11F-DEF65566C2C6}"/>
              </a:ext>
            </a:extLst>
          </p:cNvPr>
          <p:cNvSpPr txBox="1"/>
          <p:nvPr/>
        </p:nvSpPr>
        <p:spPr>
          <a:xfrm>
            <a:off x="989162" y="1911639"/>
            <a:ext cx="10846400" cy="2862322"/>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تعريف المؤشر:</a:t>
            </a:r>
          </a:p>
          <a:p>
            <a:pPr>
              <a:buNone/>
            </a:pPr>
            <a:r>
              <a:rPr lang="ar-SA" dirty="0">
                <a:solidFill>
                  <a:srgbClr val="0F3144"/>
                </a:solidFill>
                <a:latin typeface="HRSD Gov Medium" pitchFamily="2" charset="-78"/>
                <a:ea typeface="HRSD Gov Medium" pitchFamily="2" charset="-78"/>
                <a:cs typeface="HRSD Gov Medium" pitchFamily="2" charset="-78"/>
              </a:rPr>
              <a:t>يقيس هذا المؤشر مدى كفاءة البنية التقنية الداعمة لتقديم الخدمات في الفروع الافتراضية، بما يشمل سرعة الاستجابة التقنية، استقرار الأنظمة، جودة الاتصال، وعدد الأعطال المؤثرة التي تم رصدها خلال الفترة.</a:t>
            </a:r>
          </a:p>
          <a:p>
            <a:pPr>
              <a:buNone/>
            </a:pPr>
            <a:endParaRPr lang="ar-SA"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الهدف:</a:t>
            </a:r>
          </a:p>
          <a:p>
            <a:r>
              <a:rPr lang="ar-SA" dirty="0">
                <a:solidFill>
                  <a:srgbClr val="0F3144"/>
                </a:solidFill>
                <a:latin typeface="HRSD Gov Medium" pitchFamily="2" charset="-78"/>
                <a:ea typeface="HRSD Gov Medium" pitchFamily="2" charset="-78"/>
                <a:cs typeface="HRSD Gov Medium" pitchFamily="2" charset="-78"/>
              </a:rPr>
              <a:t>الوصول إلى مستوى "مستقر جدًا" تقنيًا، من خلال تقليل الأعطال التقنية الحرجة إلى أقل من 3 أعطال شهريًا، ورفع جاهزية الأنظمة بنسبة لا تقل عن %98.5 خلال ساعات العمل المعتمدة.</a:t>
            </a:r>
          </a:p>
          <a:p>
            <a:endParaRPr lang="ar-SA"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النتائج:</a:t>
            </a:r>
          </a:p>
          <a:p>
            <a:pPr>
              <a:buNone/>
            </a:pPr>
            <a:endParaRPr lang="ar-SA" dirty="0">
              <a:solidFill>
                <a:srgbClr val="0F3144"/>
              </a:solidFill>
              <a:latin typeface="HRSD Gov Medium" pitchFamily="2" charset="-78"/>
              <a:ea typeface="HRSD Gov Medium" pitchFamily="2" charset="-78"/>
              <a:cs typeface="HRSD Gov Medium" pitchFamily="2" charset="-78"/>
            </a:endParaRPr>
          </a:p>
        </p:txBody>
      </p:sp>
      <p:graphicFrame>
        <p:nvGraphicFramePr>
          <p:cNvPr id="504" name="جدول 503">
            <a:extLst>
              <a:ext uri="{FF2B5EF4-FFF2-40B4-BE49-F238E27FC236}">
                <a16:creationId xmlns:a16="http://schemas.microsoft.com/office/drawing/2014/main" id="{A43E46E2-2EEC-7A15-CA4C-6AF8B0D7D809}"/>
              </a:ext>
            </a:extLst>
          </p:cNvPr>
          <p:cNvGraphicFramePr>
            <a:graphicFrameLocks noGrp="1"/>
          </p:cNvGraphicFramePr>
          <p:nvPr>
            <p:extLst>
              <p:ext uri="{D42A27DB-BD31-4B8C-83A1-F6EECF244321}">
                <p14:modId xmlns:p14="http://schemas.microsoft.com/office/powerpoint/2010/main" val="4201931178"/>
              </p:ext>
            </p:extLst>
          </p:nvPr>
        </p:nvGraphicFramePr>
        <p:xfrm>
          <a:off x="6546978" y="4522285"/>
          <a:ext cx="3526374" cy="998376"/>
        </p:xfrm>
        <a:graphic>
          <a:graphicData uri="http://schemas.openxmlformats.org/drawingml/2006/table">
            <a:tbl>
              <a:tblPr rtl="1" firstRow="1" bandRow="1">
                <a:tableStyleId>{5C22544A-7EE6-4342-B048-85BDC9FD1C3A}</a:tableStyleId>
              </a:tblPr>
              <a:tblGrid>
                <a:gridCol w="1763187">
                  <a:extLst>
                    <a:ext uri="{9D8B030D-6E8A-4147-A177-3AD203B41FA5}">
                      <a16:colId xmlns:a16="http://schemas.microsoft.com/office/drawing/2014/main" val="2463569759"/>
                    </a:ext>
                  </a:extLst>
                </a:gridCol>
                <a:gridCol w="1763187">
                  <a:extLst>
                    <a:ext uri="{9D8B030D-6E8A-4147-A177-3AD203B41FA5}">
                      <a16:colId xmlns:a16="http://schemas.microsoft.com/office/drawing/2014/main" val="1181390082"/>
                    </a:ext>
                  </a:extLst>
                </a:gridCol>
              </a:tblGrid>
              <a:tr h="499188">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النسبة الحالية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النسبة المستهدفة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2138146141"/>
                  </a:ext>
                </a:extLst>
              </a:tr>
              <a:tr h="499188">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%98.5</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%96.3</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3451703142"/>
                  </a:ext>
                </a:extLst>
              </a:tr>
            </a:tbl>
          </a:graphicData>
        </a:graphic>
      </p:graphicFrame>
    </p:spTree>
    <p:extLst>
      <p:ext uri="{BB962C8B-B14F-4D97-AF65-F5344CB8AC3E}">
        <p14:creationId xmlns:p14="http://schemas.microsoft.com/office/powerpoint/2010/main" val="10088262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B8CC3-8035-BD96-E0F2-078621AE2C82}"/>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2FC8ABFA-4051-196D-F7E6-2792656F1042}"/>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863B594F-374A-6604-0430-9911E8F85342}"/>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B58E21C9-A5CD-61B9-16EF-8A969ACB74E1}"/>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02837B0C-5FA7-8597-CCB2-4F649F28C35C}"/>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dirty="0">
                  <a:solidFill>
                    <a:srgbClr val="0F3144"/>
                  </a:solidFill>
                </a:rPr>
                <a:t>مؤشر أداء مؤشر تشغيلي</a:t>
              </a:r>
            </a:p>
          </p:txBody>
        </p:sp>
        <p:grpSp>
          <p:nvGrpSpPr>
            <p:cNvPr id="13" name="مجموعة 12">
              <a:extLst>
                <a:ext uri="{FF2B5EF4-FFF2-40B4-BE49-F238E27FC236}">
                  <a16:creationId xmlns:a16="http://schemas.microsoft.com/office/drawing/2014/main" id="{9EA8D679-36C4-FAB4-0784-0B1D15653FAD}"/>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C734CF13-3667-1440-972D-6DE1F80B9AE7}"/>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02275266-B84C-A44A-6893-6FC40ECAA09C}"/>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4A2BC5AF-67CC-6DC0-9E72-B48A1ED2BAEF}"/>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B3D6E408-4941-478C-02F0-12FE3920C211}"/>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5AFA05F9-1940-0D43-50A8-317036A5AC3B}"/>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sz="1200" b="1" dirty="0">
                  <a:solidFill>
                    <a:srgbClr val="269798"/>
                  </a:solidFill>
                  <a:latin typeface="HRSD Gov Medium" pitchFamily="2" charset="-78"/>
                  <a:ea typeface="HRSD Gov Medium" pitchFamily="2" charset="-78"/>
                  <a:cs typeface="HRSD Gov Medium" pitchFamily="2" charset="-78"/>
                </a:rPr>
                <a:t> اسم المؤشر: </a:t>
              </a:r>
              <a:r>
                <a:rPr lang="ar-SA" altLang="ar-SA" sz="1400" b="1" dirty="0">
                  <a:solidFill>
                    <a:srgbClr val="0F3144"/>
                  </a:solidFill>
                  <a:latin typeface="HRSD Gov Medium" pitchFamily="2" charset="-78"/>
                  <a:ea typeface="HRSD Gov Medium" pitchFamily="2" charset="-78"/>
                  <a:cs typeface="HRSD Gov Medium" pitchFamily="2" charset="-78"/>
                </a:rPr>
                <a:t>: الكفاءة التقنية</a:t>
              </a:r>
            </a:p>
          </p:txBody>
        </p:sp>
      </p:grpSp>
      <p:sp>
        <p:nvSpPr>
          <p:cNvPr id="501" name="مربع نص 500">
            <a:extLst>
              <a:ext uri="{FF2B5EF4-FFF2-40B4-BE49-F238E27FC236}">
                <a16:creationId xmlns:a16="http://schemas.microsoft.com/office/drawing/2014/main" id="{4729255B-3D50-2133-CA80-2051D1473428}"/>
              </a:ext>
            </a:extLst>
          </p:cNvPr>
          <p:cNvSpPr txBox="1"/>
          <p:nvPr/>
        </p:nvSpPr>
        <p:spPr>
          <a:xfrm>
            <a:off x="989162" y="1642130"/>
            <a:ext cx="10449305" cy="4570482"/>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التحليل</a:t>
            </a:r>
          </a:p>
          <a:p>
            <a:pPr>
              <a:buNone/>
            </a:pPr>
            <a:r>
              <a:rPr lang="ar-SA" dirty="0">
                <a:solidFill>
                  <a:srgbClr val="269798"/>
                </a:solidFill>
                <a:latin typeface="HRSD Gov Medium" pitchFamily="2" charset="-78"/>
                <a:ea typeface="HRSD Gov Medium" pitchFamily="2" charset="-78"/>
                <a:cs typeface="HRSD Gov Medium" pitchFamily="2" charset="-78"/>
              </a:rPr>
              <a:t>النجاحات:</a:t>
            </a:r>
            <a:endParaRPr lang="ar-SA" sz="1400" dirty="0">
              <a:solidFill>
                <a:srgbClr val="0F3144"/>
              </a:solidFill>
              <a:latin typeface="HRSD Gov Medium" pitchFamily="2" charset="-78"/>
              <a:ea typeface="HRSD Gov Medium" pitchFamily="2" charset="-78"/>
              <a:cs typeface="HRSD Gov Medium" pitchFamily="2" charset="-78"/>
            </a:endParaRP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النسبة الحالية (%96.3) تشير إلى تحسن تدريجي في استقرار الأنظمة خلال الفترة.</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تفعيل نظام الإنذار المبكر ساهم في معالجة الأعطال قبل تأثيرها على الخدمة.</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وجود فريق دعم تقني متفاعل ساهم في تقليص وقت الاستجابة الفنية.</a:t>
            </a:r>
          </a:p>
          <a:p>
            <a:pPr marL="285750" indent="-285750">
              <a:buFont typeface="HRSD Gov Medium" pitchFamily="50" charset="-78"/>
              <a:buChar char="–"/>
            </a:pPr>
            <a:endParaRPr lang="ar-SA" sz="1400"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التحديات:</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تكرار أعطال الربط الشبكي في بعض المناطق أدى إلى تقليل الجاهزية في أوقات الذروة.</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عدم اتساق أداء بعض الأدوات التقنية (مثل نظام الحجز أو التكامل مع الأنظمة المركزية).</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تفاوت جودة الاتصال المرئي بين الجلسات حسب نوع الجهاز ومزود الخدمة.</a:t>
            </a:r>
          </a:p>
          <a:p>
            <a:pPr marL="285750" indent="-285750">
              <a:buFont typeface="HRSD Gov Medium" pitchFamily="50" charset="-78"/>
              <a:buChar char="–"/>
            </a:pPr>
            <a:endParaRPr lang="ar-SA"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الإجراءات التصحيحية:</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تنفيذ صيانة استباقية للأنظمة والربط الشبكي في الفروع ذات الأعطال المتكررة.</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تحسين آلية مراقبة الأداء اللحظي من خلال لوحة تحكم </a:t>
            </a:r>
            <a:r>
              <a:rPr lang="en-US" sz="1300" dirty="0">
                <a:solidFill>
                  <a:srgbClr val="0F3144"/>
                </a:solidFill>
                <a:latin typeface="HRSD Gov Medium" pitchFamily="2" charset="-78"/>
                <a:ea typeface="HRSD Gov Medium" pitchFamily="2" charset="-78"/>
                <a:cs typeface="HRSD Gov Medium" pitchFamily="2" charset="-78"/>
              </a:rPr>
              <a:t>Dashboard </a:t>
            </a:r>
            <a:r>
              <a:rPr lang="ar-SA" sz="1300" dirty="0">
                <a:solidFill>
                  <a:srgbClr val="0F3144"/>
                </a:solidFill>
                <a:latin typeface="HRSD Gov Medium" pitchFamily="2" charset="-78"/>
                <a:ea typeface="HRSD Gov Medium" pitchFamily="2" charset="-78"/>
                <a:cs typeface="HRSD Gov Medium" pitchFamily="2" charset="-78"/>
              </a:rPr>
              <a:t>موحدة للفريق الفني.</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تحديد مؤشرات مستوى الخدمة</a:t>
            </a:r>
            <a:r>
              <a:rPr lang="en-US" sz="1300" dirty="0">
                <a:solidFill>
                  <a:srgbClr val="0F3144"/>
                </a:solidFill>
                <a:latin typeface="HRSD Gov Medium" pitchFamily="2" charset="-78"/>
                <a:ea typeface="HRSD Gov Medium" pitchFamily="2" charset="-78"/>
                <a:cs typeface="HRSD Gov Medium" pitchFamily="2" charset="-78"/>
              </a:rPr>
              <a:t> </a:t>
            </a:r>
            <a:r>
              <a:rPr lang="ar-SA" sz="1300" dirty="0">
                <a:solidFill>
                  <a:srgbClr val="0F3144"/>
                </a:solidFill>
                <a:latin typeface="HRSD Gov Medium" pitchFamily="2" charset="-78"/>
                <a:ea typeface="HRSD Gov Medium" pitchFamily="2" charset="-78"/>
                <a:cs typeface="HRSD Gov Medium" pitchFamily="2" charset="-78"/>
              </a:rPr>
              <a:t>الداخلية لكل نظام تقني مع تفعيل التنبيهات الآلية عند تجاوزها.</a:t>
            </a:r>
            <a:endParaRPr lang="ar-SA" sz="1400"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التوصيات:</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 الاستثمار في البنية التحتية السحابية لضمان استقرار أعلى وسرعة استجابة أفضل.</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تطوير سياسة إدارة الحوادث التقنية </a:t>
            </a:r>
            <a:r>
              <a:rPr lang="en-US" sz="1300" dirty="0">
                <a:solidFill>
                  <a:srgbClr val="0F3144"/>
                </a:solidFill>
                <a:latin typeface="HRSD Gov Medium" pitchFamily="2" charset="-78"/>
                <a:ea typeface="HRSD Gov Medium" pitchFamily="2" charset="-78"/>
                <a:cs typeface="HRSD Gov Medium" pitchFamily="2" charset="-78"/>
              </a:rPr>
              <a:t>Incident Management </a:t>
            </a:r>
            <a:r>
              <a:rPr lang="ar-SA" sz="1300" dirty="0">
                <a:solidFill>
                  <a:srgbClr val="0F3144"/>
                </a:solidFill>
                <a:latin typeface="HRSD Gov Medium" pitchFamily="2" charset="-78"/>
                <a:ea typeface="HRSD Gov Medium" pitchFamily="2" charset="-78"/>
                <a:cs typeface="HRSD Gov Medium" pitchFamily="2" charset="-78"/>
              </a:rPr>
              <a:t>وربطها بإجراء تصعيد فوري.</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إشراك المستخدمين في تقييم جودة الاتصال بعد كل جلسة لتحديد مسببات الانقطاعات بدقة.</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رفع تقارير أسبوعية تحليلية لمجلس إدارة الفروع الافتراضية بشأن أداء الأنظمة..</a:t>
            </a:r>
          </a:p>
        </p:txBody>
      </p:sp>
    </p:spTree>
    <p:extLst>
      <p:ext uri="{BB962C8B-B14F-4D97-AF65-F5344CB8AC3E}">
        <p14:creationId xmlns:p14="http://schemas.microsoft.com/office/powerpoint/2010/main" val="4869200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82B94-8B2D-1DA3-5577-B7B436A08960}"/>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1F66EA55-3244-F4FB-C99F-F6F5CFBC3550}"/>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20F5C61D-2CE1-DDF7-F229-E13088E3198C}"/>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B8690F90-AC36-DE2C-71FC-56443275E267}"/>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DCD6CD85-C0FA-D36D-EAA2-88B637BF096D}"/>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dirty="0">
                  <a:solidFill>
                    <a:srgbClr val="0F3144"/>
                  </a:solidFill>
                </a:rPr>
                <a:t>مؤشر أداء مؤشر تشغيلي</a:t>
              </a:r>
            </a:p>
          </p:txBody>
        </p:sp>
        <p:grpSp>
          <p:nvGrpSpPr>
            <p:cNvPr id="13" name="مجموعة 12">
              <a:extLst>
                <a:ext uri="{FF2B5EF4-FFF2-40B4-BE49-F238E27FC236}">
                  <a16:creationId xmlns:a16="http://schemas.microsoft.com/office/drawing/2014/main" id="{419D6AA9-323B-A7AB-FB98-832A787077AB}"/>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69195BE5-2EA5-E085-2EFC-01A5417C868F}"/>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C00129AA-E99D-0071-C25A-C86F4309391C}"/>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AAA8A650-656A-DBE7-77EA-FE8B85709B36}"/>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1CF12AEA-E0B1-4ACA-6128-2F25E163AFC2}"/>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A4EB9DB0-D361-58A5-B11E-B5E344569221}"/>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sz="1600" b="1" dirty="0">
                  <a:solidFill>
                    <a:srgbClr val="269798"/>
                  </a:solidFill>
                  <a:latin typeface="HRSD Gov Medium" pitchFamily="2" charset="-78"/>
                  <a:ea typeface="HRSD Gov Medium" pitchFamily="2" charset="-78"/>
                  <a:cs typeface="HRSD Gov Medium" pitchFamily="2" charset="-78"/>
                </a:rPr>
                <a:t> اسم المؤشر: </a:t>
              </a:r>
              <a:r>
                <a:rPr lang="ar-SA" altLang="ar-SA" b="1" dirty="0">
                  <a:solidFill>
                    <a:srgbClr val="0F3144"/>
                  </a:solidFill>
                  <a:latin typeface="HRSD Gov Medium" pitchFamily="2" charset="-78"/>
                  <a:ea typeface="HRSD Gov Medium" pitchFamily="2" charset="-78"/>
                  <a:cs typeface="HRSD Gov Medium" pitchFamily="2" charset="-78"/>
                </a:rPr>
                <a:t>: الالتزام بمعايير الخدمة</a:t>
              </a:r>
            </a:p>
          </p:txBody>
        </p:sp>
      </p:grpSp>
      <p:sp>
        <p:nvSpPr>
          <p:cNvPr id="501" name="مربع نص 500">
            <a:extLst>
              <a:ext uri="{FF2B5EF4-FFF2-40B4-BE49-F238E27FC236}">
                <a16:creationId xmlns:a16="http://schemas.microsoft.com/office/drawing/2014/main" id="{276BB1FB-7141-414E-AC58-30F33E30950B}"/>
              </a:ext>
            </a:extLst>
          </p:cNvPr>
          <p:cNvSpPr txBox="1"/>
          <p:nvPr/>
        </p:nvSpPr>
        <p:spPr>
          <a:xfrm>
            <a:off x="989162" y="1911639"/>
            <a:ext cx="10846400" cy="2585323"/>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تعريف المؤشر:</a:t>
            </a:r>
          </a:p>
          <a:p>
            <a:pPr>
              <a:buNone/>
            </a:pPr>
            <a:r>
              <a:rPr lang="ar-SA" dirty="0">
                <a:solidFill>
                  <a:srgbClr val="0F3144"/>
                </a:solidFill>
                <a:latin typeface="HRSD Gov Medium" pitchFamily="2" charset="-78"/>
                <a:ea typeface="HRSD Gov Medium" pitchFamily="2" charset="-78"/>
                <a:cs typeface="HRSD Gov Medium" pitchFamily="2" charset="-78"/>
              </a:rPr>
              <a:t>يقيس هذا المؤشر مدى التزام الجلسات الافتراضية بالمعايير التشغيلية المعتمدة، مثل توفر الصوت والفيديو، حضور المستفيد، واكتمال الجلسة حسب البروتوكولات المحددة</a:t>
            </a:r>
          </a:p>
          <a:p>
            <a:pPr>
              <a:buNone/>
            </a:pPr>
            <a:endParaRPr lang="ar-SA"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الهدف:</a:t>
            </a:r>
          </a:p>
          <a:p>
            <a:r>
              <a:rPr lang="ar-SA" dirty="0">
                <a:solidFill>
                  <a:srgbClr val="0F3144"/>
                </a:solidFill>
                <a:latin typeface="HRSD Gov Medium" pitchFamily="2" charset="-78"/>
                <a:ea typeface="HRSD Gov Medium" pitchFamily="2" charset="-78"/>
                <a:cs typeface="HRSD Gov Medium" pitchFamily="2" charset="-78"/>
              </a:rPr>
              <a:t>الوصول إلى نسبة التزام لا تقل عن %95 من الجلسات بمعايير الخدمة المعتمدة (حضور العميل، تفعيل الصوت، تفعيل الفيديو، إتمام الجلسة).</a:t>
            </a:r>
          </a:p>
          <a:p>
            <a:endParaRPr lang="ar-SA"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النتائج:</a:t>
            </a:r>
          </a:p>
          <a:p>
            <a:pPr>
              <a:buNone/>
            </a:pPr>
            <a:endParaRPr lang="ar-SA" dirty="0">
              <a:solidFill>
                <a:srgbClr val="0F3144"/>
              </a:solidFill>
              <a:latin typeface="HRSD Gov Medium" pitchFamily="2" charset="-78"/>
              <a:ea typeface="HRSD Gov Medium" pitchFamily="2" charset="-78"/>
              <a:cs typeface="HRSD Gov Medium" pitchFamily="2" charset="-78"/>
            </a:endParaRPr>
          </a:p>
        </p:txBody>
      </p:sp>
      <p:graphicFrame>
        <p:nvGraphicFramePr>
          <p:cNvPr id="2" name="جدول 1">
            <a:extLst>
              <a:ext uri="{FF2B5EF4-FFF2-40B4-BE49-F238E27FC236}">
                <a16:creationId xmlns:a16="http://schemas.microsoft.com/office/drawing/2014/main" id="{EF068F04-87FA-EEF8-D8F4-69317A2EAFC6}"/>
              </a:ext>
            </a:extLst>
          </p:cNvPr>
          <p:cNvGraphicFramePr>
            <a:graphicFrameLocks noGrp="1"/>
          </p:cNvGraphicFramePr>
          <p:nvPr>
            <p:extLst>
              <p:ext uri="{D42A27DB-BD31-4B8C-83A1-F6EECF244321}">
                <p14:modId xmlns:p14="http://schemas.microsoft.com/office/powerpoint/2010/main" val="1776545971"/>
              </p:ext>
            </p:extLst>
          </p:nvPr>
        </p:nvGraphicFramePr>
        <p:xfrm>
          <a:off x="4667187" y="4198925"/>
          <a:ext cx="6063120" cy="1149092"/>
        </p:xfrm>
        <a:graphic>
          <a:graphicData uri="http://schemas.openxmlformats.org/drawingml/2006/table">
            <a:tbl>
              <a:tblPr rtl="1" firstRow="1" bandRow="1">
                <a:tableStyleId>{5C22544A-7EE6-4342-B048-85BDC9FD1C3A}</a:tableStyleId>
              </a:tblPr>
              <a:tblGrid>
                <a:gridCol w="2675535">
                  <a:extLst>
                    <a:ext uri="{9D8B030D-6E8A-4147-A177-3AD203B41FA5}">
                      <a16:colId xmlns:a16="http://schemas.microsoft.com/office/drawing/2014/main" val="2463569759"/>
                    </a:ext>
                  </a:extLst>
                </a:gridCol>
                <a:gridCol w="1732279">
                  <a:extLst>
                    <a:ext uri="{9D8B030D-6E8A-4147-A177-3AD203B41FA5}">
                      <a16:colId xmlns:a16="http://schemas.microsoft.com/office/drawing/2014/main" val="3020150146"/>
                    </a:ext>
                  </a:extLst>
                </a:gridCol>
                <a:gridCol w="1655306">
                  <a:extLst>
                    <a:ext uri="{9D8B030D-6E8A-4147-A177-3AD203B41FA5}">
                      <a16:colId xmlns:a16="http://schemas.microsoft.com/office/drawing/2014/main" val="1619044992"/>
                    </a:ext>
                  </a:extLst>
                </a:gridCol>
              </a:tblGrid>
              <a:tr h="412330">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البند</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النتيجة المحققة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المستهدف</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2138146141"/>
                  </a:ext>
                </a:extLst>
              </a:tr>
              <a:tr h="355017">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تفعيل الصوت</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%91.8</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%95</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3451703142"/>
                  </a:ext>
                </a:extLst>
              </a:tr>
              <a:tr h="381745">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حضور العميل للجلسة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%91.8</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6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%95</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2060435871"/>
                  </a:ext>
                </a:extLst>
              </a:tr>
            </a:tbl>
          </a:graphicData>
        </a:graphic>
      </p:graphicFrame>
    </p:spTree>
    <p:extLst>
      <p:ext uri="{BB962C8B-B14F-4D97-AF65-F5344CB8AC3E}">
        <p14:creationId xmlns:p14="http://schemas.microsoft.com/office/powerpoint/2010/main" val="19812377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3BCEE-8922-AEA6-7797-BD1682E53340}"/>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9B0DBB89-D265-F4C6-74C0-960440640639}"/>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6447F55D-D6B2-01FA-E76E-E79458445FCB}"/>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6C87B3C9-2F5B-9773-E80C-15E8BD7EA5ED}"/>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49AE97EC-8ED8-9179-1070-7D2C887F9373}"/>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lvl="0">
                <a:defRPr/>
              </a:pPr>
              <a:r>
                <a:rPr lang="ar-SA" dirty="0">
                  <a:solidFill>
                    <a:srgbClr val="0F3144"/>
                  </a:solidFill>
                </a:rPr>
                <a:t>مؤشر أداء مؤشر تشغيلي</a:t>
              </a:r>
            </a:p>
          </p:txBody>
        </p:sp>
        <p:grpSp>
          <p:nvGrpSpPr>
            <p:cNvPr id="13" name="مجموعة 12">
              <a:extLst>
                <a:ext uri="{FF2B5EF4-FFF2-40B4-BE49-F238E27FC236}">
                  <a16:creationId xmlns:a16="http://schemas.microsoft.com/office/drawing/2014/main" id="{DFE5C19A-85E5-2A27-4162-F0A829953D03}"/>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8A8611E4-EEC3-E70F-6ECA-17AAA5A181EE}"/>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sp>
            <p:nvSpPr>
              <p:cNvPr id="17" name="Freeform 298">
                <a:extLst>
                  <a:ext uri="{FF2B5EF4-FFF2-40B4-BE49-F238E27FC236}">
                    <a16:creationId xmlns:a16="http://schemas.microsoft.com/office/drawing/2014/main" id="{5568D953-CA4A-A1AD-9DCD-0A349AF204EE}"/>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algn="r" defTabSz="914400" rtl="1" eaLnBrk="1" latinLnBrk="0" hangingPunct="1"/>
                <a:endParaRPr lang="en-GB" sz="1633" b="1" dirty="0">
                  <a:latin typeface="HRSD Bold" panose="02000906030000020004" pitchFamily="2" charset="-78"/>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B3E09DCB-171B-F1DE-9498-59F22FD15C68}"/>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33FB3E1F-35AE-2269-1021-1FB6C68EE891}"/>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b="1" dirty="0">
                  <a:solidFill>
                    <a:srgbClr val="269798"/>
                  </a:solidFill>
                  <a:latin typeface="HRSD Gov Medium" pitchFamily="2" charset="-78"/>
                  <a:ea typeface="HRSD Gov Medium" pitchFamily="2" charset="-78"/>
                  <a:cs typeface="HRSD Gov Medium" pitchFamily="2" charset="-78"/>
                </a:rPr>
                <a:t>الفترة:</a:t>
              </a:r>
              <a:r>
                <a:rPr lang="ar-SA" altLang="ar-SA" b="1" dirty="0">
                  <a:latin typeface="HRSD Gov Medium" pitchFamily="2" charset="-78"/>
                  <a:ea typeface="HRSD Gov Medium" pitchFamily="2" charset="-78"/>
                  <a:cs typeface="HRSD Gov Medium" pitchFamily="2" charset="-78"/>
                </a:rPr>
                <a:t> </a:t>
              </a:r>
              <a:r>
                <a:rPr lang="ar-SA" altLang="ar-SA" b="1" dirty="0">
                  <a:solidFill>
                    <a:srgbClr val="0F3144"/>
                  </a:solidFill>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97AD613D-BD99-BC35-7969-7AA941E83131}"/>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lvl="0" eaLnBrk="0" fontAlgn="base" hangingPunct="0">
                <a:spcBef>
                  <a:spcPct val="0"/>
                </a:spcBef>
                <a:spcAft>
                  <a:spcPct val="0"/>
                </a:spcAft>
              </a:pPr>
              <a:r>
                <a:rPr lang="ar-SA" altLang="ar-SA" sz="1100" b="1" dirty="0">
                  <a:solidFill>
                    <a:srgbClr val="269798"/>
                  </a:solidFill>
                  <a:latin typeface="HRSD Gov Medium" pitchFamily="2" charset="-78"/>
                  <a:ea typeface="HRSD Gov Medium" pitchFamily="2" charset="-78"/>
                  <a:cs typeface="HRSD Gov Medium" pitchFamily="2" charset="-78"/>
                </a:rPr>
                <a:t> اسم المؤشر: </a:t>
              </a:r>
              <a:r>
                <a:rPr lang="ar-SA" altLang="ar-SA" sz="1200" b="1" dirty="0">
                  <a:solidFill>
                    <a:srgbClr val="0F3144"/>
                  </a:solidFill>
                  <a:latin typeface="HRSD Gov Medium" pitchFamily="2" charset="-78"/>
                  <a:ea typeface="HRSD Gov Medium" pitchFamily="2" charset="-78"/>
                  <a:cs typeface="HRSD Gov Medium" pitchFamily="2" charset="-78"/>
                </a:rPr>
                <a:t>: الالتزام بمعايير الخدمة</a:t>
              </a:r>
            </a:p>
          </p:txBody>
        </p:sp>
      </p:grpSp>
      <p:sp>
        <p:nvSpPr>
          <p:cNvPr id="501" name="مربع نص 500">
            <a:extLst>
              <a:ext uri="{FF2B5EF4-FFF2-40B4-BE49-F238E27FC236}">
                <a16:creationId xmlns:a16="http://schemas.microsoft.com/office/drawing/2014/main" id="{82D982F9-D54B-F31C-F9C3-2E5CAFE3E821}"/>
              </a:ext>
            </a:extLst>
          </p:cNvPr>
          <p:cNvSpPr txBox="1"/>
          <p:nvPr/>
        </p:nvSpPr>
        <p:spPr>
          <a:xfrm>
            <a:off x="989162" y="1642130"/>
            <a:ext cx="10449305" cy="4585871"/>
          </a:xfrm>
          <a:prstGeom prst="rect">
            <a:avLst/>
          </a:prstGeom>
          <a:noFill/>
        </p:spPr>
        <p:txBody>
          <a:bodyPr wrap="square">
            <a:spAutoFit/>
          </a:bodyPr>
          <a:lstStyle/>
          <a:p>
            <a:pPr>
              <a:buNone/>
            </a:pPr>
            <a:r>
              <a:rPr lang="ar-SA" dirty="0">
                <a:solidFill>
                  <a:srgbClr val="269798"/>
                </a:solidFill>
                <a:latin typeface="HRSD Gov Medium" pitchFamily="2" charset="-78"/>
                <a:ea typeface="HRSD Gov Medium" pitchFamily="2" charset="-78"/>
                <a:cs typeface="HRSD Gov Medium" pitchFamily="2" charset="-78"/>
              </a:rPr>
              <a:t>التحليل</a:t>
            </a:r>
          </a:p>
          <a:p>
            <a:pPr>
              <a:buNone/>
            </a:pPr>
            <a:r>
              <a:rPr lang="ar-SA" dirty="0">
                <a:solidFill>
                  <a:srgbClr val="269798"/>
                </a:solidFill>
                <a:latin typeface="HRSD Gov Medium" pitchFamily="2" charset="-78"/>
                <a:ea typeface="HRSD Gov Medium" pitchFamily="2" charset="-78"/>
                <a:cs typeface="HRSD Gov Medium" pitchFamily="2" charset="-78"/>
              </a:rPr>
              <a:t>النجاحات:</a:t>
            </a:r>
            <a:endParaRPr lang="ar-SA" sz="1400" dirty="0">
              <a:solidFill>
                <a:srgbClr val="0F3144"/>
              </a:solidFill>
              <a:latin typeface="HRSD Gov Medium" pitchFamily="2" charset="-78"/>
              <a:ea typeface="HRSD Gov Medium" pitchFamily="2" charset="-78"/>
              <a:cs typeface="HRSD Gov Medium" pitchFamily="2" charset="-78"/>
            </a:endParaRP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النسبة الحالية لتفعيل الجلسة (%91.8) وحضور العميل (%98.3) تجاوزت المستهدف، مما يعكس استجابة عالية من المستفيدين.</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انخفاض نسبة الجلسات الملغاة بسبب غياب العميل يعكس فعالية الرسائل التذكيرية المسبقة.</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فرق الدعم التفاعلي ساهم في ضمان جودة الاتصال أثناء الجلسة.</a:t>
            </a:r>
          </a:p>
          <a:p>
            <a:pPr marL="285750" indent="-285750">
              <a:buFont typeface="HRSD Gov Medium" pitchFamily="50" charset="-78"/>
              <a:buChar char="–"/>
            </a:pPr>
            <a:endParaRPr lang="ar-SA" sz="1400"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التحديات:</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تسجيل عدد من الجلسات بدون صوت بسبب مشاكل مؤقتة في الأجهزة أو الإعدادات</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بعض المستفيدين يواجهون صعوبة في تفعيل الميكروفون، خصوصًا عند الاتصال عبر الأجهزة المحمولة.</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عدم وضوح الإجراءات البديلة في حال وجود خلل فني في اللحظة الأولى للجلسة.</a:t>
            </a:r>
          </a:p>
          <a:p>
            <a:pPr marL="285750" indent="-285750">
              <a:buFont typeface="HRSD Gov Medium" pitchFamily="50" charset="-78"/>
              <a:buChar char="–"/>
            </a:pPr>
            <a:endParaRPr lang="ar-SA" dirty="0">
              <a:solidFill>
                <a:srgbClr val="0F3144"/>
              </a:solidFill>
              <a:latin typeface="HRSD Gov Medium" pitchFamily="2" charset="-78"/>
              <a:ea typeface="HRSD Gov Medium" pitchFamily="2" charset="-78"/>
              <a:cs typeface="HRSD Gov Medium" pitchFamily="2" charset="-78"/>
            </a:endParaRPr>
          </a:p>
          <a:p>
            <a:pPr>
              <a:buNone/>
            </a:pPr>
            <a:r>
              <a:rPr lang="ar-SA" dirty="0">
                <a:solidFill>
                  <a:srgbClr val="269798"/>
                </a:solidFill>
                <a:latin typeface="HRSD Gov Medium" pitchFamily="2" charset="-78"/>
                <a:ea typeface="HRSD Gov Medium" pitchFamily="2" charset="-78"/>
                <a:cs typeface="HRSD Gov Medium" pitchFamily="2" charset="-78"/>
              </a:rPr>
              <a:t>الإجراءات التصحيحية:</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تفعيل "فحص جاهزية الأجهزة" تلقائيًا قبل بدء الجلسة.</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إصدار دليل مرئي للمستفيدين يوضح خطوات تفعيل الصوت والفيديو بطريقة مبسطة.</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مراجعة الجلسات المتكررة بدون صوت لتحديد السبب التقني الرئيسي ومعالجته جذريًا.</a:t>
            </a:r>
          </a:p>
          <a:p>
            <a:pPr marL="285750" indent="-285750">
              <a:buFont typeface="HRSD Gov Medium" pitchFamily="50" charset="-78"/>
              <a:buChar char="–"/>
            </a:pPr>
            <a:endParaRPr lang="ar-SA" sz="1400" dirty="0">
              <a:solidFill>
                <a:srgbClr val="0F3144"/>
              </a:solidFill>
              <a:latin typeface="HRSD Gov Medium" pitchFamily="2" charset="-78"/>
              <a:ea typeface="HRSD Gov Medium" pitchFamily="2" charset="-78"/>
              <a:cs typeface="HRSD Gov Medium" pitchFamily="2" charset="-78"/>
            </a:endParaRPr>
          </a:p>
          <a:p>
            <a:r>
              <a:rPr lang="ar-SA" dirty="0">
                <a:solidFill>
                  <a:srgbClr val="269798"/>
                </a:solidFill>
                <a:latin typeface="HRSD Gov Medium" pitchFamily="2" charset="-78"/>
                <a:ea typeface="HRSD Gov Medium" pitchFamily="2" charset="-78"/>
                <a:cs typeface="HRSD Gov Medium" pitchFamily="2" charset="-78"/>
              </a:rPr>
              <a:t>التوصيات:</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 إلزام فرق الدعم بمتابعة الجلسات المباشرة لحل المشكلات فورًا عند رصدها.</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تخصيص شاشة في </a:t>
            </a:r>
            <a:r>
              <a:rPr lang="en-US" sz="1300" dirty="0">
                <a:solidFill>
                  <a:srgbClr val="0F3144"/>
                </a:solidFill>
                <a:latin typeface="HRSD Gov Medium" pitchFamily="2" charset="-78"/>
                <a:ea typeface="HRSD Gov Medium" pitchFamily="2" charset="-78"/>
                <a:cs typeface="HRSD Gov Medium" pitchFamily="2" charset="-78"/>
              </a:rPr>
              <a:t>Dashboard </a:t>
            </a:r>
            <a:r>
              <a:rPr lang="ar-SA" sz="1300" dirty="0">
                <a:solidFill>
                  <a:srgbClr val="0F3144"/>
                </a:solidFill>
                <a:latin typeface="HRSD Gov Medium" pitchFamily="2" charset="-78"/>
                <a:ea typeface="HRSD Gov Medium" pitchFamily="2" charset="-78"/>
                <a:cs typeface="HRSD Gov Medium" pitchFamily="2" charset="-78"/>
              </a:rPr>
              <a:t>لعرض الجلسات غير المكتملة حسب سبب الانقطاع (صوت/فيديو/حضور).</a:t>
            </a:r>
          </a:p>
          <a:p>
            <a:pPr marL="285750" indent="-285750">
              <a:buFont typeface="HRSD Gov Medium" pitchFamily="50" charset="-78"/>
              <a:buChar char="–"/>
            </a:pPr>
            <a:r>
              <a:rPr lang="ar-SA" sz="1300" dirty="0">
                <a:solidFill>
                  <a:srgbClr val="0F3144"/>
                </a:solidFill>
                <a:latin typeface="HRSD Gov Medium" pitchFamily="2" charset="-78"/>
                <a:ea typeface="HRSD Gov Medium" pitchFamily="2" charset="-78"/>
                <a:cs typeface="HRSD Gov Medium" pitchFamily="2" charset="-78"/>
              </a:rPr>
              <a:t>تقديم تقارير شهرية لتحليل أسباب عدم الالتزام بكل معيار على حدة ومقارنتها بالفروع الأخرى.</a:t>
            </a:r>
          </a:p>
        </p:txBody>
      </p:sp>
    </p:spTree>
    <p:extLst>
      <p:ext uri="{BB962C8B-B14F-4D97-AF65-F5344CB8AC3E}">
        <p14:creationId xmlns:p14="http://schemas.microsoft.com/office/powerpoint/2010/main" val="20231385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52870-E860-AD28-72FE-C6B47070445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C70FCB-20B2-68F2-697E-210EFD847502}"/>
              </a:ext>
            </a:extLst>
          </p:cNvPr>
          <p:cNvSpPr>
            <a:spLocks noGrp="1"/>
          </p:cNvSpPr>
          <p:nvPr>
            <p:ph type="sldNum" sz="quarter" idx="4"/>
          </p:nvPr>
        </p:nvSpPr>
        <p:spPr>
          <a:xfrm>
            <a:off x="11436923" y="6214917"/>
            <a:ext cx="415641"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FFFFFF"/>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SA" sz="1200" b="0" i="0" u="none" strike="noStrike" kern="1200" cap="none" spc="0" normalizeH="0" baseline="0" noProof="0" dirty="0">
              <a:ln>
                <a:noFill/>
              </a:ln>
              <a:solidFill>
                <a:srgbClr val="FFFFFF"/>
              </a:solidFill>
              <a:effectLst/>
              <a:uLnTx/>
              <a:uFillTx/>
              <a:latin typeface="HRSD Gov" pitchFamily="2" charset="-78"/>
              <a:ea typeface="HRSD Gov" pitchFamily="2" charset="-78"/>
              <a:cs typeface="HRSD Gov" pitchFamily="2" charset="-78"/>
            </a:endParaRPr>
          </a:p>
        </p:txBody>
      </p:sp>
      <p:sp>
        <p:nvSpPr>
          <p:cNvPr id="5" name="مربع نص 4">
            <a:extLst>
              <a:ext uri="{FF2B5EF4-FFF2-40B4-BE49-F238E27FC236}">
                <a16:creationId xmlns:a16="http://schemas.microsoft.com/office/drawing/2014/main" id="{DED94903-B8F5-05E9-C268-105CA2473CF0}"/>
              </a:ext>
            </a:extLst>
          </p:cNvPr>
          <p:cNvSpPr txBox="1"/>
          <p:nvPr/>
        </p:nvSpPr>
        <p:spPr>
          <a:xfrm>
            <a:off x="74645" y="3332975"/>
            <a:ext cx="7874045" cy="1015663"/>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6000" b="1" i="0" u="none" strike="noStrike" kern="1200" cap="none" spc="0" normalizeH="0" baseline="0" noProof="0" dirty="0">
                <a:ln>
                  <a:noFill/>
                </a:ln>
                <a:solidFill>
                  <a:srgbClr val="FFFFFF"/>
                </a:solidFill>
                <a:effectLst/>
                <a:uLnTx/>
                <a:uFillTx/>
                <a:latin typeface="HRSD Gov Title" pitchFamily="50" charset="-78"/>
                <a:ea typeface="HRSD Gov Title" pitchFamily="50" charset="-78"/>
                <a:cs typeface="HRSD Gov Title" pitchFamily="50" charset="-78"/>
              </a:rPr>
              <a:t>نتائج تقرير المتابعة الإشرافي </a:t>
            </a:r>
          </a:p>
        </p:txBody>
      </p:sp>
      <p:sp>
        <p:nvSpPr>
          <p:cNvPr id="6" name="مستطيل 5">
            <a:extLst>
              <a:ext uri="{FF2B5EF4-FFF2-40B4-BE49-F238E27FC236}">
                <a16:creationId xmlns:a16="http://schemas.microsoft.com/office/drawing/2014/main" id="{4388C450-6DBA-2AD3-A265-A399450E690B}"/>
              </a:ext>
            </a:extLst>
          </p:cNvPr>
          <p:cNvSpPr/>
          <p:nvPr/>
        </p:nvSpPr>
        <p:spPr>
          <a:xfrm>
            <a:off x="9458833" y="665584"/>
            <a:ext cx="1978090" cy="982824"/>
          </a:xfrm>
          <a:prstGeom prst="rect">
            <a:avLst/>
          </a:prstGeom>
          <a:solidFill>
            <a:srgbClr val="2BB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grpSp>
        <p:nvGrpSpPr>
          <p:cNvPr id="8" name="مجموعة 7">
            <a:extLst>
              <a:ext uri="{FF2B5EF4-FFF2-40B4-BE49-F238E27FC236}">
                <a16:creationId xmlns:a16="http://schemas.microsoft.com/office/drawing/2014/main" id="{CD88ADFC-9630-CCD3-FE2A-A5C5F515C5DD}"/>
              </a:ext>
            </a:extLst>
          </p:cNvPr>
          <p:cNvGrpSpPr/>
          <p:nvPr/>
        </p:nvGrpSpPr>
        <p:grpSpPr>
          <a:xfrm>
            <a:off x="8924168" y="1341151"/>
            <a:ext cx="2421856" cy="5072090"/>
            <a:chOff x="8924168" y="1341151"/>
            <a:chExt cx="1886246" cy="5042252"/>
          </a:xfrm>
        </p:grpSpPr>
        <p:pic>
          <p:nvPicPr>
            <p:cNvPr id="3" name="Picture 36">
              <a:extLst>
                <a:ext uri="{FF2B5EF4-FFF2-40B4-BE49-F238E27FC236}">
                  <a16:creationId xmlns:a16="http://schemas.microsoft.com/office/drawing/2014/main" id="{4AC6B4D7-F072-0D2A-76BE-0867DECEAA37}"/>
                </a:ext>
              </a:extLst>
            </p:cNvPr>
            <p:cNvPicPr>
              <a:picLocks noChangeAspect="1"/>
            </p:cNvPicPr>
            <p:nvPr/>
          </p:nvPicPr>
          <p:blipFill>
            <a:blip r:embed="rId2"/>
            <a:stretch>
              <a:fillRect/>
            </a:stretch>
          </p:blipFill>
          <p:spPr>
            <a:xfrm>
              <a:off x="8924168" y="1341151"/>
              <a:ext cx="1197298" cy="4879548"/>
            </a:xfrm>
            <a:prstGeom prst="rect">
              <a:avLst/>
            </a:prstGeom>
          </p:spPr>
        </p:pic>
        <p:pic>
          <p:nvPicPr>
            <p:cNvPr id="4" name="Picture 37">
              <a:extLst>
                <a:ext uri="{FF2B5EF4-FFF2-40B4-BE49-F238E27FC236}">
                  <a16:creationId xmlns:a16="http://schemas.microsoft.com/office/drawing/2014/main" id="{718DF21C-423F-E414-D754-7EAE1B0484C5}"/>
                </a:ext>
              </a:extLst>
            </p:cNvPr>
            <p:cNvPicPr>
              <a:picLocks noChangeAspect="1"/>
            </p:cNvPicPr>
            <p:nvPr/>
          </p:nvPicPr>
          <p:blipFill>
            <a:blip r:embed="rId3"/>
            <a:stretch>
              <a:fillRect/>
            </a:stretch>
          </p:blipFill>
          <p:spPr>
            <a:xfrm flipH="1">
              <a:off x="9430794" y="1388471"/>
              <a:ext cx="1379620" cy="4994932"/>
            </a:xfrm>
            <a:prstGeom prst="rect">
              <a:avLst/>
            </a:prstGeom>
          </p:spPr>
        </p:pic>
      </p:grpSp>
    </p:spTree>
    <p:extLst>
      <p:ext uri="{BB962C8B-B14F-4D97-AF65-F5344CB8AC3E}">
        <p14:creationId xmlns:p14="http://schemas.microsoft.com/office/powerpoint/2010/main" val="42520109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05135-A882-87F9-E244-5818DB8489A6}"/>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F40EA71B-2CD5-A444-AD84-3E692796B5A2}"/>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B8944669-8461-9DCC-CEA3-0CA214359CA7}"/>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5BAD6821-C3EA-7556-3B6C-7928CDC30939}"/>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1267402C-C2D5-0AB5-D5D9-93E157F36864}"/>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3300" b="0" i="0" u="none" strike="noStrike" kern="1200" cap="none" spc="0" normalizeH="0" baseline="0" noProof="0" dirty="0">
                  <a:ln>
                    <a:noFill/>
                  </a:ln>
                  <a:solidFill>
                    <a:srgbClr val="0F3144"/>
                  </a:solidFill>
                  <a:effectLst/>
                  <a:uLnTx/>
                  <a:uFillTx/>
                  <a:cs typeface="HRSD Gov Title Bold" pitchFamily="2" charset="-78"/>
                </a:rPr>
                <a:t>مؤشر أداء مؤشر تشغيلي</a:t>
              </a:r>
            </a:p>
          </p:txBody>
        </p:sp>
        <p:grpSp>
          <p:nvGrpSpPr>
            <p:cNvPr id="13" name="مجموعة 12">
              <a:extLst>
                <a:ext uri="{FF2B5EF4-FFF2-40B4-BE49-F238E27FC236}">
                  <a16:creationId xmlns:a16="http://schemas.microsoft.com/office/drawing/2014/main" id="{9D2E5BA2-F3D9-AC3D-CE6C-82B3656C99CC}"/>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B2079D20-94DA-0622-4930-F978EFAC682B}"/>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1633" b="1" i="0" u="none" strike="noStrike" kern="1200" cap="none" spc="0" normalizeH="0" baseline="0" noProof="0" dirty="0">
                  <a:ln>
                    <a:noFill/>
                  </a:ln>
                  <a:solidFill>
                    <a:srgbClr val="7A7A7A"/>
                  </a:solidFill>
                  <a:effectLst/>
                  <a:uLnTx/>
                  <a:uFillTx/>
                  <a:latin typeface="HRSD Bold" panose="02000906030000020004" pitchFamily="2" charset="-78"/>
                  <a:ea typeface="+mn-ea"/>
                  <a:cs typeface="HRSD Bold" panose="02000906030000020004" pitchFamily="2" charset="-78"/>
                </a:endParaRPr>
              </a:p>
            </p:txBody>
          </p:sp>
          <p:sp>
            <p:nvSpPr>
              <p:cNvPr id="17" name="Freeform 298">
                <a:extLst>
                  <a:ext uri="{FF2B5EF4-FFF2-40B4-BE49-F238E27FC236}">
                    <a16:creationId xmlns:a16="http://schemas.microsoft.com/office/drawing/2014/main" id="{D6497518-1350-0F4F-CA29-F8C1228856CC}"/>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1633" b="1" i="0" u="none" strike="noStrike" kern="1200" cap="none" spc="0" normalizeH="0" baseline="0" noProof="0" dirty="0">
                  <a:ln>
                    <a:noFill/>
                  </a:ln>
                  <a:solidFill>
                    <a:srgbClr val="7A7A7A"/>
                  </a:solidFill>
                  <a:effectLst/>
                  <a:uLnTx/>
                  <a:uFillTx/>
                  <a:latin typeface="HRSD Bold" panose="02000906030000020004" pitchFamily="2" charset="-78"/>
                  <a:ea typeface="+mn-ea"/>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414BCDA6-6445-ACB1-68EA-2068AD820362}"/>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02951698-5782-5F38-BED7-E896F8B7783B}"/>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800" b="1"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الفترة:</a:t>
              </a:r>
              <a:r>
                <a:rPr kumimoji="0" lang="ar-SA" altLang="ar-SA" sz="1800" b="1" i="0" u="none" strike="noStrike" kern="1200" cap="none" spc="0" normalizeH="0" baseline="0" noProof="0" dirty="0">
                  <a:ln>
                    <a:noFill/>
                  </a:ln>
                  <a:solidFill>
                    <a:srgbClr val="7A7A7A"/>
                  </a:solidFill>
                  <a:effectLst/>
                  <a:uLnTx/>
                  <a:uFillTx/>
                  <a:latin typeface="HRSD Gov Medium" pitchFamily="2" charset="-78"/>
                  <a:ea typeface="HRSD Gov Medium" pitchFamily="2" charset="-78"/>
                  <a:cs typeface="HRSD Gov Medium" pitchFamily="2" charset="-78"/>
                </a:rPr>
                <a:t> </a:t>
              </a:r>
              <a:r>
                <a:rPr kumimoji="0" lang="ar-SA" altLang="ar-SA" sz="18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F36F0C99-0128-216C-6E26-F0E718826A09}"/>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600" b="1"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 اسم المؤشر: </a:t>
              </a:r>
              <a:r>
                <a:rPr kumimoji="0" lang="ar-SA" altLang="ar-SA" sz="18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 فعالية نظام المراقبة</a:t>
              </a:r>
            </a:p>
          </p:txBody>
        </p:sp>
      </p:grpSp>
      <p:sp>
        <p:nvSpPr>
          <p:cNvPr id="501" name="مربع نص 500">
            <a:extLst>
              <a:ext uri="{FF2B5EF4-FFF2-40B4-BE49-F238E27FC236}">
                <a16:creationId xmlns:a16="http://schemas.microsoft.com/office/drawing/2014/main" id="{07FEB4BA-7D1A-8154-9BB2-DACE4467F259}"/>
              </a:ext>
            </a:extLst>
          </p:cNvPr>
          <p:cNvSpPr txBox="1"/>
          <p:nvPr/>
        </p:nvSpPr>
        <p:spPr>
          <a:xfrm>
            <a:off x="989162" y="1911639"/>
            <a:ext cx="10846400" cy="2585323"/>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تعريف المؤشر:</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يقيس هذا المؤشر نسبة الجلسات الافتراضية التي تم تسجيلها فعليًا من إجمالي الجلسات المجدولة، ويهدف إلى قياس الالتزام بتطبيق نظام المراقبة الرقمية لضمان الجودة والتوثيق.</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الهدف:</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الوصول إلى نسبة تسجيل لا تقل عن %96 من الجلسات المجدولة.</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النتائج:</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p:txBody>
      </p:sp>
      <p:graphicFrame>
        <p:nvGraphicFramePr>
          <p:cNvPr id="2" name="جدول 1">
            <a:extLst>
              <a:ext uri="{FF2B5EF4-FFF2-40B4-BE49-F238E27FC236}">
                <a16:creationId xmlns:a16="http://schemas.microsoft.com/office/drawing/2014/main" id="{65A19922-4B50-2113-4A81-5C0ECEEFAE4C}"/>
              </a:ext>
            </a:extLst>
          </p:cNvPr>
          <p:cNvGraphicFramePr>
            <a:graphicFrameLocks noGrp="1"/>
          </p:cNvGraphicFramePr>
          <p:nvPr/>
        </p:nvGraphicFramePr>
        <p:xfrm>
          <a:off x="6697829" y="4113288"/>
          <a:ext cx="3387585" cy="767347"/>
        </p:xfrm>
        <a:graphic>
          <a:graphicData uri="http://schemas.openxmlformats.org/drawingml/2006/table">
            <a:tbl>
              <a:tblPr rtl="1" firstRow="1" bandRow="1">
                <a:tableStyleId>{5C22544A-7EE6-4342-B048-85BDC9FD1C3A}</a:tableStyleId>
              </a:tblPr>
              <a:tblGrid>
                <a:gridCol w="1732279">
                  <a:extLst>
                    <a:ext uri="{9D8B030D-6E8A-4147-A177-3AD203B41FA5}">
                      <a16:colId xmlns:a16="http://schemas.microsoft.com/office/drawing/2014/main" val="3020150146"/>
                    </a:ext>
                  </a:extLst>
                </a:gridCol>
                <a:gridCol w="1655306">
                  <a:extLst>
                    <a:ext uri="{9D8B030D-6E8A-4147-A177-3AD203B41FA5}">
                      <a16:colId xmlns:a16="http://schemas.microsoft.com/office/drawing/2014/main" val="1619044992"/>
                    </a:ext>
                  </a:extLst>
                </a:gridCol>
              </a:tblGrid>
              <a:tr h="412330">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النتيجة المحققة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المستهدف</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2138146141"/>
                  </a:ext>
                </a:extLst>
              </a:tr>
              <a:tr h="355017">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a:t>
                      </a:r>
                      <a:r>
                        <a:rPr lang="en-US" sz="1600" b="1" kern="1200" dirty="0">
                          <a:solidFill>
                            <a:srgbClr val="0F3144"/>
                          </a:solidFill>
                          <a:latin typeface="HRSD Gov Medium" pitchFamily="2" charset="-78"/>
                          <a:ea typeface="HRSD Gov Medium" pitchFamily="2" charset="-78"/>
                          <a:cs typeface="HRSD Gov Medium" pitchFamily="2" charset="-78"/>
                        </a:rPr>
                        <a:t>88.4</a:t>
                      </a:r>
                      <a:endParaRPr lang="ar-SA" sz="1600" kern="1200" dirty="0">
                        <a:solidFill>
                          <a:srgbClr val="0F3144"/>
                        </a:solidFill>
                        <a:latin typeface="HRSD Gov Medium" pitchFamily="2" charset="-78"/>
                        <a:ea typeface="HRSD Gov Medium" pitchFamily="2" charset="-78"/>
                        <a:cs typeface="HRSD Gov Medium" pitchFamily="2" charset="-78"/>
                      </a:endParaRP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%96</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3451703142"/>
                  </a:ext>
                </a:extLst>
              </a:tr>
            </a:tbl>
          </a:graphicData>
        </a:graphic>
      </p:graphicFrame>
    </p:spTree>
    <p:extLst>
      <p:ext uri="{BB962C8B-B14F-4D97-AF65-F5344CB8AC3E}">
        <p14:creationId xmlns:p14="http://schemas.microsoft.com/office/powerpoint/2010/main" val="37108834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2AACF-BBE8-D745-AB31-1E48EC6B1B07}"/>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E30CA383-6DF9-5E1F-63DB-4961446FE46D}"/>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3566F551-0553-FF9D-5161-DB3C397EA94B}"/>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67E391A7-9718-DB86-E1DF-A45DD4036093}"/>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3F989BE7-3820-9227-0F82-2A14975B0056}"/>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3300" b="0" i="0" u="none" strike="noStrike" kern="1200" cap="none" spc="0" normalizeH="0" baseline="0" noProof="0" dirty="0">
                  <a:ln>
                    <a:noFill/>
                  </a:ln>
                  <a:solidFill>
                    <a:srgbClr val="0F3144"/>
                  </a:solidFill>
                  <a:effectLst/>
                  <a:uLnTx/>
                  <a:uFillTx/>
                  <a:cs typeface="HRSD Gov Title Bold" pitchFamily="2" charset="-78"/>
                </a:rPr>
                <a:t>مؤشر أداء مؤشر تشغيلي</a:t>
              </a:r>
            </a:p>
          </p:txBody>
        </p:sp>
        <p:grpSp>
          <p:nvGrpSpPr>
            <p:cNvPr id="13" name="مجموعة 12">
              <a:extLst>
                <a:ext uri="{FF2B5EF4-FFF2-40B4-BE49-F238E27FC236}">
                  <a16:creationId xmlns:a16="http://schemas.microsoft.com/office/drawing/2014/main" id="{A3610A7B-1C82-18A0-AD55-4871523FA1C4}"/>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83786455-45A9-B7E4-98CF-2BDD5C745E33}"/>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1633" b="1" i="0" u="none" strike="noStrike" kern="1200" cap="none" spc="0" normalizeH="0" baseline="0" noProof="0" dirty="0">
                  <a:ln>
                    <a:noFill/>
                  </a:ln>
                  <a:solidFill>
                    <a:srgbClr val="7A7A7A"/>
                  </a:solidFill>
                  <a:effectLst/>
                  <a:uLnTx/>
                  <a:uFillTx/>
                  <a:latin typeface="HRSD Bold" panose="02000906030000020004" pitchFamily="2" charset="-78"/>
                  <a:ea typeface="+mn-ea"/>
                  <a:cs typeface="HRSD Bold" panose="02000906030000020004" pitchFamily="2" charset="-78"/>
                </a:endParaRPr>
              </a:p>
            </p:txBody>
          </p:sp>
          <p:sp>
            <p:nvSpPr>
              <p:cNvPr id="17" name="Freeform 298">
                <a:extLst>
                  <a:ext uri="{FF2B5EF4-FFF2-40B4-BE49-F238E27FC236}">
                    <a16:creationId xmlns:a16="http://schemas.microsoft.com/office/drawing/2014/main" id="{D02D5750-E158-F3FF-C745-5A8662BCB59F}"/>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1633" b="1" i="0" u="none" strike="noStrike" kern="1200" cap="none" spc="0" normalizeH="0" baseline="0" noProof="0" dirty="0">
                  <a:ln>
                    <a:noFill/>
                  </a:ln>
                  <a:solidFill>
                    <a:srgbClr val="7A7A7A"/>
                  </a:solidFill>
                  <a:effectLst/>
                  <a:uLnTx/>
                  <a:uFillTx/>
                  <a:latin typeface="HRSD Bold" panose="02000906030000020004" pitchFamily="2" charset="-78"/>
                  <a:ea typeface="+mn-ea"/>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DA8AB4AE-5370-AC98-D83A-53BF5666F906}"/>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F80E34A8-5C5B-DBB8-D866-9B2FF2A11050}"/>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800" b="1"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الفترة:</a:t>
              </a:r>
              <a:r>
                <a:rPr kumimoji="0" lang="ar-SA" altLang="ar-SA" sz="1800" b="1" i="0" u="none" strike="noStrike" kern="1200" cap="none" spc="0" normalizeH="0" baseline="0" noProof="0" dirty="0">
                  <a:ln>
                    <a:noFill/>
                  </a:ln>
                  <a:solidFill>
                    <a:srgbClr val="7A7A7A"/>
                  </a:solidFill>
                  <a:effectLst/>
                  <a:uLnTx/>
                  <a:uFillTx/>
                  <a:latin typeface="HRSD Gov Medium" pitchFamily="2" charset="-78"/>
                  <a:ea typeface="HRSD Gov Medium" pitchFamily="2" charset="-78"/>
                  <a:cs typeface="HRSD Gov Medium" pitchFamily="2" charset="-78"/>
                </a:rPr>
                <a:t> </a:t>
              </a:r>
              <a:r>
                <a:rPr kumimoji="0" lang="ar-SA" altLang="ar-SA" sz="18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B8A9BB38-76DE-7068-17CD-73851C1F59FE}"/>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400" b="1"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 اسم المؤشر: </a:t>
              </a:r>
              <a:r>
                <a:rPr kumimoji="0" lang="ar-SA" altLang="ar-SA" sz="16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 فعالية نظام المراقبة</a:t>
              </a:r>
            </a:p>
          </p:txBody>
        </p:sp>
      </p:grpSp>
      <p:sp>
        <p:nvSpPr>
          <p:cNvPr id="501" name="مربع نص 500">
            <a:extLst>
              <a:ext uri="{FF2B5EF4-FFF2-40B4-BE49-F238E27FC236}">
                <a16:creationId xmlns:a16="http://schemas.microsoft.com/office/drawing/2014/main" id="{1EE2E551-FFBF-059D-6B6D-98B3890E47EE}"/>
              </a:ext>
            </a:extLst>
          </p:cNvPr>
          <p:cNvSpPr txBox="1"/>
          <p:nvPr/>
        </p:nvSpPr>
        <p:spPr>
          <a:xfrm>
            <a:off x="989162" y="1642130"/>
            <a:ext cx="10449305" cy="498598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التحليل</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النجاحات:</a:t>
            </a:r>
            <a:endParaRPr kumimoji="0" lang="ar-SA" sz="14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تم تسجيل معظم الجلسات بنسبة تجاوزت %80، ما يشير إلى وجود التزام عام بالنظام.</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الفروع الرئيسية أظهرت مستويات تسجيل عالية وثابتة، مما يدل على فاعلية الإجراءات في بعض المواقع.</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البنية التحتية التقنية (</a:t>
            </a:r>
            <a:r>
              <a:rPr kumimoji="0" lang="en-US"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Webex / Teams) </a:t>
            </a: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تعمل بكفاءة ولم تسجل أعطال تعيق التسجيل.</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endParaRPr kumimoji="0" lang="ar-SA" sz="14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التحديات:</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تفاوت الأداء بين الفروع، حيث سجلت بعض الفروع نسبًا أقل من %60.</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تأخر بعض الموظفين في رفع التسجيلات أو نسيان تفعيل خاصية التسجيل.</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عدم وجود تنبيهات أو متابعات دورية للمؤشر من قِبل المشرفين المباشرين</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الاعتماد على الجهد البشري فقط دون أتمتة رفع التسجيلات.</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endPar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الإجراءات التصحيحية:</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تفعيل تنبيهات تلقائية لتذكير الموظفين بتحميل التسجيلات خلال 24 ساعة.</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إعداد تقرير أسبوعي يُرسل تلقائيًا للمشرفين يحتوي على نسبة التسجيل لكل فرع.</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إدراج المؤشر ضمن تقييم الأداء الشهري للفروع.</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التنسيق مع فريق تقنية المعلومات لأتمتة الربط بين الجلسات والنظام السحابي لحفظ التسجيلات.</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endParaRPr kumimoji="0" lang="ar-SA" sz="14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التوصيات:</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استحداث سياسة تشغيلية خاصة بالتسجيل الإلزامي للجلسات مع توقيع كافة الفرق عليها.</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تحليل الأداء التاريخي لكل فرع لمعرفة أسباب الانخفاض ووضع خطة علاجية مخصصة.</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تضمين هذا المؤشر كمؤشر رئيسي ضمن لوحة القيادة الخاصة بالإدارة التنفيذية.</a:t>
            </a:r>
          </a:p>
        </p:txBody>
      </p:sp>
    </p:spTree>
    <p:extLst>
      <p:ext uri="{BB962C8B-B14F-4D97-AF65-F5344CB8AC3E}">
        <p14:creationId xmlns:p14="http://schemas.microsoft.com/office/powerpoint/2010/main" val="22536209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37B3D-1D81-D164-D7F7-C8A51093288D}"/>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5C754982-C181-DDE1-E377-DBD2587C7063}"/>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42D119EB-453E-E0E5-81BA-D153497BDC1E}"/>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DC275FAE-B1A6-61F3-D0A3-194E28B5A23D}"/>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F688213B-B6F6-9EA8-5EC2-9CC26BB5E1AA}"/>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3300" b="0" i="0" u="none" strike="noStrike" kern="1200" cap="none" spc="0" normalizeH="0" baseline="0" noProof="0" dirty="0">
                  <a:ln>
                    <a:noFill/>
                  </a:ln>
                  <a:solidFill>
                    <a:srgbClr val="0F3144"/>
                  </a:solidFill>
                  <a:effectLst/>
                  <a:uLnTx/>
                  <a:uFillTx/>
                  <a:cs typeface="HRSD Gov Title Bold" pitchFamily="2" charset="-78"/>
                </a:rPr>
                <a:t>مؤشر أداء مؤشر تشغيلي</a:t>
              </a:r>
            </a:p>
          </p:txBody>
        </p:sp>
        <p:grpSp>
          <p:nvGrpSpPr>
            <p:cNvPr id="13" name="مجموعة 12">
              <a:extLst>
                <a:ext uri="{FF2B5EF4-FFF2-40B4-BE49-F238E27FC236}">
                  <a16:creationId xmlns:a16="http://schemas.microsoft.com/office/drawing/2014/main" id="{F16F1E3C-137A-14BF-656E-08FCEF14FBAB}"/>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F3076CAB-0A5F-E029-3856-2E2C6152CDE5}"/>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1633" b="1" i="0" u="none" strike="noStrike" kern="1200" cap="none" spc="0" normalizeH="0" baseline="0" noProof="0" dirty="0">
                  <a:ln>
                    <a:noFill/>
                  </a:ln>
                  <a:solidFill>
                    <a:srgbClr val="7A7A7A"/>
                  </a:solidFill>
                  <a:effectLst/>
                  <a:uLnTx/>
                  <a:uFillTx/>
                  <a:latin typeface="HRSD Bold" panose="02000906030000020004" pitchFamily="2" charset="-78"/>
                  <a:ea typeface="+mn-ea"/>
                  <a:cs typeface="HRSD Bold" panose="02000906030000020004" pitchFamily="2" charset="-78"/>
                </a:endParaRPr>
              </a:p>
            </p:txBody>
          </p:sp>
          <p:sp>
            <p:nvSpPr>
              <p:cNvPr id="17" name="Freeform 298">
                <a:extLst>
                  <a:ext uri="{FF2B5EF4-FFF2-40B4-BE49-F238E27FC236}">
                    <a16:creationId xmlns:a16="http://schemas.microsoft.com/office/drawing/2014/main" id="{D7CD8AA5-829D-29A6-8794-42E36AF0219B}"/>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1633" b="1" i="0" u="none" strike="noStrike" kern="1200" cap="none" spc="0" normalizeH="0" baseline="0" noProof="0" dirty="0">
                  <a:ln>
                    <a:noFill/>
                  </a:ln>
                  <a:solidFill>
                    <a:srgbClr val="7A7A7A"/>
                  </a:solidFill>
                  <a:effectLst/>
                  <a:uLnTx/>
                  <a:uFillTx/>
                  <a:latin typeface="HRSD Bold" panose="02000906030000020004" pitchFamily="2" charset="-78"/>
                  <a:ea typeface="+mn-ea"/>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9C877D36-1674-87B7-C0E6-A2327F36DA78}"/>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DE6F65B7-AEEC-5B50-DBDD-AB3A9447C870}"/>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800" b="1"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الفترة:</a:t>
              </a:r>
              <a:r>
                <a:rPr kumimoji="0" lang="ar-SA" altLang="ar-SA" sz="1800" b="1" i="0" u="none" strike="noStrike" kern="1200" cap="none" spc="0" normalizeH="0" baseline="0" noProof="0" dirty="0">
                  <a:ln>
                    <a:noFill/>
                  </a:ln>
                  <a:solidFill>
                    <a:srgbClr val="7A7A7A"/>
                  </a:solidFill>
                  <a:effectLst/>
                  <a:uLnTx/>
                  <a:uFillTx/>
                  <a:latin typeface="HRSD Gov Medium" pitchFamily="2" charset="-78"/>
                  <a:ea typeface="HRSD Gov Medium" pitchFamily="2" charset="-78"/>
                  <a:cs typeface="HRSD Gov Medium" pitchFamily="2" charset="-78"/>
                </a:rPr>
                <a:t> </a:t>
              </a:r>
              <a:r>
                <a:rPr kumimoji="0" lang="ar-SA" altLang="ar-SA" sz="18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FF8B59EC-601A-DAAE-10C5-131ED42140CF}"/>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600" b="1"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 اسم المؤشر: </a:t>
              </a:r>
              <a:r>
                <a:rPr kumimoji="0" lang="ar-SA" altLang="ar-SA" sz="18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 سرعة إغلاق القضايا</a:t>
              </a:r>
            </a:p>
          </p:txBody>
        </p:sp>
      </p:grpSp>
      <p:sp>
        <p:nvSpPr>
          <p:cNvPr id="501" name="مربع نص 500">
            <a:extLst>
              <a:ext uri="{FF2B5EF4-FFF2-40B4-BE49-F238E27FC236}">
                <a16:creationId xmlns:a16="http://schemas.microsoft.com/office/drawing/2014/main" id="{9DE93614-9A8A-5B82-A204-D033A12789E6}"/>
              </a:ext>
            </a:extLst>
          </p:cNvPr>
          <p:cNvSpPr txBox="1"/>
          <p:nvPr/>
        </p:nvSpPr>
        <p:spPr>
          <a:xfrm>
            <a:off x="989162" y="1911639"/>
            <a:ext cx="10846400" cy="2585323"/>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تعريف المؤشر:</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يقيس هذا المؤشر مدى سرعة الاستجابة وإغلاق القضايا أو التذاكر المفتوحة من المستفيدين ضمن النظام المعتمد (مثل: خدمة العملاء، البلاغات، الملاحظات)، ويعكس كفاءة النظام في المتابعة الفعالة وحل المشكلات.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الهدف:</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الوصول إلى نسبة لا تقل عن </a:t>
            </a:r>
            <a:r>
              <a:rPr kumimoji="0" lang="ar-EG"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96</a:t>
            </a:r>
            <a:r>
              <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 من القضايا التي يتم إغلاقها خلال الإطار الزمني المستهدف حسب دليل مستويات الخدمة </a:t>
            </a:r>
            <a:r>
              <a:rPr kumimoji="0" lang="en-US"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a:t>
            </a:r>
            <a:endPar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النتائج:</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p:txBody>
      </p:sp>
      <p:graphicFrame>
        <p:nvGraphicFramePr>
          <p:cNvPr id="2" name="جدول 1">
            <a:extLst>
              <a:ext uri="{FF2B5EF4-FFF2-40B4-BE49-F238E27FC236}">
                <a16:creationId xmlns:a16="http://schemas.microsoft.com/office/drawing/2014/main" id="{7FAAE30B-AF6C-83A0-3280-EC4E211953B4}"/>
              </a:ext>
            </a:extLst>
          </p:cNvPr>
          <p:cNvGraphicFramePr>
            <a:graphicFrameLocks noGrp="1"/>
          </p:cNvGraphicFramePr>
          <p:nvPr/>
        </p:nvGraphicFramePr>
        <p:xfrm>
          <a:off x="6697829" y="4113288"/>
          <a:ext cx="3387585" cy="767347"/>
        </p:xfrm>
        <a:graphic>
          <a:graphicData uri="http://schemas.openxmlformats.org/drawingml/2006/table">
            <a:tbl>
              <a:tblPr rtl="1" firstRow="1" bandRow="1">
                <a:tableStyleId>{5C22544A-7EE6-4342-B048-85BDC9FD1C3A}</a:tableStyleId>
              </a:tblPr>
              <a:tblGrid>
                <a:gridCol w="1732279">
                  <a:extLst>
                    <a:ext uri="{9D8B030D-6E8A-4147-A177-3AD203B41FA5}">
                      <a16:colId xmlns:a16="http://schemas.microsoft.com/office/drawing/2014/main" val="3020150146"/>
                    </a:ext>
                  </a:extLst>
                </a:gridCol>
                <a:gridCol w="1655306">
                  <a:extLst>
                    <a:ext uri="{9D8B030D-6E8A-4147-A177-3AD203B41FA5}">
                      <a16:colId xmlns:a16="http://schemas.microsoft.com/office/drawing/2014/main" val="1619044992"/>
                    </a:ext>
                  </a:extLst>
                </a:gridCol>
              </a:tblGrid>
              <a:tr h="412330">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النتيجة المحققة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المستهدف</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2138146141"/>
                  </a:ext>
                </a:extLst>
              </a:tr>
              <a:tr h="355017">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a:t>
                      </a:r>
                      <a:r>
                        <a:rPr lang="en-US" sz="1600" b="1" kern="1200" dirty="0">
                          <a:solidFill>
                            <a:srgbClr val="0F3144"/>
                          </a:solidFill>
                          <a:latin typeface="HRSD Gov Medium" pitchFamily="2" charset="-78"/>
                          <a:ea typeface="HRSD Gov Medium" pitchFamily="2" charset="-78"/>
                          <a:cs typeface="HRSD Gov Medium" pitchFamily="2" charset="-78"/>
                        </a:rPr>
                        <a:t>80,5</a:t>
                      </a:r>
                      <a:endParaRPr lang="ar-SA" sz="1600" kern="1200" dirty="0">
                        <a:solidFill>
                          <a:srgbClr val="0F3144"/>
                        </a:solidFill>
                        <a:latin typeface="HRSD Gov Medium" pitchFamily="2" charset="-78"/>
                        <a:ea typeface="HRSD Gov Medium" pitchFamily="2" charset="-78"/>
                        <a:cs typeface="HRSD Gov Medium" pitchFamily="2" charset="-78"/>
                      </a:endParaRP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a:t>
                      </a:r>
                      <a:r>
                        <a:rPr lang="ar-EG" sz="1600" kern="1200" dirty="0">
                          <a:solidFill>
                            <a:srgbClr val="0F3144"/>
                          </a:solidFill>
                          <a:latin typeface="HRSD Gov Medium" pitchFamily="2" charset="-78"/>
                          <a:ea typeface="HRSD Gov Medium" pitchFamily="2" charset="-78"/>
                          <a:cs typeface="HRSD Gov Medium" pitchFamily="2" charset="-78"/>
                        </a:rPr>
                        <a:t>96</a:t>
                      </a:r>
                      <a:endParaRPr lang="ar-SA" sz="1600" kern="1200" dirty="0">
                        <a:solidFill>
                          <a:srgbClr val="0F3144"/>
                        </a:solidFill>
                        <a:latin typeface="HRSD Gov Medium" pitchFamily="2" charset="-78"/>
                        <a:ea typeface="HRSD Gov Medium" pitchFamily="2" charset="-78"/>
                        <a:cs typeface="HRSD Gov Medium" pitchFamily="2" charset="-78"/>
                      </a:endParaRP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3451703142"/>
                  </a:ext>
                </a:extLst>
              </a:tr>
            </a:tbl>
          </a:graphicData>
        </a:graphic>
      </p:graphicFrame>
    </p:spTree>
    <p:extLst>
      <p:ext uri="{BB962C8B-B14F-4D97-AF65-F5344CB8AC3E}">
        <p14:creationId xmlns:p14="http://schemas.microsoft.com/office/powerpoint/2010/main" val="16505978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17078-3517-1656-0715-CA18ECA9FACA}"/>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C8822856-B9DA-C4B2-626F-892AEB782FA4}"/>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B6712B20-3B9B-84F5-DD7A-C0AB11020530}"/>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BEE9FE09-D9C6-D023-EAFB-3E4F89F9EF19}"/>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155CFED2-C8B0-743F-5B50-415CEDC7429C}"/>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3300" b="0" i="0" u="none" strike="noStrike" kern="1200" cap="none" spc="0" normalizeH="0" baseline="0" noProof="0" dirty="0">
                  <a:ln>
                    <a:noFill/>
                  </a:ln>
                  <a:solidFill>
                    <a:srgbClr val="0F3144"/>
                  </a:solidFill>
                  <a:effectLst/>
                  <a:uLnTx/>
                  <a:uFillTx/>
                  <a:cs typeface="HRSD Gov Title Bold" pitchFamily="2" charset="-78"/>
                </a:rPr>
                <a:t>مؤشر أداء مؤشر تشغيلي</a:t>
              </a:r>
            </a:p>
          </p:txBody>
        </p:sp>
        <p:grpSp>
          <p:nvGrpSpPr>
            <p:cNvPr id="13" name="مجموعة 12">
              <a:extLst>
                <a:ext uri="{FF2B5EF4-FFF2-40B4-BE49-F238E27FC236}">
                  <a16:creationId xmlns:a16="http://schemas.microsoft.com/office/drawing/2014/main" id="{713C3AED-47DC-6559-F99F-87670A27C91B}"/>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623C931A-9BD7-4F5D-057F-B562251B57C4}"/>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1633" b="1" i="0" u="none" strike="noStrike" kern="1200" cap="none" spc="0" normalizeH="0" baseline="0" noProof="0" dirty="0">
                  <a:ln>
                    <a:noFill/>
                  </a:ln>
                  <a:solidFill>
                    <a:srgbClr val="7A7A7A"/>
                  </a:solidFill>
                  <a:effectLst/>
                  <a:uLnTx/>
                  <a:uFillTx/>
                  <a:latin typeface="HRSD Bold" panose="02000906030000020004" pitchFamily="2" charset="-78"/>
                  <a:ea typeface="+mn-ea"/>
                  <a:cs typeface="HRSD Bold" panose="02000906030000020004" pitchFamily="2" charset="-78"/>
                </a:endParaRPr>
              </a:p>
            </p:txBody>
          </p:sp>
          <p:sp>
            <p:nvSpPr>
              <p:cNvPr id="17" name="Freeform 298">
                <a:extLst>
                  <a:ext uri="{FF2B5EF4-FFF2-40B4-BE49-F238E27FC236}">
                    <a16:creationId xmlns:a16="http://schemas.microsoft.com/office/drawing/2014/main" id="{5CAB33F8-3756-4C88-16D1-4C3F93F88074}"/>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1633" b="1" i="0" u="none" strike="noStrike" kern="1200" cap="none" spc="0" normalizeH="0" baseline="0" noProof="0" dirty="0">
                  <a:ln>
                    <a:noFill/>
                  </a:ln>
                  <a:solidFill>
                    <a:srgbClr val="7A7A7A"/>
                  </a:solidFill>
                  <a:effectLst/>
                  <a:uLnTx/>
                  <a:uFillTx/>
                  <a:latin typeface="HRSD Bold" panose="02000906030000020004" pitchFamily="2" charset="-78"/>
                  <a:ea typeface="+mn-ea"/>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0EB52B77-1BC4-38ED-A5F5-BB861A7294A1}"/>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0953238D-839F-FA0C-398C-858E79460B13}"/>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800" b="1"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الفترة:</a:t>
              </a:r>
              <a:r>
                <a:rPr kumimoji="0" lang="ar-SA" altLang="ar-SA" sz="1800" b="1" i="0" u="none" strike="noStrike" kern="1200" cap="none" spc="0" normalizeH="0" baseline="0" noProof="0" dirty="0">
                  <a:ln>
                    <a:noFill/>
                  </a:ln>
                  <a:solidFill>
                    <a:srgbClr val="7A7A7A"/>
                  </a:solidFill>
                  <a:effectLst/>
                  <a:uLnTx/>
                  <a:uFillTx/>
                  <a:latin typeface="HRSD Gov Medium" pitchFamily="2" charset="-78"/>
                  <a:ea typeface="HRSD Gov Medium" pitchFamily="2" charset="-78"/>
                  <a:cs typeface="HRSD Gov Medium" pitchFamily="2" charset="-78"/>
                </a:rPr>
                <a:t> </a:t>
              </a:r>
              <a:r>
                <a:rPr kumimoji="0" lang="ar-SA" altLang="ar-SA" sz="18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9A110752-5193-E920-19CD-764305AFC44F}"/>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400" b="1"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 اسم المؤشر: </a:t>
              </a:r>
              <a:r>
                <a:rPr kumimoji="0" lang="ar-SA" altLang="ar-SA" sz="16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 سرعة إغلاق القضايا</a:t>
              </a:r>
            </a:p>
          </p:txBody>
        </p:sp>
      </p:grpSp>
      <p:sp>
        <p:nvSpPr>
          <p:cNvPr id="501" name="مربع نص 500">
            <a:extLst>
              <a:ext uri="{FF2B5EF4-FFF2-40B4-BE49-F238E27FC236}">
                <a16:creationId xmlns:a16="http://schemas.microsoft.com/office/drawing/2014/main" id="{0FD62975-758D-DA37-48AD-C37C789C3F3C}"/>
              </a:ext>
            </a:extLst>
          </p:cNvPr>
          <p:cNvSpPr txBox="1"/>
          <p:nvPr/>
        </p:nvSpPr>
        <p:spPr>
          <a:xfrm>
            <a:off x="989162" y="1642130"/>
            <a:ext cx="10449305" cy="458587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التحليل</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النجاحات:</a:t>
            </a:r>
            <a:endParaRPr kumimoji="0" lang="ar-SA" sz="14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تحسن ملحوظ في أداء بعض الفروع مقارنة بالفصل السابق بنسبة تجاوزت 10 نقاط مئوية.</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تم إنشاء قاعدة بيانات محدثة تسهل تتبع حالة كل قضية وربطها بزمن إغلاق واضح.</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فرق الدعم الفني بدأت بإغلاق القضايا البسيطة خلال 24 ساعة.</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endParaRPr kumimoji="0" lang="ar-SA" sz="14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التحديات:</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انخفاض الأداء في بعض الفروع بسبب ضعف التنسيق الداخلي وتأخر نقل القضايا.</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تأخر تسجيل القضايا في النظام مما يؤدي إلى تأخير زمني غير مبرر في البداية.</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عدم وجود أولوية تصنيف للقضايا حسب مستوى خطورتها مما يبطئ التعامل معها.</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endPar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الإجراءات التصحيحية:</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إعداد آلية تصنيف للقضايا حسب الأولوية (عاجلة – عالية – متوسطة – منخفضة) وربطها بمدة استجابة محددة.</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تفعيل نظام إشعارات ذكي للتنبيه بالحالات المتأخرة قبل انتهاء المهلة المحددة.</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تخصيص فريق متابعة مركزية لضمان إغلاق القضايا خلال الزمن المحدد ومعالجة المعوقات..</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endParaRPr kumimoji="0" lang="ar-SA" sz="14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التوصيات:</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إصدار تقرير شهري بالأداء ومشاركته مع جميع الفروع لمراجعة نقاط التحسين.</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إجراء ورش عمل دورية لتدريب الفرق على آليات إغلاق القضايا وربطها بسجلات </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تطوير لوحة تحكم تعرض القضايا المفتوحة حسب الفئة والمدة لتحديد الفجوات بشكل مباشر.</a:t>
            </a:r>
          </a:p>
        </p:txBody>
      </p:sp>
    </p:spTree>
    <p:extLst>
      <p:ext uri="{BB962C8B-B14F-4D97-AF65-F5344CB8AC3E}">
        <p14:creationId xmlns:p14="http://schemas.microsoft.com/office/powerpoint/2010/main" val="4966091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F948D-3E1E-4146-D25E-16585E57F87D}"/>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CADD4E4E-CBBB-9ED7-8F31-700161D4E695}"/>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7112B259-A1E4-B249-253A-D0DD6FEAC3B6}"/>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9A8E8F40-AFD6-8202-6BE3-92E70A114FAD}"/>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0602233E-F447-7EAA-110D-6DA736FB1719}"/>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3300" b="0" i="0" u="none" strike="noStrike" kern="1200" cap="none" spc="0" normalizeH="0" baseline="0" noProof="0" dirty="0">
                  <a:ln>
                    <a:noFill/>
                  </a:ln>
                  <a:solidFill>
                    <a:srgbClr val="0F3144"/>
                  </a:solidFill>
                  <a:effectLst/>
                  <a:uLnTx/>
                  <a:uFillTx/>
                  <a:cs typeface="HRSD Gov Title Bold" pitchFamily="2" charset="-78"/>
                </a:rPr>
                <a:t>مؤشر أداء مؤشر تشغيلي</a:t>
              </a:r>
            </a:p>
          </p:txBody>
        </p:sp>
        <p:grpSp>
          <p:nvGrpSpPr>
            <p:cNvPr id="13" name="مجموعة 12">
              <a:extLst>
                <a:ext uri="{FF2B5EF4-FFF2-40B4-BE49-F238E27FC236}">
                  <a16:creationId xmlns:a16="http://schemas.microsoft.com/office/drawing/2014/main" id="{AB6C3660-2317-C4D7-2573-AA05D5652FA3}"/>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F2ECD01F-9FEA-D818-6EBC-C5B0F88976D3}"/>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1633" b="1" i="0" u="none" strike="noStrike" kern="1200" cap="none" spc="0" normalizeH="0" baseline="0" noProof="0" dirty="0">
                  <a:ln>
                    <a:noFill/>
                  </a:ln>
                  <a:solidFill>
                    <a:srgbClr val="7A7A7A"/>
                  </a:solidFill>
                  <a:effectLst/>
                  <a:uLnTx/>
                  <a:uFillTx/>
                  <a:latin typeface="HRSD Bold" panose="02000906030000020004" pitchFamily="2" charset="-78"/>
                  <a:ea typeface="+mn-ea"/>
                  <a:cs typeface="HRSD Bold" panose="02000906030000020004" pitchFamily="2" charset="-78"/>
                </a:endParaRPr>
              </a:p>
            </p:txBody>
          </p:sp>
          <p:sp>
            <p:nvSpPr>
              <p:cNvPr id="17" name="Freeform 298">
                <a:extLst>
                  <a:ext uri="{FF2B5EF4-FFF2-40B4-BE49-F238E27FC236}">
                    <a16:creationId xmlns:a16="http://schemas.microsoft.com/office/drawing/2014/main" id="{FB1A9CB6-2962-4A2F-3835-18046025ABCC}"/>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1633" b="1" i="0" u="none" strike="noStrike" kern="1200" cap="none" spc="0" normalizeH="0" baseline="0" noProof="0" dirty="0">
                  <a:ln>
                    <a:noFill/>
                  </a:ln>
                  <a:solidFill>
                    <a:srgbClr val="7A7A7A"/>
                  </a:solidFill>
                  <a:effectLst/>
                  <a:uLnTx/>
                  <a:uFillTx/>
                  <a:latin typeface="HRSD Bold" panose="02000906030000020004" pitchFamily="2" charset="-78"/>
                  <a:ea typeface="+mn-ea"/>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13D5EE88-1F3A-A793-2CFC-0CCB7A606FF6}"/>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DC4CB851-5986-98FC-F3A9-ED9DC7050A04}"/>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800" b="1"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الفترة:</a:t>
              </a:r>
              <a:r>
                <a:rPr kumimoji="0" lang="ar-SA" altLang="ar-SA" sz="1800" b="1" i="0" u="none" strike="noStrike" kern="1200" cap="none" spc="0" normalizeH="0" baseline="0" noProof="0" dirty="0">
                  <a:ln>
                    <a:noFill/>
                  </a:ln>
                  <a:solidFill>
                    <a:srgbClr val="7A7A7A"/>
                  </a:solidFill>
                  <a:effectLst/>
                  <a:uLnTx/>
                  <a:uFillTx/>
                  <a:latin typeface="HRSD Gov Medium" pitchFamily="2" charset="-78"/>
                  <a:ea typeface="HRSD Gov Medium" pitchFamily="2" charset="-78"/>
                  <a:cs typeface="HRSD Gov Medium" pitchFamily="2" charset="-78"/>
                </a:rPr>
                <a:t> </a:t>
              </a:r>
              <a:r>
                <a:rPr kumimoji="0" lang="ar-SA" altLang="ar-SA" sz="18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721890C0-2DC6-B476-C642-EE6892689110}"/>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600" b="1"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 اسم المؤشر: </a:t>
              </a:r>
              <a:r>
                <a:rPr kumimoji="0" lang="ar-SA" altLang="ar-SA" sz="18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 معالجة القضايا خلال المدة المحددة</a:t>
              </a:r>
            </a:p>
          </p:txBody>
        </p:sp>
      </p:grpSp>
      <p:sp>
        <p:nvSpPr>
          <p:cNvPr id="501" name="مربع نص 500">
            <a:extLst>
              <a:ext uri="{FF2B5EF4-FFF2-40B4-BE49-F238E27FC236}">
                <a16:creationId xmlns:a16="http://schemas.microsoft.com/office/drawing/2014/main" id="{2102CE42-75D9-18FC-03F1-DCEB10874A22}"/>
              </a:ext>
            </a:extLst>
          </p:cNvPr>
          <p:cNvSpPr txBox="1"/>
          <p:nvPr/>
        </p:nvSpPr>
        <p:spPr>
          <a:xfrm>
            <a:off x="989162" y="1911639"/>
            <a:ext cx="10846400" cy="2585323"/>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تعريف المؤشر:</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يقيس هذا المؤشر مدى التزام الفروع الافتراضية بمعالجة القضايا والبلاغات ضمن الفترة الزمنية المعتمدة في اتفاقية مستوى الخدمة </a:t>
            </a:r>
            <a:r>
              <a:rPr kumimoji="0" lang="en-US"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SLA، </a:t>
            </a:r>
            <a:r>
              <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ويُعد أحد أهم مؤشرات جودة التجاوب والكفاءة التشغيلية في تقديم الخدمة.</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الهدف:</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تحقيق 95% من القضايا المعالجة خلال المدة المعتمدة في اتفاقية مستوى الخدمة</a:t>
            </a:r>
            <a:r>
              <a:rPr kumimoji="0" lang="en-US"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 </a:t>
            </a:r>
            <a:r>
              <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لضمان سرعة التفاعل وتحسين تجربة المستفيد.</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النتائج:</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p:txBody>
      </p:sp>
      <p:graphicFrame>
        <p:nvGraphicFramePr>
          <p:cNvPr id="2" name="جدول 1">
            <a:extLst>
              <a:ext uri="{FF2B5EF4-FFF2-40B4-BE49-F238E27FC236}">
                <a16:creationId xmlns:a16="http://schemas.microsoft.com/office/drawing/2014/main" id="{D57653ED-68BB-D488-ECE4-84EE9A2103EB}"/>
              </a:ext>
            </a:extLst>
          </p:cNvPr>
          <p:cNvGraphicFramePr>
            <a:graphicFrameLocks noGrp="1"/>
          </p:cNvGraphicFramePr>
          <p:nvPr/>
        </p:nvGraphicFramePr>
        <p:xfrm>
          <a:off x="6697829" y="4113288"/>
          <a:ext cx="3387585" cy="767347"/>
        </p:xfrm>
        <a:graphic>
          <a:graphicData uri="http://schemas.openxmlformats.org/drawingml/2006/table">
            <a:tbl>
              <a:tblPr rtl="1" firstRow="1" bandRow="1">
                <a:tableStyleId>{5C22544A-7EE6-4342-B048-85BDC9FD1C3A}</a:tableStyleId>
              </a:tblPr>
              <a:tblGrid>
                <a:gridCol w="1732279">
                  <a:extLst>
                    <a:ext uri="{9D8B030D-6E8A-4147-A177-3AD203B41FA5}">
                      <a16:colId xmlns:a16="http://schemas.microsoft.com/office/drawing/2014/main" val="3020150146"/>
                    </a:ext>
                  </a:extLst>
                </a:gridCol>
                <a:gridCol w="1655306">
                  <a:extLst>
                    <a:ext uri="{9D8B030D-6E8A-4147-A177-3AD203B41FA5}">
                      <a16:colId xmlns:a16="http://schemas.microsoft.com/office/drawing/2014/main" val="1619044992"/>
                    </a:ext>
                  </a:extLst>
                </a:gridCol>
              </a:tblGrid>
              <a:tr h="412330">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النتيجة المحققة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المستهدف</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2138146141"/>
                  </a:ext>
                </a:extLst>
              </a:tr>
              <a:tr h="355017">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a:t>
                      </a:r>
                      <a:r>
                        <a:rPr lang="ar-SA" sz="1600" b="1" kern="1200" dirty="0">
                          <a:solidFill>
                            <a:srgbClr val="0F3144"/>
                          </a:solidFill>
                          <a:latin typeface="HRSD Gov Medium" pitchFamily="2" charset="-78"/>
                          <a:ea typeface="HRSD Gov Medium" pitchFamily="2" charset="-78"/>
                          <a:cs typeface="HRSD Gov Medium" pitchFamily="2" charset="-78"/>
                        </a:rPr>
                        <a:t>87.0</a:t>
                      </a:r>
                      <a:endParaRPr lang="ar-SA" sz="1600" kern="1200" dirty="0">
                        <a:solidFill>
                          <a:srgbClr val="0F3144"/>
                        </a:solidFill>
                        <a:latin typeface="HRSD Gov Medium" pitchFamily="2" charset="-78"/>
                        <a:ea typeface="HRSD Gov Medium" pitchFamily="2" charset="-78"/>
                        <a:cs typeface="HRSD Gov Medium" pitchFamily="2" charset="-78"/>
                      </a:endParaRP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%95</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3451703142"/>
                  </a:ext>
                </a:extLst>
              </a:tr>
            </a:tbl>
          </a:graphicData>
        </a:graphic>
      </p:graphicFrame>
    </p:spTree>
    <p:extLst>
      <p:ext uri="{BB962C8B-B14F-4D97-AF65-F5344CB8AC3E}">
        <p14:creationId xmlns:p14="http://schemas.microsoft.com/office/powerpoint/2010/main" val="36805027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B1A0C-0554-9807-C558-A3DA7B455FAC}"/>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931E4E2D-1E24-A68F-9B32-96EB4F6AD918}"/>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933C15D3-7A19-F5E2-C89D-29A0C5521D5D}"/>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27787124-DB6E-A6C2-6A86-481CD868DC9B}"/>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4F970D90-8025-63F4-3918-632B39ABAFC7}"/>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3300" b="0" i="0" u="none" strike="noStrike" kern="1200" cap="none" spc="0" normalizeH="0" baseline="0" noProof="0" dirty="0">
                  <a:ln>
                    <a:noFill/>
                  </a:ln>
                  <a:solidFill>
                    <a:srgbClr val="0F3144"/>
                  </a:solidFill>
                  <a:effectLst/>
                  <a:uLnTx/>
                  <a:uFillTx/>
                  <a:cs typeface="HRSD Gov Title Bold" pitchFamily="2" charset="-78"/>
                </a:rPr>
                <a:t>مؤشر أداء مؤشر تشغيلي</a:t>
              </a:r>
            </a:p>
          </p:txBody>
        </p:sp>
        <p:grpSp>
          <p:nvGrpSpPr>
            <p:cNvPr id="13" name="مجموعة 12">
              <a:extLst>
                <a:ext uri="{FF2B5EF4-FFF2-40B4-BE49-F238E27FC236}">
                  <a16:creationId xmlns:a16="http://schemas.microsoft.com/office/drawing/2014/main" id="{D7EC0031-513C-AC54-BC92-6DAEA6B48C55}"/>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762D43B4-64BC-C83A-BD58-25270E5EE058}"/>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1633" b="1" i="0" u="none" strike="noStrike" kern="1200" cap="none" spc="0" normalizeH="0" baseline="0" noProof="0" dirty="0">
                  <a:ln>
                    <a:noFill/>
                  </a:ln>
                  <a:solidFill>
                    <a:srgbClr val="7A7A7A"/>
                  </a:solidFill>
                  <a:effectLst/>
                  <a:uLnTx/>
                  <a:uFillTx/>
                  <a:latin typeface="HRSD Bold" panose="02000906030000020004" pitchFamily="2" charset="-78"/>
                  <a:ea typeface="+mn-ea"/>
                  <a:cs typeface="HRSD Bold" panose="02000906030000020004" pitchFamily="2" charset="-78"/>
                </a:endParaRPr>
              </a:p>
            </p:txBody>
          </p:sp>
          <p:sp>
            <p:nvSpPr>
              <p:cNvPr id="17" name="Freeform 298">
                <a:extLst>
                  <a:ext uri="{FF2B5EF4-FFF2-40B4-BE49-F238E27FC236}">
                    <a16:creationId xmlns:a16="http://schemas.microsoft.com/office/drawing/2014/main" id="{A8D99DEB-F78F-93AF-EDAA-F0A9CEA43D55}"/>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1633" b="1" i="0" u="none" strike="noStrike" kern="1200" cap="none" spc="0" normalizeH="0" baseline="0" noProof="0" dirty="0">
                  <a:ln>
                    <a:noFill/>
                  </a:ln>
                  <a:solidFill>
                    <a:srgbClr val="7A7A7A"/>
                  </a:solidFill>
                  <a:effectLst/>
                  <a:uLnTx/>
                  <a:uFillTx/>
                  <a:latin typeface="HRSD Bold" panose="02000906030000020004" pitchFamily="2" charset="-78"/>
                  <a:ea typeface="+mn-ea"/>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4A289CF3-E4A7-B9F4-3B90-3BEDFE46FDCE}"/>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2B1100F9-343E-54D5-E8FE-804A1889EAEC}"/>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800" b="1"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الفترة:</a:t>
              </a:r>
              <a:r>
                <a:rPr kumimoji="0" lang="ar-SA" altLang="ar-SA" sz="1800" b="1" i="0" u="none" strike="noStrike" kern="1200" cap="none" spc="0" normalizeH="0" baseline="0" noProof="0" dirty="0">
                  <a:ln>
                    <a:noFill/>
                  </a:ln>
                  <a:solidFill>
                    <a:srgbClr val="7A7A7A"/>
                  </a:solidFill>
                  <a:effectLst/>
                  <a:uLnTx/>
                  <a:uFillTx/>
                  <a:latin typeface="HRSD Gov Medium" pitchFamily="2" charset="-78"/>
                  <a:ea typeface="HRSD Gov Medium" pitchFamily="2" charset="-78"/>
                  <a:cs typeface="HRSD Gov Medium" pitchFamily="2" charset="-78"/>
                </a:rPr>
                <a:t> </a:t>
              </a:r>
              <a:r>
                <a:rPr kumimoji="0" lang="ar-SA" altLang="ar-SA" sz="18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F03B77A1-8006-1EB2-057E-5BF3E50885D3}"/>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400" b="1"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 اسم المؤشر: </a:t>
              </a:r>
              <a:r>
                <a:rPr kumimoji="0" lang="ar-SA" altLang="ar-SA" sz="16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 معالجة القضايا خلال المدة المحددة</a:t>
              </a:r>
            </a:p>
          </p:txBody>
        </p:sp>
      </p:grpSp>
      <p:sp>
        <p:nvSpPr>
          <p:cNvPr id="501" name="مربع نص 500">
            <a:extLst>
              <a:ext uri="{FF2B5EF4-FFF2-40B4-BE49-F238E27FC236}">
                <a16:creationId xmlns:a16="http://schemas.microsoft.com/office/drawing/2014/main" id="{79C6909A-876A-7DD0-AAD6-EC2F7F082FF6}"/>
              </a:ext>
            </a:extLst>
          </p:cNvPr>
          <p:cNvSpPr txBox="1"/>
          <p:nvPr/>
        </p:nvSpPr>
        <p:spPr>
          <a:xfrm>
            <a:off x="989162" y="1642130"/>
            <a:ext cx="10449305" cy="458587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التحليل</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النجاحات:</a:t>
            </a:r>
            <a:endParaRPr kumimoji="0" lang="ar-SA" sz="14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أغلب القضايا البسيطة والمتوسطة تمت معالجتها خلال 24-48 ساعة.</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وجود نظام تتبع يوضح الحالات المنجزة والمنتهية وربطها بزمن التنفيذ.</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الدعم الفني بدأ في اعتماد آلية تصعيد للقضايا المتأخرة مما حسن من استجابة بعض الفروع.</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endParaRPr kumimoji="0" lang="ar-SA" sz="14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التحديات:</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بعض القضايا يتم تصنيفها بشكل غير دقيق مما يؤثر على المدة الممنوحة لحلها.</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غياب الربط التقني الكامل بين منصات البلاغات والفروع مما يؤدي إلى تأخير الإحالة.</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تأخر تحديث الحالة الفعلية داخل النظام بعد الإغلاق الفعلي للقضية.</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endPar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الإجراءات التصحيحية:</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تحديث دليل تصنيف القضايا ليتضمن تعريفًا دقيقًا لكل نوع قضية وزمن معالجتها المعتمد.</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تفعيل خاصية التنبيهات التلقائية للحالات التي اقتربت من تجاوز الزمن المسموح.</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التنسيق مع الفرق التشغيلية لمتابعة التزام كل فرع بتسجيل وإغلاق القضايا حسب الواقع.</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endParaRPr kumimoji="0" lang="ar-SA" sz="14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التوصيات:</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إعداد تقارير أسبوعية بالتصنيف الزمني لكل قضية (سريع – متوسط – متأخر) لرفع الوعي وتحفيز التحسين.</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إدراج بند “زمن المعالجة” ضمن تقييم الأداء الشهري لكل فرع.</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تفعيل لوحة مؤشرات لحظية توضح الحالات النشطة ومواعيد إغلاقها المتوقعة.</a:t>
            </a:r>
          </a:p>
        </p:txBody>
      </p:sp>
    </p:spTree>
    <p:extLst>
      <p:ext uri="{BB962C8B-B14F-4D97-AF65-F5344CB8AC3E}">
        <p14:creationId xmlns:p14="http://schemas.microsoft.com/office/powerpoint/2010/main" val="10219020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17C0B-CA0E-7CD4-1110-009D30071D56}"/>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84884083-FFDE-FAC3-4936-449C008F2018}"/>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870E7484-9408-D986-4DD9-97B48754F1DD}"/>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7A58B79B-E8D5-4A99-3ABC-999595E4305E}"/>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C569A885-A98E-69F8-E528-EF692C18019B}"/>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3300" b="0" i="0" u="none" strike="noStrike" kern="1200" cap="none" spc="0" normalizeH="0" baseline="0" noProof="0" dirty="0">
                  <a:ln>
                    <a:noFill/>
                  </a:ln>
                  <a:solidFill>
                    <a:srgbClr val="0F3144"/>
                  </a:solidFill>
                  <a:effectLst/>
                  <a:uLnTx/>
                  <a:uFillTx/>
                  <a:cs typeface="HRSD Gov Title Bold" pitchFamily="2" charset="-78"/>
                </a:rPr>
                <a:t>مؤشر أداء مؤشر تشغيلي</a:t>
              </a:r>
            </a:p>
          </p:txBody>
        </p:sp>
        <p:grpSp>
          <p:nvGrpSpPr>
            <p:cNvPr id="13" name="مجموعة 12">
              <a:extLst>
                <a:ext uri="{FF2B5EF4-FFF2-40B4-BE49-F238E27FC236}">
                  <a16:creationId xmlns:a16="http://schemas.microsoft.com/office/drawing/2014/main" id="{120567A4-0C22-EAD7-3AAF-16C10E4CAB16}"/>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0992A6AD-9CB6-3DB6-C987-E1EB3E8E0DFE}"/>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1633" b="1" i="0" u="none" strike="noStrike" kern="1200" cap="none" spc="0" normalizeH="0" baseline="0" noProof="0" dirty="0">
                  <a:ln>
                    <a:noFill/>
                  </a:ln>
                  <a:solidFill>
                    <a:srgbClr val="7A7A7A"/>
                  </a:solidFill>
                  <a:effectLst/>
                  <a:uLnTx/>
                  <a:uFillTx/>
                  <a:latin typeface="HRSD Bold" panose="02000906030000020004" pitchFamily="2" charset="-78"/>
                  <a:ea typeface="+mn-ea"/>
                  <a:cs typeface="HRSD Bold" panose="02000906030000020004" pitchFamily="2" charset="-78"/>
                </a:endParaRPr>
              </a:p>
            </p:txBody>
          </p:sp>
          <p:sp>
            <p:nvSpPr>
              <p:cNvPr id="17" name="Freeform 298">
                <a:extLst>
                  <a:ext uri="{FF2B5EF4-FFF2-40B4-BE49-F238E27FC236}">
                    <a16:creationId xmlns:a16="http://schemas.microsoft.com/office/drawing/2014/main" id="{00DAE9C0-FF44-667E-A1E5-22FE7CFEE790}"/>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1633" b="1" i="0" u="none" strike="noStrike" kern="1200" cap="none" spc="0" normalizeH="0" baseline="0" noProof="0" dirty="0">
                  <a:ln>
                    <a:noFill/>
                  </a:ln>
                  <a:solidFill>
                    <a:srgbClr val="7A7A7A"/>
                  </a:solidFill>
                  <a:effectLst/>
                  <a:uLnTx/>
                  <a:uFillTx/>
                  <a:latin typeface="HRSD Bold" panose="02000906030000020004" pitchFamily="2" charset="-78"/>
                  <a:ea typeface="+mn-ea"/>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91F5A994-31F4-6B04-8A30-C44EC7B7FDE1}"/>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0A1182D2-7C9E-9D38-92D6-4E7A4417681C}"/>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800" b="1"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الفترة:</a:t>
              </a:r>
              <a:r>
                <a:rPr kumimoji="0" lang="ar-SA" altLang="ar-SA" sz="1800" b="1" i="0" u="none" strike="noStrike" kern="1200" cap="none" spc="0" normalizeH="0" baseline="0" noProof="0" dirty="0">
                  <a:ln>
                    <a:noFill/>
                  </a:ln>
                  <a:solidFill>
                    <a:srgbClr val="7A7A7A"/>
                  </a:solidFill>
                  <a:effectLst/>
                  <a:uLnTx/>
                  <a:uFillTx/>
                  <a:latin typeface="HRSD Gov Medium" pitchFamily="2" charset="-78"/>
                  <a:ea typeface="HRSD Gov Medium" pitchFamily="2" charset="-78"/>
                  <a:cs typeface="HRSD Gov Medium" pitchFamily="2" charset="-78"/>
                </a:rPr>
                <a:t> </a:t>
              </a:r>
              <a:r>
                <a:rPr kumimoji="0" lang="ar-SA" altLang="ar-SA" sz="18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A87E30AB-63D9-0881-5E5D-D639D2A5885C}"/>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600" b="1"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 اسم المؤشر: </a:t>
              </a:r>
              <a:r>
                <a:rPr kumimoji="0" lang="ar-SA" altLang="ar-SA" sz="18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 نسبة المتابعة الفعلية للجلسات</a:t>
              </a:r>
            </a:p>
          </p:txBody>
        </p:sp>
      </p:grpSp>
      <p:sp>
        <p:nvSpPr>
          <p:cNvPr id="501" name="مربع نص 500">
            <a:extLst>
              <a:ext uri="{FF2B5EF4-FFF2-40B4-BE49-F238E27FC236}">
                <a16:creationId xmlns:a16="http://schemas.microsoft.com/office/drawing/2014/main" id="{065A5734-521F-504D-9DBB-964B0A0AFF38}"/>
              </a:ext>
            </a:extLst>
          </p:cNvPr>
          <p:cNvSpPr txBox="1"/>
          <p:nvPr/>
        </p:nvSpPr>
        <p:spPr>
          <a:xfrm>
            <a:off x="989162" y="1911639"/>
            <a:ext cx="10846400" cy="2585323"/>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تعريف المؤشر:</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يقيس هذا المؤشر مدى التزام الفريق بمراجعة وتقييم الجلسات الافتراضية التي تم تنفيذها، وذلك لضمان جودة التنفيذ، وتحديد فرص التحسين، واكتشاف أي انحرافات في الخدمة.</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الهدف:</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تحقيق %</a:t>
            </a:r>
            <a:r>
              <a:rPr kumimoji="0" lang="ar-EG"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96</a:t>
            </a:r>
            <a:r>
              <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 كحد أدنى من المتابعة الفعلية لجميع الجلسات المنفذة، لضمان التحسين المستمر والامتثال لمتطلبات الجودة التشغيلية.</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النتائج:</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p:txBody>
      </p:sp>
      <p:graphicFrame>
        <p:nvGraphicFramePr>
          <p:cNvPr id="2" name="جدول 1">
            <a:extLst>
              <a:ext uri="{FF2B5EF4-FFF2-40B4-BE49-F238E27FC236}">
                <a16:creationId xmlns:a16="http://schemas.microsoft.com/office/drawing/2014/main" id="{5776D2AB-32D1-891F-D199-26EA6FFFFBC1}"/>
              </a:ext>
            </a:extLst>
          </p:cNvPr>
          <p:cNvGraphicFramePr>
            <a:graphicFrameLocks noGrp="1"/>
          </p:cNvGraphicFramePr>
          <p:nvPr/>
        </p:nvGraphicFramePr>
        <p:xfrm>
          <a:off x="6697829" y="4113288"/>
          <a:ext cx="3387585" cy="767347"/>
        </p:xfrm>
        <a:graphic>
          <a:graphicData uri="http://schemas.openxmlformats.org/drawingml/2006/table">
            <a:tbl>
              <a:tblPr rtl="1" firstRow="1" bandRow="1">
                <a:tableStyleId>{5C22544A-7EE6-4342-B048-85BDC9FD1C3A}</a:tableStyleId>
              </a:tblPr>
              <a:tblGrid>
                <a:gridCol w="1732279">
                  <a:extLst>
                    <a:ext uri="{9D8B030D-6E8A-4147-A177-3AD203B41FA5}">
                      <a16:colId xmlns:a16="http://schemas.microsoft.com/office/drawing/2014/main" val="3020150146"/>
                    </a:ext>
                  </a:extLst>
                </a:gridCol>
                <a:gridCol w="1655306">
                  <a:extLst>
                    <a:ext uri="{9D8B030D-6E8A-4147-A177-3AD203B41FA5}">
                      <a16:colId xmlns:a16="http://schemas.microsoft.com/office/drawing/2014/main" val="1619044992"/>
                    </a:ext>
                  </a:extLst>
                </a:gridCol>
              </a:tblGrid>
              <a:tr h="412330">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النتيجة المحققة</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المستهدف</a:t>
                      </a: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2138146141"/>
                  </a:ext>
                </a:extLst>
              </a:tr>
              <a:tr h="355017">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a:t>
                      </a:r>
                      <a:r>
                        <a:rPr lang="ar-SA" sz="1600" b="1" kern="1200" dirty="0">
                          <a:solidFill>
                            <a:srgbClr val="0F3144"/>
                          </a:solidFill>
                          <a:latin typeface="HRSD Gov Medium" pitchFamily="2" charset="-78"/>
                          <a:ea typeface="HRSD Gov Medium" pitchFamily="2" charset="-78"/>
                          <a:cs typeface="HRSD Gov Medium" pitchFamily="2" charset="-78"/>
                        </a:rPr>
                        <a:t>91.6</a:t>
                      </a:r>
                      <a:endParaRPr lang="ar-SA" sz="1600" kern="1200" dirty="0">
                        <a:solidFill>
                          <a:srgbClr val="0F3144"/>
                        </a:solidFill>
                        <a:latin typeface="HRSD Gov Medium" pitchFamily="2" charset="-78"/>
                        <a:ea typeface="HRSD Gov Medium" pitchFamily="2" charset="-78"/>
                        <a:cs typeface="HRSD Gov Medium" pitchFamily="2" charset="-78"/>
                      </a:endParaRP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tc>
                  <a:txBody>
                    <a:bodyPr/>
                    <a:lstStyle/>
                    <a:p>
                      <a:pPr algn="ctr" rtl="1"/>
                      <a:r>
                        <a:rPr lang="ar-SA" sz="1600" kern="1200" dirty="0">
                          <a:solidFill>
                            <a:srgbClr val="0F3144"/>
                          </a:solidFill>
                          <a:latin typeface="HRSD Gov Medium" pitchFamily="2" charset="-78"/>
                          <a:ea typeface="HRSD Gov Medium" pitchFamily="2" charset="-78"/>
                          <a:cs typeface="HRSD Gov Medium" pitchFamily="2" charset="-78"/>
                        </a:rPr>
                        <a:t>%</a:t>
                      </a:r>
                      <a:r>
                        <a:rPr lang="ar-EG" sz="1600" kern="1200" dirty="0">
                          <a:solidFill>
                            <a:srgbClr val="0F3144"/>
                          </a:solidFill>
                          <a:latin typeface="HRSD Gov Medium" pitchFamily="2" charset="-78"/>
                          <a:ea typeface="HRSD Gov Medium" pitchFamily="2" charset="-78"/>
                          <a:cs typeface="HRSD Gov Medium" pitchFamily="2" charset="-78"/>
                        </a:rPr>
                        <a:t>96</a:t>
                      </a:r>
                      <a:endParaRPr lang="ar-SA" sz="1600" kern="1200" dirty="0">
                        <a:solidFill>
                          <a:srgbClr val="0F3144"/>
                        </a:solidFill>
                        <a:latin typeface="HRSD Gov Medium" pitchFamily="2" charset="-78"/>
                        <a:ea typeface="HRSD Gov Medium" pitchFamily="2" charset="-78"/>
                        <a:cs typeface="HRSD Gov Medium" pitchFamily="2" charset="-78"/>
                      </a:endParaRPr>
                    </a:p>
                  </a:txBody>
                  <a:tcPr>
                    <a:lnL w="12700" cap="flat" cmpd="sng" algn="ctr">
                      <a:solidFill>
                        <a:srgbClr val="0F3144"/>
                      </a:solidFill>
                      <a:prstDash val="lgDash"/>
                      <a:round/>
                      <a:headEnd type="none" w="med" len="med"/>
                      <a:tailEnd type="none" w="med" len="med"/>
                    </a:lnL>
                    <a:lnR w="12700" cap="flat" cmpd="sng" algn="ctr">
                      <a:solidFill>
                        <a:srgbClr val="0F3144"/>
                      </a:solidFill>
                      <a:prstDash val="lgDash"/>
                      <a:round/>
                      <a:headEnd type="none" w="med" len="med"/>
                      <a:tailEnd type="none" w="med" len="med"/>
                    </a:lnR>
                    <a:lnT w="12700" cap="flat" cmpd="sng" algn="ctr">
                      <a:solidFill>
                        <a:srgbClr val="0F3144"/>
                      </a:solidFill>
                      <a:prstDash val="lgDash"/>
                      <a:round/>
                      <a:headEnd type="none" w="med" len="med"/>
                      <a:tailEnd type="none" w="med" len="med"/>
                    </a:lnT>
                    <a:lnB w="12700" cap="flat" cmpd="sng" algn="ctr">
                      <a:solidFill>
                        <a:srgbClr val="0F3144"/>
                      </a:solidFill>
                      <a:prstDash val="lgDash"/>
                      <a:round/>
                      <a:headEnd type="none" w="med" len="med"/>
                      <a:tailEnd type="none" w="med" len="med"/>
                    </a:lnB>
                    <a:noFill/>
                  </a:tcPr>
                </a:tc>
                <a:extLst>
                  <a:ext uri="{0D108BD9-81ED-4DB2-BD59-A6C34878D82A}">
                    <a16:rowId xmlns:a16="http://schemas.microsoft.com/office/drawing/2014/main" val="3451703142"/>
                  </a:ext>
                </a:extLst>
              </a:tr>
            </a:tbl>
          </a:graphicData>
        </a:graphic>
      </p:graphicFrame>
    </p:spTree>
    <p:extLst>
      <p:ext uri="{BB962C8B-B14F-4D97-AF65-F5344CB8AC3E}">
        <p14:creationId xmlns:p14="http://schemas.microsoft.com/office/powerpoint/2010/main" val="25431377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677F4-BD0D-76A7-C169-F2EAA568AD33}"/>
            </a:ext>
          </a:extLst>
        </p:cNvPr>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A6AF8649-EFD5-D23E-E62D-530BFD3EB1C8}"/>
              </a:ext>
            </a:extLst>
          </p:cNvPr>
          <p:cNvSpPr txBox="1">
            <a:spLocks/>
          </p:cNvSpPr>
          <p:nvPr/>
        </p:nvSpPr>
        <p:spPr>
          <a:xfrm>
            <a:off x="270159" y="298522"/>
            <a:ext cx="415641" cy="365125"/>
          </a:xfrm>
          <a:prstGeom prst="rect">
            <a:avLst/>
          </a:prstGeom>
        </p:spPr>
        <p:txBody>
          <a:bodyPr vert="horz" lIns="91440" tIns="45720" rIns="91440" bIns="45720" rtlCol="0" anchor="ctr"/>
          <a:lstStyle>
            <a:defPPr>
              <a:defRPr lang="en-SA"/>
            </a:defPPr>
            <a:lvl1pPr marL="0" algn="l" defTabSz="914400" rtl="0" eaLnBrk="1" latinLnBrk="0" hangingPunct="1">
              <a:defRPr sz="1200" b="0" i="0" kern="1200">
                <a:solidFill>
                  <a:schemeClr val="tx1"/>
                </a:solidFill>
                <a:latin typeface="HRSD Gov" pitchFamily="2" charset="-78"/>
                <a:ea typeface="HRSD Gov" pitchFamily="2" charset="-78"/>
                <a:cs typeface="HRSD Gov"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sp>
        <p:nvSpPr>
          <p:cNvPr id="15" name="Slide Number Placeholder 14">
            <a:extLst>
              <a:ext uri="{FF2B5EF4-FFF2-40B4-BE49-F238E27FC236}">
                <a16:creationId xmlns:a16="http://schemas.microsoft.com/office/drawing/2014/main" id="{E0CB19EB-4675-EB98-9BFC-0194A854EE8D}"/>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82F6C7-0B97-5D49-B9C6-611F36C3E139}" type="slidenum">
              <a:rPr kumimoji="0" lang="en-SA" sz="1200" b="0" i="0" u="none" strike="noStrike" kern="1200" cap="none" spc="0" normalizeH="0" baseline="0" noProof="0" smtClean="0">
                <a:ln>
                  <a:noFill/>
                </a:ln>
                <a:solidFill>
                  <a:srgbClr val="7A7A7A"/>
                </a:solidFill>
                <a:effectLst/>
                <a:uLnTx/>
                <a:uFillTx/>
                <a:latin typeface="HRSD Gov" pitchFamily="2" charset="-78"/>
                <a:ea typeface="HRSD Gov" pitchFamily="2" charset="-78"/>
                <a:cs typeface="HRSD Gov" pitchFamily="2" charset="-78"/>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SA" sz="1200" b="0" i="0" u="none" strike="noStrike" kern="1200" cap="none" spc="0" normalizeH="0" baseline="0" noProof="0" dirty="0">
              <a:ln>
                <a:noFill/>
              </a:ln>
              <a:solidFill>
                <a:srgbClr val="7A7A7A"/>
              </a:solidFill>
              <a:effectLst/>
              <a:uLnTx/>
              <a:uFillTx/>
              <a:latin typeface="HRSD Gov" pitchFamily="2" charset="-78"/>
              <a:ea typeface="HRSD Gov" pitchFamily="2" charset="-78"/>
              <a:cs typeface="HRSD Gov" pitchFamily="2" charset="-78"/>
            </a:endParaRPr>
          </a:p>
        </p:txBody>
      </p:sp>
      <p:grpSp>
        <p:nvGrpSpPr>
          <p:cNvPr id="18" name="مجموعة 17">
            <a:extLst>
              <a:ext uri="{FF2B5EF4-FFF2-40B4-BE49-F238E27FC236}">
                <a16:creationId xmlns:a16="http://schemas.microsoft.com/office/drawing/2014/main" id="{AD46E35F-BCA0-F36C-9641-8764B820176F}"/>
              </a:ext>
            </a:extLst>
          </p:cNvPr>
          <p:cNvGrpSpPr/>
          <p:nvPr/>
        </p:nvGrpSpPr>
        <p:grpSpPr>
          <a:xfrm>
            <a:off x="6501008" y="490532"/>
            <a:ext cx="5334554" cy="530157"/>
            <a:chOff x="6501008" y="693732"/>
            <a:chExt cx="5334554" cy="530157"/>
          </a:xfrm>
        </p:grpSpPr>
        <p:sp>
          <p:nvSpPr>
            <p:cNvPr id="14" name="Title 1">
              <a:extLst>
                <a:ext uri="{FF2B5EF4-FFF2-40B4-BE49-F238E27FC236}">
                  <a16:creationId xmlns:a16="http://schemas.microsoft.com/office/drawing/2014/main" id="{5D085E42-641C-D14F-4061-5694ACCF64C4}"/>
                </a:ext>
              </a:extLst>
            </p:cNvPr>
            <p:cNvSpPr txBox="1">
              <a:spLocks/>
            </p:cNvSpPr>
            <p:nvPr/>
          </p:nvSpPr>
          <p:spPr>
            <a:xfrm>
              <a:off x="6501008" y="693732"/>
              <a:ext cx="5334554" cy="501183"/>
            </a:xfrm>
            <a:prstGeom prst="rect">
              <a:avLst/>
            </a:prstGeom>
          </p:spPr>
          <p:txBody>
            <a:bodyPr>
              <a:normAutofit fontScale="92500" lnSpcReduction="10000"/>
            </a:bodyPr>
            <a:lstStyle>
              <a:lvl1pPr algn="r" defTabSz="914400" rtl="1" eaLnBrk="1" latinLnBrk="0" hangingPunct="1">
                <a:lnSpc>
                  <a:spcPct val="90000"/>
                </a:lnSpc>
                <a:spcBef>
                  <a:spcPct val="0"/>
                </a:spcBef>
                <a:buNone/>
                <a:defRPr sz="3300" kern="1200">
                  <a:solidFill>
                    <a:schemeClr val="accent3"/>
                  </a:solidFill>
                  <a:latin typeface="HRSD Gov Title Bold" pitchFamily="2" charset="-78"/>
                  <a:ea typeface="HRSD Gov Title Bold" pitchFamily="2" charset="-78"/>
                  <a:cs typeface="HRSD Gov Title Bold" pitchFamily="2" charset="-78"/>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SA" sz="3300" b="0" i="0" u="none" strike="noStrike" kern="1200" cap="none" spc="0" normalizeH="0" baseline="0" noProof="0" dirty="0">
                  <a:ln>
                    <a:noFill/>
                  </a:ln>
                  <a:solidFill>
                    <a:srgbClr val="0F3144"/>
                  </a:solidFill>
                  <a:effectLst/>
                  <a:uLnTx/>
                  <a:uFillTx/>
                  <a:cs typeface="HRSD Gov Title Bold" pitchFamily="2" charset="-78"/>
                </a:rPr>
                <a:t>مؤشر أداء مؤشر تشغيلي</a:t>
              </a:r>
            </a:p>
          </p:txBody>
        </p:sp>
        <p:grpSp>
          <p:nvGrpSpPr>
            <p:cNvPr id="13" name="مجموعة 12">
              <a:extLst>
                <a:ext uri="{FF2B5EF4-FFF2-40B4-BE49-F238E27FC236}">
                  <a16:creationId xmlns:a16="http://schemas.microsoft.com/office/drawing/2014/main" id="{D41EC7D4-8D91-6F93-33F5-CBE4A78C29DE}"/>
                </a:ext>
              </a:extLst>
            </p:cNvPr>
            <p:cNvGrpSpPr/>
            <p:nvPr/>
          </p:nvGrpSpPr>
          <p:grpSpPr>
            <a:xfrm>
              <a:off x="11034079" y="1107349"/>
              <a:ext cx="652343" cy="116540"/>
              <a:chOff x="4016157" y="3398940"/>
              <a:chExt cx="515332" cy="71459"/>
            </a:xfrm>
          </p:grpSpPr>
          <p:sp>
            <p:nvSpPr>
              <p:cNvPr id="16" name="Line 297">
                <a:extLst>
                  <a:ext uri="{FF2B5EF4-FFF2-40B4-BE49-F238E27FC236}">
                    <a16:creationId xmlns:a16="http://schemas.microsoft.com/office/drawing/2014/main" id="{28F88A67-9A7F-392B-0246-51F3F71AE4FD}"/>
                  </a:ext>
                </a:extLst>
              </p:cNvPr>
              <p:cNvSpPr>
                <a:spLocks noChangeShapeType="1"/>
              </p:cNvSpPr>
              <p:nvPr/>
            </p:nvSpPr>
            <p:spPr bwMode="auto">
              <a:xfrm flipV="1">
                <a:off x="4029528" y="3434669"/>
                <a:ext cx="501961" cy="1288"/>
              </a:xfrm>
              <a:prstGeom prst="line">
                <a:avLst/>
              </a:prstGeom>
              <a:noFill/>
              <a:ln w="57150">
                <a:solidFill>
                  <a:schemeClr val="accent6"/>
                </a:solidFill>
                <a:prstDash val="solid"/>
                <a:round/>
                <a:headEnd/>
                <a:tailEnd/>
              </a:ln>
            </p:spPr>
            <p:txBody>
              <a:bodyPr vert="horz" wrap="square" lIns="82935" tIns="41468" rIns="82935" bIns="41468"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1633" b="1" i="0" u="none" strike="noStrike" kern="1200" cap="none" spc="0" normalizeH="0" baseline="0" noProof="0" dirty="0">
                  <a:ln>
                    <a:noFill/>
                  </a:ln>
                  <a:solidFill>
                    <a:srgbClr val="7A7A7A"/>
                  </a:solidFill>
                  <a:effectLst/>
                  <a:uLnTx/>
                  <a:uFillTx/>
                  <a:latin typeface="HRSD Bold" panose="02000906030000020004" pitchFamily="2" charset="-78"/>
                  <a:ea typeface="+mn-ea"/>
                  <a:cs typeface="HRSD Bold" panose="02000906030000020004" pitchFamily="2" charset="-78"/>
                </a:endParaRPr>
              </a:p>
            </p:txBody>
          </p:sp>
          <p:sp>
            <p:nvSpPr>
              <p:cNvPr id="17" name="Freeform 298">
                <a:extLst>
                  <a:ext uri="{FF2B5EF4-FFF2-40B4-BE49-F238E27FC236}">
                    <a16:creationId xmlns:a16="http://schemas.microsoft.com/office/drawing/2014/main" id="{6EA59195-078B-1F83-EAD3-BCA6437BAB0C}"/>
                  </a:ext>
                </a:extLst>
              </p:cNvPr>
              <p:cNvSpPr>
                <a:spLocks/>
              </p:cNvSpPr>
              <p:nvPr/>
            </p:nvSpPr>
            <p:spPr bwMode="auto">
              <a:xfrm>
                <a:off x="4016157" y="3398940"/>
                <a:ext cx="82991" cy="71459"/>
              </a:xfrm>
              <a:custGeom>
                <a:avLst/>
                <a:gdLst/>
                <a:ahLst/>
                <a:cxnLst>
                  <a:cxn ang="0">
                    <a:pos x="30" y="60"/>
                  </a:cxn>
                  <a:cxn ang="0">
                    <a:pos x="30" y="60"/>
                  </a:cxn>
                  <a:cxn ang="0">
                    <a:pos x="36" y="60"/>
                  </a:cxn>
                  <a:cxn ang="0">
                    <a:pos x="40" y="58"/>
                  </a:cxn>
                  <a:cxn ang="0">
                    <a:pos x="50" y="52"/>
                  </a:cxn>
                  <a:cxn ang="0">
                    <a:pos x="56" y="42"/>
                  </a:cxn>
                  <a:cxn ang="0">
                    <a:pos x="58" y="36"/>
                  </a:cxn>
                  <a:cxn ang="0">
                    <a:pos x="60" y="30"/>
                  </a:cxn>
                  <a:cxn ang="0">
                    <a:pos x="60" y="30"/>
                  </a:cxn>
                  <a:cxn ang="0">
                    <a:pos x="58" y="24"/>
                  </a:cxn>
                  <a:cxn ang="0">
                    <a:pos x="56" y="18"/>
                  </a:cxn>
                  <a:cxn ang="0">
                    <a:pos x="50" y="8"/>
                  </a:cxn>
                  <a:cxn ang="0">
                    <a:pos x="40" y="2"/>
                  </a:cxn>
                  <a:cxn ang="0">
                    <a:pos x="36" y="0"/>
                  </a:cxn>
                  <a:cxn ang="0">
                    <a:pos x="30" y="0"/>
                  </a:cxn>
                  <a:cxn ang="0">
                    <a:pos x="30" y="0"/>
                  </a:cxn>
                  <a:cxn ang="0">
                    <a:pos x="24" y="0"/>
                  </a:cxn>
                  <a:cxn ang="0">
                    <a:pos x="18" y="2"/>
                  </a:cxn>
                  <a:cxn ang="0">
                    <a:pos x="8" y="8"/>
                  </a:cxn>
                  <a:cxn ang="0">
                    <a:pos x="2" y="18"/>
                  </a:cxn>
                  <a:cxn ang="0">
                    <a:pos x="0" y="24"/>
                  </a:cxn>
                  <a:cxn ang="0">
                    <a:pos x="0" y="30"/>
                  </a:cxn>
                  <a:cxn ang="0">
                    <a:pos x="0" y="30"/>
                  </a:cxn>
                  <a:cxn ang="0">
                    <a:pos x="0" y="36"/>
                  </a:cxn>
                  <a:cxn ang="0">
                    <a:pos x="2" y="42"/>
                  </a:cxn>
                  <a:cxn ang="0">
                    <a:pos x="8" y="52"/>
                  </a:cxn>
                  <a:cxn ang="0">
                    <a:pos x="18" y="58"/>
                  </a:cxn>
                  <a:cxn ang="0">
                    <a:pos x="24" y="60"/>
                  </a:cxn>
                  <a:cxn ang="0">
                    <a:pos x="30" y="60"/>
                  </a:cxn>
                  <a:cxn ang="0">
                    <a:pos x="30" y="60"/>
                  </a:cxn>
                </a:cxnLst>
                <a:rect l="0" t="0" r="r" b="b"/>
                <a:pathLst>
                  <a:path w="60" h="60">
                    <a:moveTo>
                      <a:pt x="30" y="60"/>
                    </a:moveTo>
                    <a:lnTo>
                      <a:pt x="30" y="60"/>
                    </a:lnTo>
                    <a:lnTo>
                      <a:pt x="36" y="60"/>
                    </a:lnTo>
                    <a:lnTo>
                      <a:pt x="40" y="58"/>
                    </a:lnTo>
                    <a:lnTo>
                      <a:pt x="50" y="52"/>
                    </a:lnTo>
                    <a:lnTo>
                      <a:pt x="56" y="42"/>
                    </a:lnTo>
                    <a:lnTo>
                      <a:pt x="58" y="36"/>
                    </a:lnTo>
                    <a:lnTo>
                      <a:pt x="60" y="30"/>
                    </a:lnTo>
                    <a:lnTo>
                      <a:pt x="60" y="30"/>
                    </a:lnTo>
                    <a:lnTo>
                      <a:pt x="58" y="24"/>
                    </a:lnTo>
                    <a:lnTo>
                      <a:pt x="56" y="18"/>
                    </a:lnTo>
                    <a:lnTo>
                      <a:pt x="50" y="8"/>
                    </a:lnTo>
                    <a:lnTo>
                      <a:pt x="40" y="2"/>
                    </a:lnTo>
                    <a:lnTo>
                      <a:pt x="36" y="0"/>
                    </a:lnTo>
                    <a:lnTo>
                      <a:pt x="30" y="0"/>
                    </a:lnTo>
                    <a:lnTo>
                      <a:pt x="30" y="0"/>
                    </a:lnTo>
                    <a:lnTo>
                      <a:pt x="24" y="0"/>
                    </a:lnTo>
                    <a:lnTo>
                      <a:pt x="18" y="2"/>
                    </a:lnTo>
                    <a:lnTo>
                      <a:pt x="8" y="8"/>
                    </a:lnTo>
                    <a:lnTo>
                      <a:pt x="2" y="18"/>
                    </a:lnTo>
                    <a:lnTo>
                      <a:pt x="0" y="24"/>
                    </a:lnTo>
                    <a:lnTo>
                      <a:pt x="0" y="30"/>
                    </a:lnTo>
                    <a:lnTo>
                      <a:pt x="0" y="30"/>
                    </a:lnTo>
                    <a:lnTo>
                      <a:pt x="0" y="36"/>
                    </a:lnTo>
                    <a:lnTo>
                      <a:pt x="2" y="42"/>
                    </a:lnTo>
                    <a:lnTo>
                      <a:pt x="8" y="52"/>
                    </a:lnTo>
                    <a:lnTo>
                      <a:pt x="18" y="58"/>
                    </a:lnTo>
                    <a:lnTo>
                      <a:pt x="24" y="60"/>
                    </a:lnTo>
                    <a:lnTo>
                      <a:pt x="30" y="60"/>
                    </a:lnTo>
                    <a:lnTo>
                      <a:pt x="30" y="60"/>
                    </a:lnTo>
                    <a:close/>
                  </a:path>
                </a:pathLst>
              </a:custGeom>
              <a:solidFill>
                <a:schemeClr val="accent6"/>
              </a:solidFill>
              <a:ln w="9525">
                <a:noFill/>
                <a:round/>
                <a:headEnd/>
                <a:tailEnd/>
              </a:ln>
            </p:spPr>
            <p:txBody>
              <a:bodyPr vert="horz" wrap="square" lIns="82935" tIns="41468" rIns="82935" bIns="41468"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1633" b="1" i="0" u="none" strike="noStrike" kern="1200" cap="none" spc="0" normalizeH="0" baseline="0" noProof="0" dirty="0">
                  <a:ln>
                    <a:noFill/>
                  </a:ln>
                  <a:solidFill>
                    <a:srgbClr val="7A7A7A"/>
                  </a:solidFill>
                  <a:effectLst/>
                  <a:uLnTx/>
                  <a:uFillTx/>
                  <a:latin typeface="HRSD Bold" panose="02000906030000020004" pitchFamily="2" charset="-78"/>
                  <a:ea typeface="+mn-ea"/>
                  <a:cs typeface="HRSD Bold" panose="02000906030000020004" pitchFamily="2" charset="-78"/>
                </a:endParaRPr>
              </a:p>
            </p:txBody>
          </p:sp>
        </p:grpSp>
      </p:grpSp>
      <p:grpSp>
        <p:nvGrpSpPr>
          <p:cNvPr id="3" name="مجموعة 2">
            <a:extLst>
              <a:ext uri="{FF2B5EF4-FFF2-40B4-BE49-F238E27FC236}">
                <a16:creationId xmlns:a16="http://schemas.microsoft.com/office/drawing/2014/main" id="{CE8A4D02-9FE9-46C6-C8FB-E2A3112482F5}"/>
              </a:ext>
            </a:extLst>
          </p:cNvPr>
          <p:cNvGrpSpPr/>
          <p:nvPr/>
        </p:nvGrpSpPr>
        <p:grpSpPr>
          <a:xfrm>
            <a:off x="1299412" y="1239227"/>
            <a:ext cx="10536150" cy="424900"/>
            <a:chOff x="5057737" y="4648773"/>
            <a:chExt cx="5408047" cy="380024"/>
          </a:xfrm>
        </p:grpSpPr>
        <p:sp>
          <p:nvSpPr>
            <p:cNvPr id="9" name="AutoShape 59">
              <a:extLst>
                <a:ext uri="{FF2B5EF4-FFF2-40B4-BE49-F238E27FC236}">
                  <a16:creationId xmlns:a16="http://schemas.microsoft.com/office/drawing/2014/main" id="{1C4F6B8F-509F-985D-1D99-C2875A6D3D71}"/>
                </a:ext>
              </a:extLst>
            </p:cNvPr>
            <p:cNvSpPr>
              <a:spLocks noChangeArrowheads="1"/>
            </p:cNvSpPr>
            <p:nvPr/>
          </p:nvSpPr>
          <p:spPr bwMode="blackWhite">
            <a:xfrm>
              <a:off x="5057737" y="4648773"/>
              <a:ext cx="1599871"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800" b="1"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الفترة:</a:t>
              </a:r>
              <a:r>
                <a:rPr kumimoji="0" lang="ar-SA" altLang="ar-SA" sz="1800" b="1" i="0" u="none" strike="noStrike" kern="1200" cap="none" spc="0" normalizeH="0" baseline="0" noProof="0" dirty="0">
                  <a:ln>
                    <a:noFill/>
                  </a:ln>
                  <a:solidFill>
                    <a:srgbClr val="7A7A7A"/>
                  </a:solidFill>
                  <a:effectLst/>
                  <a:uLnTx/>
                  <a:uFillTx/>
                  <a:latin typeface="HRSD Gov Medium" pitchFamily="2" charset="-78"/>
                  <a:ea typeface="HRSD Gov Medium" pitchFamily="2" charset="-78"/>
                  <a:cs typeface="HRSD Gov Medium" pitchFamily="2" charset="-78"/>
                </a:rPr>
                <a:t> </a:t>
              </a:r>
              <a:r>
                <a:rPr kumimoji="0" lang="ar-SA" altLang="ar-SA" sz="18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الربع الثالث لعام 2025</a:t>
              </a:r>
            </a:p>
          </p:txBody>
        </p:sp>
        <p:sp>
          <p:nvSpPr>
            <p:cNvPr id="7" name="AutoShape 59">
              <a:extLst>
                <a:ext uri="{FF2B5EF4-FFF2-40B4-BE49-F238E27FC236}">
                  <a16:creationId xmlns:a16="http://schemas.microsoft.com/office/drawing/2014/main" id="{1BF86E9A-A6B7-2A21-58C4-FA5EF047B46D}"/>
                </a:ext>
              </a:extLst>
            </p:cNvPr>
            <p:cNvSpPr>
              <a:spLocks noChangeArrowheads="1"/>
            </p:cNvSpPr>
            <p:nvPr/>
          </p:nvSpPr>
          <p:spPr bwMode="blackWhite">
            <a:xfrm>
              <a:off x="6846718" y="4648773"/>
              <a:ext cx="3619066" cy="380024"/>
            </a:xfrm>
            <a:prstGeom prst="roundRect">
              <a:avLst>
                <a:gd name="adj" fmla="val 16625"/>
              </a:avLst>
            </a:prstGeom>
            <a:solidFill>
              <a:schemeClr val="bg1">
                <a:lumMod val="95000"/>
              </a:schemeClr>
            </a:solidFill>
            <a:ln w="9525" algn="ctr">
              <a:noFill/>
              <a:round/>
              <a:headEnd/>
              <a:tailEnd/>
            </a:ln>
          </p:spPr>
          <p:txBody>
            <a:bodyPr lIns="32652" tIns="32652" rIns="32652" bIns="32652" anchor="ct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ar-SA" sz="1600" b="1"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 اسم المؤشر: </a:t>
              </a:r>
              <a:r>
                <a:rPr kumimoji="0" lang="ar-SA" altLang="ar-SA" sz="1800" b="1"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 نسبة المتابعة الفعلية للجلسات</a:t>
              </a:r>
            </a:p>
          </p:txBody>
        </p:sp>
      </p:grpSp>
      <p:sp>
        <p:nvSpPr>
          <p:cNvPr id="501" name="مربع نص 500">
            <a:extLst>
              <a:ext uri="{FF2B5EF4-FFF2-40B4-BE49-F238E27FC236}">
                <a16:creationId xmlns:a16="http://schemas.microsoft.com/office/drawing/2014/main" id="{C47BD581-7C27-444B-B1F5-49DC42510235}"/>
              </a:ext>
            </a:extLst>
          </p:cNvPr>
          <p:cNvSpPr txBox="1"/>
          <p:nvPr/>
        </p:nvSpPr>
        <p:spPr>
          <a:xfrm>
            <a:off x="989162" y="1642130"/>
            <a:ext cx="10449305" cy="458587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التحليل</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النجاحات:</a:t>
            </a:r>
            <a:endParaRPr kumimoji="0" lang="ar-SA" sz="14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وجود آلية توثيق موحدة للتقارير </a:t>
            </a:r>
            <a:r>
              <a:rPr kumimoji="0" lang="ar-SA" sz="1300" b="0" i="0" u="none" strike="noStrike" kern="1200" cap="none" spc="0" normalizeH="0" baseline="0" noProof="0" dirty="0" err="1">
                <a:ln>
                  <a:noFill/>
                </a:ln>
                <a:solidFill>
                  <a:srgbClr val="0F3144"/>
                </a:solidFill>
                <a:effectLst/>
                <a:uLnTx/>
                <a:uFillTx/>
                <a:latin typeface="HRSD Gov Medium" pitchFamily="2" charset="-78"/>
                <a:ea typeface="HRSD Gov Medium" pitchFamily="2" charset="-78"/>
                <a:cs typeface="HRSD Gov Medium" pitchFamily="2" charset="-78"/>
              </a:rPr>
              <a:t>التتبعية</a:t>
            </a: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 ساعد في توحيد المخرجات.</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بعض الفروع أظهرت التزامًا يوميًا بمتابعة جميع الجلسات.</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تحسين دقة الرصد بعد الربط مع نظام الحضور التلقائي.</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endParaRPr kumimoji="0" lang="ar-SA" sz="14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التحديات:</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تأخر بعض الفروع في رفع تقارير المتابعة بسبب ضغط الجلسات اليومي.</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غياب المراقبة اللحظية وعدم وجود لوحة متابعة فورية للجلسات المكتملة.</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بعض الجلسات يتم تسجيلها بدون تفعيل خاصية المراجعة التلقائية.</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endParaRPr kumimoji="0" lang="ar-SA" sz="18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الإجراءات التصحيحية:</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تفعيل لوحة تحكم </a:t>
            </a:r>
            <a:r>
              <a:rPr kumimoji="0" lang="en-US"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Dashboard </a:t>
            </a: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لحظية تعرض نسبة التغطية لكل فرع يوميًا.</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إدراج نسبة المتابعة ضمن تقييم الأداء الشهري لكل مشرف جودة.</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إصدار تنبيه تلقائي في حال مرور 24 ساعة دون توثيق الجلسة بعد تنفيذها.</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endParaRPr kumimoji="0" lang="ar-SA" sz="14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srgbClr val="269798"/>
                </a:solidFill>
                <a:effectLst/>
                <a:uLnTx/>
                <a:uFillTx/>
                <a:latin typeface="HRSD Gov Medium" pitchFamily="2" charset="-78"/>
                <a:ea typeface="HRSD Gov Medium" pitchFamily="2" charset="-78"/>
                <a:cs typeface="HRSD Gov Medium" pitchFamily="2" charset="-78"/>
              </a:rPr>
              <a:t>التوصيات:</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اعتماد سياسة "لا جلسة بدون مراجعة" وإيقاف الحجز التلقائي في حال وجود تراكم تقارير غير مكتملة.</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تعيين منسق جودة مسؤول عن المتابعة اليومية في الفروع ذات الكثافة العالية.</a:t>
            </a:r>
          </a:p>
          <a:p>
            <a:pPr marL="285750" marR="0" lvl="0" indent="-285750" algn="r" defTabSz="914400" rtl="1" eaLnBrk="1" fontAlgn="auto" latinLnBrk="0" hangingPunct="1">
              <a:lnSpc>
                <a:spcPct val="100000"/>
              </a:lnSpc>
              <a:spcBef>
                <a:spcPts val="0"/>
              </a:spcBef>
              <a:spcAft>
                <a:spcPts val="0"/>
              </a:spcAft>
              <a:buClrTx/>
              <a:buSzTx/>
              <a:buFont typeface="HRSD Gov Medium" pitchFamily="50" charset="-78"/>
              <a:buChar char="–"/>
              <a:tabLst/>
              <a:defRPr/>
            </a:pPr>
            <a:r>
              <a:rPr kumimoji="0" lang="ar-SA" sz="1300" b="0" i="0" u="none" strike="noStrike" kern="1200" cap="none" spc="0" normalizeH="0" baseline="0" noProof="0" dirty="0">
                <a:ln>
                  <a:noFill/>
                </a:ln>
                <a:solidFill>
                  <a:srgbClr val="0F3144"/>
                </a:solidFill>
                <a:effectLst/>
                <a:uLnTx/>
                <a:uFillTx/>
                <a:latin typeface="HRSD Gov Medium" pitchFamily="2" charset="-78"/>
                <a:ea typeface="HRSD Gov Medium" pitchFamily="2" charset="-78"/>
                <a:cs typeface="HRSD Gov Medium" pitchFamily="2" charset="-78"/>
              </a:rPr>
              <a:t>تحليل أسباب انخفاض المتابعة في الفروع الأقل أداءً وتطبيق خطط تحسين مخصصة.</a:t>
            </a:r>
          </a:p>
        </p:txBody>
      </p:sp>
    </p:spTree>
    <p:extLst>
      <p:ext uri="{BB962C8B-B14F-4D97-AF65-F5344CB8AC3E}">
        <p14:creationId xmlns:p14="http://schemas.microsoft.com/office/powerpoint/2010/main" val="10003564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93215"/>
</p:tagLst>
</file>

<file path=ppt/theme/theme1.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HRSD colors">
      <a:dk1>
        <a:srgbClr val="7A7A7A"/>
      </a:dk1>
      <a:lt1>
        <a:srgbClr val="FFFFFF"/>
      </a:lt1>
      <a:dk2>
        <a:srgbClr val="0F3144"/>
      </a:dk2>
      <a:lt2>
        <a:srgbClr val="FFFFFF"/>
      </a:lt2>
      <a:accent1>
        <a:srgbClr val="0F3144"/>
      </a:accent1>
      <a:accent2>
        <a:srgbClr val="269798"/>
      </a:accent2>
      <a:accent3>
        <a:srgbClr val="2BB574"/>
      </a:accent3>
      <a:accent4>
        <a:srgbClr val="FCB613"/>
      </a:accent4>
      <a:accent5>
        <a:srgbClr val="F7931D"/>
      </a:accent5>
      <a:accent6>
        <a:srgbClr val="269798"/>
      </a:accent6>
      <a:hlink>
        <a:srgbClr val="7A7A7A"/>
      </a:hlink>
      <a:folHlink>
        <a:srgbClr val="7A7A7A"/>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HRSD colors">
      <a:dk1>
        <a:srgbClr val="7A7A7A"/>
      </a:dk1>
      <a:lt1>
        <a:srgbClr val="FFFFFF"/>
      </a:lt1>
      <a:dk2>
        <a:srgbClr val="0F3144"/>
      </a:dk2>
      <a:lt2>
        <a:srgbClr val="FFFFFF"/>
      </a:lt2>
      <a:accent1>
        <a:srgbClr val="0F3144"/>
      </a:accent1>
      <a:accent2>
        <a:srgbClr val="269798"/>
      </a:accent2>
      <a:accent3>
        <a:srgbClr val="2BB574"/>
      </a:accent3>
      <a:accent4>
        <a:srgbClr val="FCB613"/>
      </a:accent4>
      <a:accent5>
        <a:srgbClr val="F7931D"/>
      </a:accent5>
      <a:accent6>
        <a:srgbClr val="269798"/>
      </a:accent6>
      <a:hlink>
        <a:srgbClr val="7A7A7A"/>
      </a:hlink>
      <a:folHlink>
        <a:srgbClr val="7A7A7A"/>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1757</TotalTime>
  <Words>6311</Words>
  <Application>Microsoft Office PowerPoint</Application>
  <PresentationFormat>Widescreen</PresentationFormat>
  <Paragraphs>995</Paragraphs>
  <Slides>51</Slides>
  <Notes>40</Notes>
  <HiddenSlides>0</HiddenSlides>
  <MMClips>0</MMClips>
  <ScaleCrop>false</ScaleCrop>
  <HeadingPairs>
    <vt:vector size="6" baseType="variant">
      <vt:variant>
        <vt:lpstr>Fonts Used</vt:lpstr>
      </vt:variant>
      <vt:variant>
        <vt:i4>15</vt:i4>
      </vt:variant>
      <vt:variant>
        <vt:lpstr>Theme</vt:lpstr>
      </vt:variant>
      <vt:variant>
        <vt:i4>3</vt:i4>
      </vt:variant>
      <vt:variant>
        <vt:lpstr>Slide Titles</vt:lpstr>
      </vt:variant>
      <vt:variant>
        <vt:i4>51</vt:i4>
      </vt:variant>
    </vt:vector>
  </HeadingPairs>
  <TitlesOfParts>
    <vt:vector size="69" baseType="lpstr">
      <vt:lpstr>Arial</vt:lpstr>
      <vt:lpstr>Calibri</vt:lpstr>
      <vt:lpstr>Calibri Light</vt:lpstr>
      <vt:lpstr>Effra Regular</vt:lpstr>
      <vt:lpstr>Georgia</vt:lpstr>
      <vt:lpstr>HRSD</vt:lpstr>
      <vt:lpstr>HRSD Bold</vt:lpstr>
      <vt:lpstr>HRSD Gov</vt:lpstr>
      <vt:lpstr>HRSD Gov Bold</vt:lpstr>
      <vt:lpstr>HRSD Gov Medium</vt:lpstr>
      <vt:lpstr>HRSD Gov SemiBold</vt:lpstr>
      <vt:lpstr>HRSD Gov Title</vt:lpstr>
      <vt:lpstr>HRSD Gov Title Bold</vt:lpstr>
      <vt:lpstr>HRSD Gov Title Title</vt:lpstr>
      <vt:lpstr>Wingdings</vt:lpstr>
      <vt:lpstr>نسق Office</vt:lpstr>
      <vt:lpstr>Office Theme</vt:lpstr>
      <vt:lpstr>1_Office Theme</vt:lpstr>
      <vt:lpstr>تقرير ادارة وتشغيل الفروع الافتراضية</vt:lpstr>
      <vt:lpstr>PowerPoint Presentation</vt:lpstr>
      <vt:lpstr>PowerPoint Presentation</vt:lpstr>
      <vt:lpstr>PowerPoint Presentation</vt:lpstr>
      <vt:lpstr> الإطار المرجعي والمنهجي</vt:lpstr>
      <vt:lpstr>PowerPoint Presentation</vt:lpstr>
      <vt:lpstr>PowerPoint Presentation</vt:lpstr>
      <vt:lpstr>PowerPoint Presentation</vt:lpstr>
      <vt:lpstr>PowerPoint Presentation</vt:lpstr>
      <vt:lpstr>أبرز المشاهدات لمؤشرات إدارة وتشغيل للفروع الافتراضية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شكراً لكم</vt:lpstr>
      <vt:lpstr>نتائج مؤشر نضج تجربة المستفيد للفروع الافتراضية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nada alshamsan</dc:creator>
  <cp:lastModifiedBy>mostafa hamed</cp:lastModifiedBy>
  <cp:revision>22</cp:revision>
  <dcterms:created xsi:type="dcterms:W3CDTF">2025-12-28T15:45:12Z</dcterms:created>
  <dcterms:modified xsi:type="dcterms:W3CDTF">2025-12-30T09:39:09Z</dcterms:modified>
</cp:coreProperties>
</file>